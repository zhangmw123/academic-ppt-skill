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57" r:id="rId4"/>
    <p:sldId id="258" r:id="rId5"/>
    <p:sldId id="259" r:id="rId6"/>
    <p:sldId id="260" r:id="rId7"/>
    <p:sldId id="261" r:id="rId8"/>
    <p:sldId id="263" r:id="rId9"/>
    <p:sldId id="264" r:id="rId10"/>
    <p:sldId id="265" r:id="rId11"/>
    <p:sldId id="266" r:id="rId12"/>
    <p:sldId id="267" r:id="rId14"/>
    <p:sldId id="284" r:id="rId15"/>
    <p:sldId id="268" r:id="rId16"/>
    <p:sldId id="270" r:id="rId17"/>
    <p:sldId id="269" r:id="rId18"/>
    <p:sldId id="271" r:id="rId19"/>
    <p:sldId id="272" r:id="rId20"/>
    <p:sldId id="273" r:id="rId21"/>
    <p:sldId id="274" r:id="rId22"/>
    <p:sldId id="276" r:id="rId23"/>
    <p:sldId id="275" r:id="rId24"/>
    <p:sldId id="277" r:id="rId25"/>
    <p:sldId id="278" r:id="rId26"/>
    <p:sldId id="279" r:id="rId27"/>
    <p:sldId id="280" r:id="rId28"/>
    <p:sldId id="281" r:id="rId29"/>
    <p:sldId id="282" r:id="rId30"/>
    <p:sldId id="283"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63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指标1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Sheet1!$B$2:$B$6</c:f>
              <c:numCache>
                <c:formatCode>0%</c:formatCode>
                <c:ptCount val="5"/>
                <c:pt idx="0">
                  <c:v>0.35</c:v>
                </c:pt>
                <c:pt idx="1">
                  <c:v>0.44</c:v>
                </c:pt>
                <c:pt idx="2">
                  <c:v>0.28</c:v>
                </c:pt>
                <c:pt idx="3">
                  <c:v>0.32</c:v>
                </c:pt>
                <c:pt idx="4">
                  <c:v>0.4</c:v>
                </c:pt>
              </c:numCache>
            </c:numRef>
          </c:val>
          <c:smooth val="0"/>
        </c:ser>
        <c:ser>
          <c:idx val="1"/>
          <c:order val="1"/>
          <c:tx>
            <c:strRef>
              <c:f>Sheet1!$C$1</c:f>
              <c:strCache>
                <c:ptCount val="1"/>
                <c:pt idx="0">
                  <c:v>指标2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Sheet1!$C$2:$C$6</c:f>
              <c:numCache>
                <c:formatCode>0%</c:formatCode>
                <c:ptCount val="5"/>
                <c:pt idx="0">
                  <c:v>0.15</c:v>
                </c:pt>
                <c:pt idx="1">
                  <c:v>0.2</c:v>
                </c:pt>
                <c:pt idx="2">
                  <c:v>0.22</c:v>
                </c:pt>
                <c:pt idx="3">
                  <c:v>0.23</c:v>
                </c:pt>
                <c:pt idx="4">
                  <c:v>0.28</c:v>
                </c:pt>
              </c:numCache>
            </c:numRef>
          </c:val>
          <c:smooth val="0"/>
        </c:ser>
        <c:ser>
          <c:idx val="2"/>
          <c:order val="2"/>
          <c:tx>
            <c:strRef>
              <c:f>Sheet1!$D$1</c:f>
              <c:strCache>
                <c:ptCount val="1"/>
                <c:pt idx="0">
                  <c:v>指标3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Sheet1!$D$2:$D$6</c:f>
              <c:numCache>
                <c:formatCode>0%</c:formatCode>
                <c:ptCount val="5"/>
                <c:pt idx="0">
                  <c:v>0.08</c:v>
                </c:pt>
                <c:pt idx="1">
                  <c:v>0.12</c:v>
                </c:pt>
                <c:pt idx="2">
                  <c:v>0.15</c:v>
                </c:pt>
                <c:pt idx="3">
                  <c:v>0.19</c:v>
                </c:pt>
                <c:pt idx="4">
                  <c:v>0.2</c:v>
                </c:pt>
              </c:numCache>
            </c:numRef>
          </c:val>
          <c:smooth val="0"/>
        </c:ser>
        <c:dLbls>
          <c:showLegendKey val="0"/>
          <c:showVal val="0"/>
          <c:showCatName val="0"/>
          <c:showSerName val="0"/>
          <c:showPercent val="0"/>
          <c:showBubbleSize val="0"/>
        </c:dLbls>
        <c:marker val="1"/>
        <c:smooth val="0"/>
        <c:axId val="913619999"/>
        <c:axId val="913620479"/>
      </c:lineChart>
      <c:catAx>
        <c:axId val="913619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crossAx val="913620479"/>
        <c:crosses val="autoZero"/>
        <c:auto val="1"/>
        <c:lblAlgn val="ctr"/>
        <c:lblOffset val="100"/>
        <c:noMultiLvlLbl val="0"/>
      </c:catAx>
      <c:valAx>
        <c:axId val="913620479"/>
        <c:scaling>
          <c:orientation val="minMax"/>
        </c:scaling>
        <c:delete val="0"/>
        <c:axPos val="l"/>
        <c:majorGridlines>
          <c:spPr>
            <a:ln w="9525" cap="flat" cmpd="sng" algn="ctr">
              <a:solidFill>
                <a:schemeClr val="bg2"/>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crossAx val="91361999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legend>
    <c:plotVisOnly val="1"/>
    <c:dispBlanksAs val="gap"/>
    <c:showDLblsOverMax val="0"/>
    <c:extLst>
      <c:ext uri="{0b15fc19-7d7d-44ad-8c2d-2c3a37ce22c3}">
        <chartProps xmlns="https://web.wps.cn/et/2018/main" chartId="{385c70da-3b08-48bd-b525-8722abec78da}"/>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75491732209521"/>
          <c:y val="0.0998074689380874"/>
          <c:w val="0.546721313584287"/>
          <c:h val="0.67314842842561"/>
        </c:manualLayout>
      </c:layout>
      <c:pieChart>
        <c:varyColors val="1"/>
        <c:ser>
          <c:idx val="0"/>
          <c:order val="0"/>
          <c:tx>
            <c:strRef>
              <c:f>Sheet1!$B$1</c:f>
              <c:strCache>
                <c:ptCount val="1"/>
                <c:pt idx="0">
                  <c:v>指标占比</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1">
                  <a:lumMod val="60000"/>
                  <a:lumOff val="40000"/>
                </a:schemeClr>
              </a:solidFill>
              <a:ln w="19050">
                <a:solidFill>
                  <a:schemeClr val="lt1"/>
                </a:solidFill>
              </a:ln>
              <a:effectLst/>
            </c:spPr>
          </c:dPt>
          <c:dPt>
            <c:idx val="3"/>
            <c:bubble3D val="0"/>
            <c:spPr>
              <a:solidFill>
                <a:schemeClr val="accent1">
                  <a:lumMod val="40000"/>
                  <a:lumOff val="60000"/>
                </a:schemeClr>
              </a:solidFill>
              <a:ln w="19050">
                <a:solidFill>
                  <a:schemeClr val="lt1"/>
                </a:solidFill>
              </a:ln>
              <a:effectLst/>
            </c:spPr>
          </c:dPt>
          <c:dPt>
            <c:idx val="4"/>
            <c:bubble3D val="0"/>
            <c:spPr>
              <a:solidFill>
                <a:schemeClr val="accent1">
                  <a:lumMod val="20000"/>
                  <a:lumOff val="80000"/>
                </a:schemeClr>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400" b="1" i="0" u="none" strike="noStrike" kern="1200" baseline="0">
                    <a:solidFill>
                      <a:schemeClr val="bg1"/>
                    </a:solidFill>
                    <a:latin typeface="+mn-ea"/>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分组A</c:v>
                </c:pt>
                <c:pt idx="1">
                  <c:v>分组B</c:v>
                </c:pt>
                <c:pt idx="2">
                  <c:v>分组C</c:v>
                </c:pt>
                <c:pt idx="3">
                  <c:v>分组D</c:v>
                </c:pt>
                <c:pt idx="4">
                  <c:v>分组E</c:v>
                </c:pt>
              </c:strCache>
            </c:strRef>
          </c:cat>
          <c:val>
            <c:numRef>
              <c:f>Sheet1!$B$2:$B$6</c:f>
              <c:numCache>
                <c:formatCode>0%</c:formatCode>
                <c:ptCount val="5"/>
                <c:pt idx="0">
                  <c:v>0.1</c:v>
                </c:pt>
                <c:pt idx="1">
                  <c:v>0.2</c:v>
                </c:pt>
                <c:pt idx="2">
                  <c:v>0.28</c:v>
                </c:pt>
                <c:pt idx="3">
                  <c:v>0.22</c:v>
                </c:pt>
                <c:pt idx="4">
                  <c:v>0.2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0826750460893979"/>
          <c:y val="0.157547428812784"/>
          <c:w val="0.257392527871615"/>
          <c:h val="0.556366196191616"/>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0e164966-40f8-4ad3-bbd4-3d5527cde2d2}"/>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B33977-A035-4250-8C30-B5A3039D74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6909-0D63-4CAC-8DCB-E4442708A5B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pic>
        <p:nvPicPr>
          <p:cNvPr id="13" name="图片 12" descr="C:/Users/86175/Desktop/校徽+校名.png校徽+校名"/>
          <p:cNvPicPr/>
          <p:nvPr userDrawn="1"/>
        </p:nvPicPr>
        <p:blipFill>
          <a:blip r:embed="rId2"/>
          <a:srcRect l="-13785" r="-16195" b="-15501"/>
          <a:stretch>
            <a:fillRect/>
          </a:stretch>
        </p:blipFill>
        <p:spPr>
          <a:xfrm>
            <a:off x="9453245" y="162560"/>
            <a:ext cx="2499995" cy="68135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748484-E304-4861-BB34-9AF23213D1C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25130-C1CC-4E07-B6F2-C392DCE471D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3" Type="http://schemas.openxmlformats.org/officeDocument/2006/relationships/slideLayout" Target="../slideLayouts/slideLayout2.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chart" Target="../charts/chart2.xml"/><Relationship Id="rId1"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29995"/>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云南大学论文答辩通用</a:t>
            </a:r>
            <a:r>
              <a:rPr lang="en-US" altLang="zh-CN" sz="5400" b="1" dirty="0">
                <a:solidFill>
                  <a:schemeClr val="bg1"/>
                </a:solidFill>
                <a:latin typeface="微软雅黑" panose="020B0503020204020204" pitchFamily="34" charset="-122"/>
                <a:ea typeface="微软雅黑" panose="020B0503020204020204" pitchFamily="34" charset="-122"/>
              </a:rPr>
              <a:t>PPT</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General PPT for YNU Thesis Defense</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custDataLst>
              <p:tags r:id="rId1"/>
            </p:custDataLst>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custDataLst>
              <p:tags r:id="rId2"/>
            </p:custDataLst>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答辩人：小云集市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6" name="椭圆 35"/>
          <p:cNvSpPr/>
          <p:nvPr>
            <p:custDataLst>
              <p:tags r:id="rId3"/>
            </p:custDataLst>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custDataLst>
              <p:tags r:id="rId4"/>
            </p:custDataLst>
          </p:nvPr>
        </p:nvSpPr>
        <p:spPr>
          <a:xfrm>
            <a:off x="4858821" y="5300338"/>
            <a:ext cx="2687288"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导师：大云集市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20XX.XX.XX</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
        <p:nvSpPr>
          <p:cNvPr id="3" name="图形 26" descr="博士帽"/>
          <p:cNvSpPr/>
          <p:nvPr>
            <p:custDataLst>
              <p:tags r:id="rId5"/>
            </p:custDataLst>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4" name="图形 28" descr="授课技能"/>
          <p:cNvSpPr/>
          <p:nvPr>
            <p:custDataLst>
              <p:tags r:id="rId6"/>
            </p:custDataLst>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pic>
        <p:nvPicPr>
          <p:cNvPr id="8" name="图片 7" descr="校徽+校名"/>
          <p:cNvPicPr>
            <a:picLocks noChangeAspect="1"/>
          </p:cNvPicPr>
          <p:nvPr/>
        </p:nvPicPr>
        <p:blipFill>
          <a:blip r:embed="rId7"/>
          <a:stretch>
            <a:fillRect/>
          </a:stretch>
        </p:blipFill>
        <p:spPr>
          <a:xfrm>
            <a:off x="4480560" y="726440"/>
            <a:ext cx="3230245" cy="9918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梯形 8"/>
          <p:cNvSpPr/>
          <p:nvPr/>
        </p:nvSpPr>
        <p:spPr>
          <a:xfrm rot="5400000">
            <a:off x="-1501141" y="2162176"/>
            <a:ext cx="5535930" cy="253364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47674" y="1895059"/>
            <a:ext cx="1638300" cy="2308324"/>
          </a:xfrm>
          <a:prstGeom prst="rect">
            <a:avLst/>
          </a:prstGeom>
          <a:noFill/>
        </p:spPr>
        <p:txBody>
          <a:bodyPr wrap="square" rtlCol="0">
            <a:spAutoFit/>
          </a:bodyPr>
          <a:lstStyle/>
          <a:p>
            <a:pPr algn="ctr"/>
            <a:r>
              <a:rPr lang="zh-CN" altLang="en-US" sz="7200" dirty="0">
                <a:solidFill>
                  <a:schemeClr val="bg1"/>
                </a:solidFill>
                <a:latin typeface="微软雅黑" panose="020B0503020204020204" pitchFamily="34" charset="-122"/>
                <a:ea typeface="微软雅黑" panose="020B0503020204020204" pitchFamily="34" charset="-122"/>
              </a:rPr>
              <a:t>目录</a:t>
            </a:r>
            <a:endParaRPr lang="zh-CN" altLang="en-US" sz="72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28637" y="4295775"/>
            <a:ext cx="1476374" cy="369332"/>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3272868" y="1861669"/>
            <a:ext cx="4925534" cy="892552"/>
            <a:chOff x="4321453" y="1022955"/>
            <a:chExt cx="4925534" cy="892552"/>
          </a:xfrm>
        </p:grpSpPr>
        <p:grpSp>
          <p:nvGrpSpPr>
            <p:cNvPr id="17" name="组合 16"/>
            <p:cNvGrpSpPr/>
            <p:nvPr/>
          </p:nvGrpSpPr>
          <p:grpSpPr>
            <a:xfrm>
              <a:off x="4383366" y="1123950"/>
              <a:ext cx="690562" cy="690562"/>
              <a:chOff x="4701383" y="1123951"/>
              <a:chExt cx="690562" cy="690562"/>
            </a:xfrm>
          </p:grpSpPr>
          <p:sp>
            <p:nvSpPr>
              <p:cNvPr id="20" name="椭圆 19"/>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文本框 17"/>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研究背景</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Research background</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弧形 21"/>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4" name="组合 23"/>
          <p:cNvGrpSpPr/>
          <p:nvPr/>
        </p:nvGrpSpPr>
        <p:grpSpPr>
          <a:xfrm>
            <a:off x="7388164" y="1861669"/>
            <a:ext cx="4925534" cy="892552"/>
            <a:chOff x="4321453" y="1022955"/>
            <a:chExt cx="4925534" cy="892552"/>
          </a:xfrm>
        </p:grpSpPr>
        <p:grpSp>
          <p:nvGrpSpPr>
            <p:cNvPr id="25" name="组合 24"/>
            <p:cNvGrpSpPr/>
            <p:nvPr/>
          </p:nvGrpSpPr>
          <p:grpSpPr>
            <a:xfrm>
              <a:off x="4383366" y="1123950"/>
              <a:ext cx="690562" cy="690562"/>
              <a:chOff x="4701383" y="1123951"/>
              <a:chExt cx="690562" cy="690562"/>
            </a:xfrm>
          </p:grpSpPr>
          <p:sp>
            <p:nvSpPr>
              <p:cNvPr id="28" name="椭圆 27"/>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26" name="文本框 25"/>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目的及意义</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Purpose and significance</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弧形 26"/>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0" name="组合 29"/>
          <p:cNvGrpSpPr/>
          <p:nvPr/>
        </p:nvGrpSpPr>
        <p:grpSpPr>
          <a:xfrm>
            <a:off x="3272868" y="3095033"/>
            <a:ext cx="4925534" cy="892552"/>
            <a:chOff x="4321453" y="1022955"/>
            <a:chExt cx="4925534" cy="892552"/>
          </a:xfrm>
        </p:grpSpPr>
        <p:grpSp>
          <p:nvGrpSpPr>
            <p:cNvPr id="31" name="组合 30"/>
            <p:cNvGrpSpPr/>
            <p:nvPr/>
          </p:nvGrpSpPr>
          <p:grpSpPr>
            <a:xfrm>
              <a:off x="4383366" y="1123950"/>
              <a:ext cx="690562" cy="690562"/>
              <a:chOff x="4701383" y="1123951"/>
              <a:chExt cx="690562" cy="690562"/>
            </a:xfrm>
          </p:grpSpPr>
          <p:sp>
            <p:nvSpPr>
              <p:cNvPr id="34" name="椭圆 33"/>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2" name="文本框 31"/>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方法与过程</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Methods and process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3" name="弧形 32"/>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6" name="组合 35"/>
          <p:cNvGrpSpPr/>
          <p:nvPr/>
        </p:nvGrpSpPr>
        <p:grpSpPr>
          <a:xfrm>
            <a:off x="3272868" y="4410479"/>
            <a:ext cx="4925534" cy="892552"/>
            <a:chOff x="4321453" y="1022955"/>
            <a:chExt cx="4925534" cy="892552"/>
          </a:xfrm>
        </p:grpSpPr>
        <p:grpSp>
          <p:nvGrpSpPr>
            <p:cNvPr id="37" name="组合 36"/>
            <p:cNvGrpSpPr/>
            <p:nvPr/>
          </p:nvGrpSpPr>
          <p:grpSpPr>
            <a:xfrm>
              <a:off x="4383366" y="1123950"/>
              <a:ext cx="690562" cy="690562"/>
              <a:chOff x="4701383" y="1123951"/>
              <a:chExt cx="690562" cy="690562"/>
            </a:xfrm>
          </p:grpSpPr>
          <p:sp>
            <p:nvSpPr>
              <p:cNvPr id="40" name="椭圆 39"/>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05</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8" name="文本框 37"/>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总结与讨论</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Summary and Discussion</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弧形 38"/>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2" name="组合 41"/>
          <p:cNvGrpSpPr/>
          <p:nvPr/>
        </p:nvGrpSpPr>
        <p:grpSpPr>
          <a:xfrm>
            <a:off x="7388164" y="3095033"/>
            <a:ext cx="4925534" cy="892552"/>
            <a:chOff x="4321453" y="1022955"/>
            <a:chExt cx="4925534" cy="892552"/>
          </a:xfrm>
        </p:grpSpPr>
        <p:grpSp>
          <p:nvGrpSpPr>
            <p:cNvPr id="43" name="组合 42"/>
            <p:cNvGrpSpPr/>
            <p:nvPr/>
          </p:nvGrpSpPr>
          <p:grpSpPr>
            <a:xfrm>
              <a:off x="4383366" y="1123950"/>
              <a:ext cx="690562" cy="690562"/>
              <a:chOff x="4701383" y="1123951"/>
              <a:chExt cx="690562" cy="690562"/>
            </a:xfrm>
          </p:grpSpPr>
          <p:sp>
            <p:nvSpPr>
              <p:cNvPr id="46" name="椭圆 45"/>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7" name="文本框 46"/>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4" name="文本框 43"/>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结果与分析</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Result and Analysis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5" name="弧形 44"/>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grpSp>
        <p:nvGrpSpPr>
          <p:cNvPr id="3" name="组合 2"/>
          <p:cNvGrpSpPr/>
          <p:nvPr/>
        </p:nvGrpSpPr>
        <p:grpSpPr>
          <a:xfrm>
            <a:off x="-2" y="15379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01</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研究背景</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Research background</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背景介绍</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社会现状与需求</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国内外研究进展</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重难点分析</a:t>
            </a:r>
            <a:endParaRPr lang="zh-CN" altLang="en-US"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396996" y="5393688"/>
            <a:ext cx="8316000" cy="1155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背景介绍</a:t>
            </a:r>
            <a:endParaRPr lang="zh-CN" altLang="en-US" sz="2800" b="1" dirty="0">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013199" y="1303019"/>
            <a:ext cx="6959600" cy="4757034"/>
          </a:xfrm>
          <a:prstGeom prst="rect">
            <a:avLst/>
          </a:prstGeom>
          <a:solidFill>
            <a:schemeClr val="bg1"/>
          </a:solidFill>
          <a:ln>
            <a:noFill/>
          </a:ln>
          <a:effectLst>
            <a:outerShdw blurRad="127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5607049" y="1626860"/>
            <a:ext cx="3771900" cy="642610"/>
          </a:xfrm>
          <a:prstGeom prst="roundRect">
            <a:avLst>
              <a:gd name="adj" fmla="val 2569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这里填写标题</a:t>
            </a:r>
            <a:endParaRPr lang="zh-CN" altLang="en-US" sz="24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4381499" y="2650331"/>
            <a:ext cx="6223000" cy="2585323"/>
          </a:xfrm>
          <a:prstGeom prst="rect">
            <a:avLst/>
          </a:prstGeom>
          <a:noFill/>
        </p:spPr>
        <p:txBody>
          <a:bodyPr wrap="square" rtlCol="0">
            <a:spAutoFit/>
          </a:bodyPr>
          <a:lstStyle/>
          <a:p>
            <a:r>
              <a:rPr lang="en-US" altLang="zh-CN" dirty="0"/>
              <a:t>        </a:t>
            </a:r>
            <a:r>
              <a:rPr lang="zh-CN" altLang="en-US" dirty="0"/>
              <a:t>这里填写正文内容这里填写正文内容这里填写正文内容这里填写正文内容这里填写正文内容这里填写正文内容这里填写正文内容</a:t>
            </a:r>
            <a:endParaRPr lang="zh-CN" altLang="en-US" dirty="0"/>
          </a:p>
          <a:p>
            <a:r>
              <a:rPr lang="zh-CN" altLang="en-US" dirty="0"/>
              <a:t>        这里填写正文内容这里填写正文内容这里填写正文内容这里填写正文内容这里填写正文内容这里填写正文内容</a:t>
            </a:r>
            <a:endParaRPr lang="zh-CN" altLang="en-US" dirty="0"/>
          </a:p>
          <a:p>
            <a:r>
              <a:rPr lang="zh-CN" altLang="en-US" dirty="0"/>
              <a:t>这里填写正文内容这里填写正文内容</a:t>
            </a:r>
            <a:endParaRPr lang="en-US" altLang="zh-CN" dirty="0"/>
          </a:p>
          <a:p>
            <a:r>
              <a:rPr lang="zh-CN" altLang="en-US" dirty="0"/>
              <a:t>        这里填写正文内容这里填写正文内容这里填写正文内容这里填写正文内容这里填写正文内容这里填写正文内容</a:t>
            </a:r>
            <a:endParaRPr lang="zh-CN" altLang="en-US" dirty="0"/>
          </a:p>
          <a:p>
            <a:r>
              <a:rPr lang="zh-CN" altLang="en-US" dirty="0"/>
              <a:t>这里填写正文内容这里填写正文内容</a:t>
            </a:r>
            <a:endParaRPr lang="zh-CN" altLang="en-US" dirty="0"/>
          </a:p>
        </p:txBody>
      </p:sp>
      <p:grpSp>
        <p:nvGrpSpPr>
          <p:cNvPr id="24" name="组合 23"/>
          <p:cNvGrpSpPr/>
          <p:nvPr/>
        </p:nvGrpSpPr>
        <p:grpSpPr>
          <a:xfrm>
            <a:off x="-2" y="1537960"/>
            <a:ext cx="2867026" cy="921872"/>
            <a:chOff x="-2" y="1537960"/>
            <a:chExt cx="2867026" cy="921872"/>
          </a:xfrm>
        </p:grpSpPr>
        <p:sp>
          <p:nvSpPr>
            <p:cNvPr id="25" name="矩形 24"/>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a:xfrm rot="5400000" flipH="1">
            <a:off x="7284931" y="3159233"/>
            <a:ext cx="940567" cy="1468942"/>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10000"/>
                  <a:lumMod val="50000"/>
                  <a:lumOff val="50000"/>
                </a:schemeClr>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mn-ea"/>
            </a:endParaRPr>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社会现状与需求</a:t>
            </a:r>
            <a:endParaRPr lang="zh-CN" altLang="en-US" sz="2800" b="1" dirty="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559111" y="1495884"/>
            <a:ext cx="3066472" cy="4379008"/>
            <a:chOff x="3860800" y="1773487"/>
            <a:chExt cx="3066472" cy="4379008"/>
          </a:xfrm>
        </p:grpSpPr>
        <p:sp>
          <p:nvSpPr>
            <p:cNvPr id="3" name="矩形 2"/>
            <p:cNvSpPr/>
            <p:nvPr/>
          </p:nvSpPr>
          <p:spPr>
            <a:xfrm>
              <a:off x="3860800" y="2105969"/>
              <a:ext cx="3066472" cy="40465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4354945" y="1773487"/>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社会现状</a:t>
              </a:r>
              <a:endParaRPr lang="zh-CN" altLang="en-US" b="1" dirty="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8726392" y="1495884"/>
            <a:ext cx="3066472" cy="4379008"/>
            <a:chOff x="8794486" y="1657350"/>
            <a:chExt cx="3066472" cy="4379008"/>
          </a:xfrm>
        </p:grpSpPr>
        <p:sp>
          <p:nvSpPr>
            <p:cNvPr id="17" name="矩形 16"/>
            <p:cNvSpPr/>
            <p:nvPr/>
          </p:nvSpPr>
          <p:spPr>
            <a:xfrm>
              <a:off x="8794486" y="1989832"/>
              <a:ext cx="3066472" cy="40465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9288631" y="1657350"/>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社会需求</a:t>
              </a:r>
              <a:endParaRPr lang="zh-CN" altLang="en-US" b="1" dirty="0">
                <a:latin typeface="微软雅黑" panose="020B0503020204020204" pitchFamily="34" charset="-122"/>
                <a:ea typeface="微软雅黑" panose="020B0503020204020204" pitchFamily="34" charset="-122"/>
              </a:endParaRPr>
            </a:p>
          </p:txBody>
        </p:sp>
      </p:grpSp>
      <p:sp>
        <p:nvSpPr>
          <p:cNvPr id="21" name="文本框 20"/>
          <p:cNvSpPr txBox="1"/>
          <p:nvPr/>
        </p:nvSpPr>
        <p:spPr>
          <a:xfrm>
            <a:off x="3628417" y="2459832"/>
            <a:ext cx="2889115"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8815070" y="2459832"/>
            <a:ext cx="2889115"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grpSp>
        <p:nvGrpSpPr>
          <p:cNvPr id="26" name="组合 25"/>
          <p:cNvGrpSpPr/>
          <p:nvPr/>
        </p:nvGrpSpPr>
        <p:grpSpPr>
          <a:xfrm>
            <a:off x="-2" y="1537960"/>
            <a:ext cx="2867026" cy="921872"/>
            <a:chOff x="-2" y="1537960"/>
            <a:chExt cx="2867026" cy="921872"/>
          </a:xfrm>
        </p:grpSpPr>
        <p:sp>
          <p:nvSpPr>
            <p:cNvPr id="27" name="矩形 26"/>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直角三角形 27"/>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国内外研究进展</a:t>
            </a:r>
            <a:endParaRPr lang="zh-CN" altLang="en-US" sz="2800" b="1" dirty="0">
              <a:latin typeface="微软雅黑" panose="020B0503020204020204" pitchFamily="34" charset="-122"/>
              <a:ea typeface="微软雅黑" panose="020B0503020204020204" pitchFamily="34" charset="-122"/>
            </a:endParaRPr>
          </a:p>
        </p:txBody>
      </p:sp>
      <p:sp>
        <p:nvSpPr>
          <p:cNvPr id="25" name="矩形 24"/>
          <p:cNvSpPr/>
          <p:nvPr/>
        </p:nvSpPr>
        <p:spPr>
          <a:xfrm>
            <a:off x="4076700" y="3596412"/>
            <a:ext cx="7289800" cy="130910"/>
          </a:xfrm>
          <a:prstGeom prst="rect">
            <a:avLst/>
          </a:prstGeom>
          <a:gradFill flip="none" rotWithShape="1">
            <a:gsLst>
              <a:gs pos="0">
                <a:schemeClr val="accent1">
                  <a:lumMod val="50000"/>
                  <a:lumOff val="50000"/>
                  <a:alpha val="5000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11188190" y="3492053"/>
            <a:ext cx="393969" cy="33962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4857821"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4943498"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867024" y="3785484"/>
            <a:ext cx="1325104"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重要节点</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4232861" y="3858755"/>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34" name="对话气泡: 矩形 33"/>
          <p:cNvSpPr/>
          <p:nvPr/>
        </p:nvSpPr>
        <p:spPr>
          <a:xfrm>
            <a:off x="3660856" y="1157979"/>
            <a:ext cx="2901834" cy="1914537"/>
          </a:xfrm>
          <a:prstGeom prst="wedgeRectCallout">
            <a:avLst>
              <a:gd name="adj1" fmla="val -5008"/>
              <a:gd name="adj2" fmla="val 6803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3889137" y="1212186"/>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9" name="矩形 38"/>
          <p:cNvSpPr/>
          <p:nvPr/>
        </p:nvSpPr>
        <p:spPr>
          <a:xfrm>
            <a:off x="3859212" y="1281291"/>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772484" y="1505097"/>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889137" y="2088714"/>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8" name="矩形 47"/>
          <p:cNvSpPr/>
          <p:nvPr/>
        </p:nvSpPr>
        <p:spPr>
          <a:xfrm>
            <a:off x="3859212" y="2157819"/>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772484" y="2381625"/>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51" name="椭圆 50"/>
          <p:cNvSpPr/>
          <p:nvPr/>
        </p:nvSpPr>
        <p:spPr>
          <a:xfrm>
            <a:off x="6562690" y="3473496"/>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6648367" y="3559173"/>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937730" y="3849284"/>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56" name="对话气泡: 矩形 55"/>
          <p:cNvSpPr/>
          <p:nvPr/>
        </p:nvSpPr>
        <p:spPr>
          <a:xfrm>
            <a:off x="5082758" y="4565531"/>
            <a:ext cx="2901834" cy="1914537"/>
          </a:xfrm>
          <a:prstGeom prst="wedgeRectCallout">
            <a:avLst>
              <a:gd name="adj1" fmla="val 8450"/>
              <a:gd name="adj2" fmla="val -7127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311039" y="4619738"/>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8" name="矩形 57"/>
          <p:cNvSpPr/>
          <p:nvPr/>
        </p:nvSpPr>
        <p:spPr>
          <a:xfrm>
            <a:off x="5281114" y="4688843"/>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5194386" y="4912649"/>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5311039" y="5496266"/>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5281114" y="5565371"/>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5194386" y="5789177"/>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64" name="椭圆 63"/>
          <p:cNvSpPr/>
          <p:nvPr/>
        </p:nvSpPr>
        <p:spPr>
          <a:xfrm>
            <a:off x="8391645"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8477322"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7766685" y="3867991"/>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68" name="椭圆 67"/>
          <p:cNvSpPr/>
          <p:nvPr/>
        </p:nvSpPr>
        <p:spPr>
          <a:xfrm>
            <a:off x="10310263" y="3464959"/>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10395940" y="3550636"/>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9685303" y="3849283"/>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72" name="对话气泡: 矩形 71"/>
          <p:cNvSpPr/>
          <p:nvPr/>
        </p:nvSpPr>
        <p:spPr>
          <a:xfrm>
            <a:off x="8089981" y="1168137"/>
            <a:ext cx="2901834" cy="1914537"/>
          </a:xfrm>
          <a:prstGeom prst="wedgeRectCallout">
            <a:avLst>
              <a:gd name="adj1" fmla="val -32908"/>
              <a:gd name="adj2" fmla="val 640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8318262" y="1222344"/>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4" name="矩形 73"/>
          <p:cNvSpPr/>
          <p:nvPr/>
        </p:nvSpPr>
        <p:spPr>
          <a:xfrm>
            <a:off x="8288337" y="1291449"/>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8201609" y="1515255"/>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8318262" y="2098872"/>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7" name="矩形 76"/>
          <p:cNvSpPr/>
          <p:nvPr/>
        </p:nvSpPr>
        <p:spPr>
          <a:xfrm>
            <a:off x="8288337" y="2167977"/>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8201609" y="2391783"/>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80" name="对话气泡: 矩形 79"/>
          <p:cNvSpPr/>
          <p:nvPr/>
        </p:nvSpPr>
        <p:spPr>
          <a:xfrm>
            <a:off x="8945023" y="4556115"/>
            <a:ext cx="2901834" cy="1914537"/>
          </a:xfrm>
          <a:prstGeom prst="wedgeRectCallout">
            <a:avLst>
              <a:gd name="adj1" fmla="val 4511"/>
              <a:gd name="adj2" fmla="val -7127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p:cNvSpPr txBox="1"/>
          <p:nvPr/>
        </p:nvSpPr>
        <p:spPr>
          <a:xfrm>
            <a:off x="9173304" y="4610322"/>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2" name="矩形 81"/>
          <p:cNvSpPr/>
          <p:nvPr/>
        </p:nvSpPr>
        <p:spPr>
          <a:xfrm>
            <a:off x="9143379" y="4679427"/>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p:cNvSpPr txBox="1"/>
          <p:nvPr/>
        </p:nvSpPr>
        <p:spPr>
          <a:xfrm>
            <a:off x="9056651" y="4903233"/>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73304" y="5486850"/>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5" name="矩形 84"/>
          <p:cNvSpPr/>
          <p:nvPr/>
        </p:nvSpPr>
        <p:spPr>
          <a:xfrm>
            <a:off x="9143379" y="5555955"/>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9056651" y="5779761"/>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9" name="图形 32" descr="事件"/>
          <p:cNvGrpSpPr/>
          <p:nvPr/>
        </p:nvGrpSpPr>
        <p:grpSpPr>
          <a:xfrm>
            <a:off x="3293485" y="3315331"/>
            <a:ext cx="472181" cy="468123"/>
            <a:chOff x="3293485" y="3315331"/>
            <a:chExt cx="472181" cy="468123"/>
          </a:xfrm>
          <a:solidFill>
            <a:schemeClr val="accent1"/>
          </a:solidFill>
        </p:grpSpPr>
        <p:sp>
          <p:nvSpPr>
            <p:cNvPr id="10" name="任意多边形: 形状 9"/>
            <p:cNvSpPr/>
            <p:nvPr/>
          </p:nvSpPr>
          <p:spPr>
            <a:xfrm>
              <a:off x="3293485" y="3315331"/>
              <a:ext cx="472181" cy="468123"/>
            </a:xfrm>
            <a:custGeom>
              <a:avLst/>
              <a:gdLst>
                <a:gd name="connsiteX0" fmla="*/ 236091 w 472181"/>
                <a:gd name="connsiteY0" fmla="*/ 0 h 468123"/>
                <a:gd name="connsiteX1" fmla="*/ 0 w 472181"/>
                <a:gd name="connsiteY1" fmla="*/ 234062 h 468123"/>
                <a:gd name="connsiteX2" fmla="*/ 236091 w 472181"/>
                <a:gd name="connsiteY2" fmla="*/ 468123 h 468123"/>
                <a:gd name="connsiteX3" fmla="*/ 472181 w 472181"/>
                <a:gd name="connsiteY3" fmla="*/ 234062 h 468123"/>
                <a:gd name="connsiteX4" fmla="*/ 236091 w 472181"/>
                <a:gd name="connsiteY4" fmla="*/ 0 h 468123"/>
                <a:gd name="connsiteX5" fmla="*/ 236091 w 472181"/>
                <a:gd name="connsiteY5" fmla="*/ 410115 h 468123"/>
                <a:gd name="connsiteX6" fmla="*/ 59023 w 472181"/>
                <a:gd name="connsiteY6" fmla="*/ 234062 h 468123"/>
                <a:gd name="connsiteX7" fmla="*/ 236091 w 472181"/>
                <a:gd name="connsiteY7" fmla="*/ 59023 h 468123"/>
                <a:gd name="connsiteX8" fmla="*/ 413158 w 472181"/>
                <a:gd name="connsiteY8" fmla="*/ 234062 h 468123"/>
                <a:gd name="connsiteX9" fmla="*/ 236091 w 472181"/>
                <a:gd name="connsiteY9" fmla="*/ 410115 h 46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181" h="468123">
                  <a:moveTo>
                    <a:pt x="236091" y="0"/>
                  </a:moveTo>
                  <a:cubicBezTo>
                    <a:pt x="105835" y="0"/>
                    <a:pt x="0" y="105835"/>
                    <a:pt x="0" y="234062"/>
                  </a:cubicBezTo>
                  <a:cubicBezTo>
                    <a:pt x="0" y="362288"/>
                    <a:pt x="105835" y="468123"/>
                    <a:pt x="236091" y="468123"/>
                  </a:cubicBezTo>
                  <a:cubicBezTo>
                    <a:pt x="366346" y="468123"/>
                    <a:pt x="472181" y="364317"/>
                    <a:pt x="472181" y="234062"/>
                  </a:cubicBezTo>
                  <a:cubicBezTo>
                    <a:pt x="472181" y="103806"/>
                    <a:pt x="366346" y="0"/>
                    <a:pt x="236091" y="0"/>
                  </a:cubicBezTo>
                  <a:moveTo>
                    <a:pt x="236091" y="410115"/>
                  </a:moveTo>
                  <a:cubicBezTo>
                    <a:pt x="138390" y="410115"/>
                    <a:pt x="59023" y="331763"/>
                    <a:pt x="59023" y="234062"/>
                  </a:cubicBezTo>
                  <a:cubicBezTo>
                    <a:pt x="59023" y="136361"/>
                    <a:pt x="138390" y="59023"/>
                    <a:pt x="236091" y="59023"/>
                  </a:cubicBezTo>
                  <a:cubicBezTo>
                    <a:pt x="333791" y="59023"/>
                    <a:pt x="413158" y="138390"/>
                    <a:pt x="413158" y="234062"/>
                  </a:cubicBezTo>
                  <a:cubicBezTo>
                    <a:pt x="413158" y="329734"/>
                    <a:pt x="333773" y="410115"/>
                    <a:pt x="236091" y="410115"/>
                  </a:cubicBezTo>
                </a:path>
              </a:pathLst>
            </a:custGeom>
            <a:solidFill>
              <a:schemeClr val="accent1"/>
            </a:solidFill>
            <a:ln w="0" cap="flat">
              <a:noFill/>
              <a:prstDash val="solid"/>
              <a:miter/>
            </a:ln>
          </p:spPr>
          <p:txBody>
            <a:bodyPr rtlCol="0" anchor="ctr"/>
            <a:lstStyle/>
            <a:p>
              <a:endParaRPr lang="zh-CN" altLang="en-US"/>
            </a:p>
          </p:txBody>
        </p:sp>
        <p:sp>
          <p:nvSpPr>
            <p:cNvPr id="11" name="任意多边形: 形状 10"/>
            <p:cNvSpPr/>
            <p:nvPr/>
          </p:nvSpPr>
          <p:spPr>
            <a:xfrm>
              <a:off x="3505154" y="3421166"/>
              <a:ext cx="141105" cy="219803"/>
            </a:xfrm>
            <a:custGeom>
              <a:avLst/>
              <a:gdLst>
                <a:gd name="connsiteX0" fmla="*/ 136361 w 141105"/>
                <a:gd name="connsiteY0" fmla="*/ 181144 h 219803"/>
                <a:gd name="connsiteX1" fmla="*/ 43751 w 141105"/>
                <a:gd name="connsiteY1" fmla="*/ 118045 h 219803"/>
                <a:gd name="connsiteX2" fmla="*/ 43751 w 141105"/>
                <a:gd name="connsiteY2" fmla="*/ 10181 h 219803"/>
                <a:gd name="connsiteX3" fmla="*/ 42736 w 141105"/>
                <a:gd name="connsiteY3" fmla="*/ 4076 h 219803"/>
                <a:gd name="connsiteX4" fmla="*/ 34584 w 141105"/>
                <a:gd name="connsiteY4" fmla="*/ 0 h 219803"/>
                <a:gd name="connsiteX5" fmla="*/ 10163 w 141105"/>
                <a:gd name="connsiteY5" fmla="*/ 0 h 219803"/>
                <a:gd name="connsiteX6" fmla="*/ 2029 w 141105"/>
                <a:gd name="connsiteY6" fmla="*/ 4076 h 219803"/>
                <a:gd name="connsiteX7" fmla="*/ 0 w 141105"/>
                <a:gd name="connsiteY7" fmla="*/ 10181 h 219803"/>
                <a:gd name="connsiteX8" fmla="*/ 0 w 141105"/>
                <a:gd name="connsiteY8" fmla="*/ 137394 h 219803"/>
                <a:gd name="connsiteX9" fmla="*/ 2029 w 141105"/>
                <a:gd name="connsiteY9" fmla="*/ 143499 h 219803"/>
                <a:gd name="connsiteX10" fmla="*/ 5072 w 141105"/>
                <a:gd name="connsiteY10" fmla="*/ 145528 h 219803"/>
                <a:gd name="connsiteX11" fmla="*/ 111922 w 141105"/>
                <a:gd name="connsiteY11" fmla="*/ 218790 h 219803"/>
                <a:gd name="connsiteX12" fmla="*/ 119041 w 141105"/>
                <a:gd name="connsiteY12" fmla="*/ 219804 h 219803"/>
                <a:gd name="connsiteX13" fmla="*/ 120056 w 141105"/>
                <a:gd name="connsiteY13" fmla="*/ 219804 h 219803"/>
                <a:gd name="connsiteX14" fmla="*/ 127175 w 141105"/>
                <a:gd name="connsiteY14" fmla="*/ 215728 h 219803"/>
                <a:gd name="connsiteX15" fmla="*/ 139386 w 141105"/>
                <a:gd name="connsiteY15" fmla="*/ 194350 h 219803"/>
                <a:gd name="connsiteX16" fmla="*/ 136342 w 141105"/>
                <a:gd name="connsiteY16" fmla="*/ 181126 h 219803"/>
                <a:gd name="connsiteX17" fmla="*/ 136361 w 141105"/>
                <a:gd name="connsiteY17" fmla="*/ 181144 h 21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05" h="219803">
                  <a:moveTo>
                    <a:pt x="136361" y="181144"/>
                  </a:moveTo>
                  <a:lnTo>
                    <a:pt x="43751" y="118045"/>
                  </a:lnTo>
                  <a:lnTo>
                    <a:pt x="43751" y="10181"/>
                  </a:lnTo>
                  <a:cubicBezTo>
                    <a:pt x="43751" y="7120"/>
                    <a:pt x="43751" y="5091"/>
                    <a:pt x="42736" y="4076"/>
                  </a:cubicBezTo>
                  <a:cubicBezTo>
                    <a:pt x="40707" y="2047"/>
                    <a:pt x="37645" y="0"/>
                    <a:pt x="34584" y="0"/>
                  </a:cubicBezTo>
                  <a:lnTo>
                    <a:pt x="10163" y="0"/>
                  </a:lnTo>
                  <a:cubicBezTo>
                    <a:pt x="7120" y="0"/>
                    <a:pt x="5072" y="2029"/>
                    <a:pt x="2029" y="4076"/>
                  </a:cubicBezTo>
                  <a:cubicBezTo>
                    <a:pt x="0" y="5091"/>
                    <a:pt x="0" y="7138"/>
                    <a:pt x="0" y="10181"/>
                  </a:cubicBezTo>
                  <a:lnTo>
                    <a:pt x="0" y="137394"/>
                  </a:lnTo>
                  <a:cubicBezTo>
                    <a:pt x="0" y="140437"/>
                    <a:pt x="0" y="142484"/>
                    <a:pt x="2029" y="143499"/>
                  </a:cubicBezTo>
                  <a:cubicBezTo>
                    <a:pt x="3381" y="144851"/>
                    <a:pt x="4395" y="145528"/>
                    <a:pt x="5072" y="145528"/>
                  </a:cubicBezTo>
                  <a:lnTo>
                    <a:pt x="111922" y="218790"/>
                  </a:lnTo>
                  <a:cubicBezTo>
                    <a:pt x="113951" y="219804"/>
                    <a:pt x="117012" y="219804"/>
                    <a:pt x="119041" y="219804"/>
                  </a:cubicBezTo>
                  <a:lnTo>
                    <a:pt x="120056" y="219804"/>
                  </a:lnTo>
                  <a:cubicBezTo>
                    <a:pt x="123099" y="218790"/>
                    <a:pt x="125146" y="216742"/>
                    <a:pt x="127175" y="215728"/>
                  </a:cubicBezTo>
                  <a:lnTo>
                    <a:pt x="139386" y="194350"/>
                  </a:lnTo>
                  <a:cubicBezTo>
                    <a:pt x="142447" y="189260"/>
                    <a:pt x="141415" y="183155"/>
                    <a:pt x="136342" y="181126"/>
                  </a:cubicBezTo>
                  <a:lnTo>
                    <a:pt x="136361" y="181144"/>
                  </a:lnTo>
                  <a:close/>
                </a:path>
              </a:pathLst>
            </a:custGeom>
            <a:solidFill>
              <a:schemeClr val="accent1"/>
            </a:solidFill>
            <a:ln w="0" cap="flat">
              <a:noFill/>
              <a:prstDash val="solid"/>
              <a:miter/>
            </a:ln>
          </p:spPr>
          <p:txBody>
            <a:bodyPr rtlCol="0" anchor="ctr"/>
            <a:lstStyle/>
            <a:p>
              <a:endParaRPr lang="zh-CN"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重难点分析</a:t>
            </a:r>
            <a:endParaRPr lang="zh-CN" altLang="en-US" sz="2800" b="1" dirty="0">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335" y="1417005"/>
            <a:ext cx="1925781" cy="1925781"/>
            <a:chOff x="3930073" y="1616006"/>
            <a:chExt cx="1925781" cy="1925781"/>
          </a:xfrm>
        </p:grpSpPr>
        <p:grpSp>
          <p:nvGrpSpPr>
            <p:cNvPr id="16" name="组合 15"/>
            <p:cNvGrpSpPr/>
            <p:nvPr/>
          </p:nvGrpSpPr>
          <p:grpSpPr>
            <a:xfrm>
              <a:off x="3930073" y="1616006"/>
              <a:ext cx="1925781" cy="1925781"/>
              <a:chOff x="3930073" y="1616006"/>
              <a:chExt cx="1925781" cy="1925781"/>
            </a:xfrm>
          </p:grpSpPr>
          <p:sp>
            <p:nvSpPr>
              <p:cNvPr id="14" name="椭圆 13"/>
              <p:cNvSpPr/>
              <p:nvPr/>
            </p:nvSpPr>
            <p:spPr>
              <a:xfrm>
                <a:off x="3930073" y="1616006"/>
                <a:ext cx="1925781" cy="19257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4135582" y="1821515"/>
                <a:ext cx="1514763" cy="15147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7" name="文本框 16"/>
            <p:cNvSpPr txBox="1"/>
            <p:nvPr/>
          </p:nvSpPr>
          <p:spPr>
            <a:xfrm>
              <a:off x="4261427" y="2255730"/>
              <a:ext cx="1263072" cy="646331"/>
            </a:xfrm>
            <a:prstGeom prst="rect">
              <a:avLst/>
            </a:prstGeom>
            <a:noFill/>
          </p:spPr>
          <p:txBody>
            <a:bodyPr wrap="square" rtlCol="0">
              <a:spAutoFit/>
            </a:bodyPr>
            <a:lstStyle/>
            <a:p>
              <a:pPr algn="ctr"/>
              <a:r>
                <a:rPr lang="zh-CN" altLang="en-US" sz="3600" dirty="0">
                  <a:solidFill>
                    <a:schemeClr val="bg1"/>
                  </a:solidFill>
                  <a:latin typeface="微软雅黑" panose="020B0503020204020204" pitchFamily="34" charset="-122"/>
                  <a:ea typeface="微软雅黑" panose="020B0503020204020204" pitchFamily="34" charset="-122"/>
                </a:rPr>
                <a:t>重点</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9030574" y="4460449"/>
            <a:ext cx="1925781" cy="1925781"/>
            <a:chOff x="9715211" y="4520842"/>
            <a:chExt cx="1925781" cy="1925781"/>
          </a:xfrm>
        </p:grpSpPr>
        <p:grpSp>
          <p:nvGrpSpPr>
            <p:cNvPr id="18" name="组合 17"/>
            <p:cNvGrpSpPr/>
            <p:nvPr/>
          </p:nvGrpSpPr>
          <p:grpSpPr>
            <a:xfrm>
              <a:off x="9715211" y="4520842"/>
              <a:ext cx="1925781" cy="1925781"/>
              <a:chOff x="3930073" y="1616006"/>
              <a:chExt cx="1925781" cy="1925781"/>
            </a:xfrm>
          </p:grpSpPr>
          <p:sp>
            <p:nvSpPr>
              <p:cNvPr id="19" name="椭圆 18"/>
              <p:cNvSpPr/>
              <p:nvPr/>
            </p:nvSpPr>
            <p:spPr>
              <a:xfrm>
                <a:off x="3930073" y="1616006"/>
                <a:ext cx="1925781" cy="19257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135582" y="1821515"/>
                <a:ext cx="1514763" cy="15147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 name="文本框 20"/>
            <p:cNvSpPr txBox="1"/>
            <p:nvPr/>
          </p:nvSpPr>
          <p:spPr>
            <a:xfrm>
              <a:off x="10046565" y="5160566"/>
              <a:ext cx="1263072" cy="646331"/>
            </a:xfrm>
            <a:prstGeom prst="rect">
              <a:avLst/>
            </a:prstGeom>
            <a:noFill/>
          </p:spPr>
          <p:txBody>
            <a:bodyPr wrap="square" rtlCol="0">
              <a:spAutoFit/>
            </a:bodyPr>
            <a:lstStyle/>
            <a:p>
              <a:pPr algn="ctr"/>
              <a:r>
                <a:rPr lang="zh-CN" altLang="en-US" sz="3600" dirty="0">
                  <a:solidFill>
                    <a:schemeClr val="bg1"/>
                  </a:solidFill>
                  <a:latin typeface="微软雅黑" panose="020B0503020204020204" pitchFamily="34" charset="-122"/>
                  <a:ea typeface="微软雅黑" panose="020B0503020204020204" pitchFamily="34" charset="-122"/>
                </a:rPr>
                <a:t>难点</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sp>
        <p:nvSpPr>
          <p:cNvPr id="34" name="矩形: 圆角 33"/>
          <p:cNvSpPr/>
          <p:nvPr/>
        </p:nvSpPr>
        <p:spPr>
          <a:xfrm>
            <a:off x="8104103" y="1277881"/>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6085607" y="1589142"/>
            <a:ext cx="1805704" cy="322183"/>
            <a:chOff x="6106395" y="1657350"/>
            <a:chExt cx="1805704" cy="322183"/>
          </a:xfrm>
        </p:grpSpPr>
        <p:cxnSp>
          <p:nvCxnSpPr>
            <p:cNvPr id="38" name="直接连接符 37"/>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5" name="矩形: 圆角 44"/>
          <p:cNvSpPr/>
          <p:nvPr/>
        </p:nvSpPr>
        <p:spPr>
          <a:xfrm>
            <a:off x="8495581" y="2023357"/>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2</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46" name="矩形: 圆角 45"/>
          <p:cNvSpPr/>
          <p:nvPr/>
        </p:nvSpPr>
        <p:spPr>
          <a:xfrm>
            <a:off x="8104103" y="2808196"/>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3</a:t>
            </a:r>
            <a:endParaRPr lang="zh-CN" altLang="en-US" sz="1800" dirty="0">
              <a:solidFill>
                <a:schemeClr val="tx1"/>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flipV="1">
            <a:off x="6139582" y="2703060"/>
            <a:ext cx="1805704" cy="322183"/>
            <a:chOff x="6106395" y="1657350"/>
            <a:chExt cx="1805704" cy="322183"/>
          </a:xfrm>
        </p:grpSpPr>
        <p:cxnSp>
          <p:nvCxnSpPr>
            <p:cNvPr id="50" name="直接连接符 49"/>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3" name="直接连接符 52"/>
          <p:cNvCxnSpPr/>
          <p:nvPr/>
        </p:nvCxnSpPr>
        <p:spPr>
          <a:xfrm>
            <a:off x="6183858" y="2270295"/>
            <a:ext cx="2084653"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sp>
        <p:nvSpPr>
          <p:cNvPr id="55" name="矩形: 圆角 54"/>
          <p:cNvSpPr/>
          <p:nvPr/>
        </p:nvSpPr>
        <p:spPr>
          <a:xfrm>
            <a:off x="3865564" y="4279406"/>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6" name="矩形: 圆角 55"/>
          <p:cNvSpPr/>
          <p:nvPr/>
        </p:nvSpPr>
        <p:spPr>
          <a:xfrm>
            <a:off x="3434054" y="5069603"/>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2</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57" name="矩形: 圆角 56"/>
          <p:cNvSpPr/>
          <p:nvPr/>
        </p:nvSpPr>
        <p:spPr>
          <a:xfrm>
            <a:off x="3865564" y="5838915"/>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3</a:t>
            </a:r>
            <a:endParaRPr lang="zh-CN" altLang="en-US" sz="1800" dirty="0">
              <a:solidFill>
                <a:schemeClr val="tx1"/>
              </a:solidFill>
              <a:latin typeface="微软雅黑" panose="020B0503020204020204" pitchFamily="34" charset="-122"/>
              <a:ea typeface="微软雅黑" panose="020B0503020204020204" pitchFamily="34" charset="-122"/>
            </a:endParaRPr>
          </a:p>
        </p:txBody>
      </p:sp>
      <p:grpSp>
        <p:nvGrpSpPr>
          <p:cNvPr id="58" name="组合 57"/>
          <p:cNvGrpSpPr/>
          <p:nvPr/>
        </p:nvGrpSpPr>
        <p:grpSpPr>
          <a:xfrm flipH="1">
            <a:off x="7488340" y="4504866"/>
            <a:ext cx="1805704" cy="322183"/>
            <a:chOff x="6106395" y="1657350"/>
            <a:chExt cx="1805704" cy="322183"/>
          </a:xfrm>
        </p:grpSpPr>
        <p:cxnSp>
          <p:nvCxnSpPr>
            <p:cNvPr id="59" name="直接连接符 58"/>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flipH="1" flipV="1">
            <a:off x="7430379" y="5812166"/>
            <a:ext cx="1805704" cy="322183"/>
            <a:chOff x="6106395" y="1657350"/>
            <a:chExt cx="1805704" cy="322183"/>
          </a:xfrm>
        </p:grpSpPr>
        <p:cxnSp>
          <p:nvCxnSpPr>
            <p:cNvPr id="62" name="直接连接符 61"/>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4" name="直接连接符 63"/>
          <p:cNvCxnSpPr/>
          <p:nvPr/>
        </p:nvCxnSpPr>
        <p:spPr>
          <a:xfrm flipH="1">
            <a:off x="6978854" y="5317446"/>
            <a:ext cx="2084653"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grpSp>
        <p:nvGrpSpPr>
          <p:cNvPr id="65" name="组合 64"/>
          <p:cNvGrpSpPr/>
          <p:nvPr/>
        </p:nvGrpSpPr>
        <p:grpSpPr>
          <a:xfrm>
            <a:off x="-2" y="1537960"/>
            <a:ext cx="2867026" cy="921872"/>
            <a:chOff x="-2" y="1537960"/>
            <a:chExt cx="2867026" cy="921872"/>
          </a:xfrm>
        </p:grpSpPr>
        <p:sp>
          <p:nvSpPr>
            <p:cNvPr id="66" name="矩形 65"/>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直角三角形 66"/>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02</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目的与意义</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Purpose and significance</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399870"/>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研究目的</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研究意义</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实际应用</a:t>
            </a: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25204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32824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研究目的</a:t>
            </a:r>
            <a:endParaRPr lang="zh-CN" altLang="en-US" sz="2800" b="1" dirty="0">
              <a:latin typeface="微软雅黑" panose="020B0503020204020204" pitchFamily="34" charset="-122"/>
              <a:ea typeface="微软雅黑" panose="020B0503020204020204" pitchFamily="34" charset="-122"/>
            </a:endParaRPr>
          </a:p>
        </p:txBody>
      </p:sp>
      <p:pic>
        <p:nvPicPr>
          <p:cNvPr id="18" name="https://photo-static-api.fotomore.com/creative/vcg/veer/400/new/VCG41N696183822.jpg?uid=386&amp;timestamp=1744686684&amp;sign=d74936f07c2e3feeeb9c7fddb91d4b99" descr="商务人士在办公室开会"/>
          <p:cNvPicPr>
            <a:picLocks noChangeAspect="1"/>
          </p:cNvPicPr>
          <p:nvPr/>
        </p:nvPicPr>
        <p:blipFill>
          <a:blip r:embed="rId1" cstate="email"/>
          <a:stretch>
            <a:fillRect/>
          </a:stretch>
        </p:blipFill>
        <p:spPr>
          <a:xfrm>
            <a:off x="3396996" y="1498686"/>
            <a:ext cx="2378364" cy="1783774"/>
          </a:xfrm>
          <a:prstGeom prst="rect">
            <a:avLst/>
          </a:prstGeom>
          <a:effectLst>
            <a:outerShdw blurRad="63500" sx="102000" sy="102000" algn="ctr" rotWithShape="0">
              <a:prstClr val="black">
                <a:alpha val="40000"/>
              </a:prstClr>
            </a:outerShdw>
          </a:effectLst>
        </p:spPr>
      </p:pic>
      <p:sp>
        <p:nvSpPr>
          <p:cNvPr id="23" name="矩形 22"/>
          <p:cNvSpPr/>
          <p:nvPr/>
        </p:nvSpPr>
        <p:spPr>
          <a:xfrm>
            <a:off x="3396994" y="2650331"/>
            <a:ext cx="2378364"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pic>
        <p:nvPicPr>
          <p:cNvPr id="21" name="https://photo-static-api.fotomore.com/creative/vcg/veer/400/new/VCG41N696183822.jpg?uid=386&amp;timestamp=1744686684&amp;sign=d74936f07c2e3feeeb9c7fddb91d4b99"/>
          <p:cNvPicPr>
            <a:picLocks noChangeAspect="1"/>
          </p:cNvPicPr>
          <p:nvPr/>
        </p:nvPicPr>
        <p:blipFill>
          <a:blip r:embed="rId2" cstate="email"/>
          <a:srcRect/>
          <a:stretch>
            <a:fillRect/>
          </a:stretch>
        </p:blipFill>
        <p:spPr>
          <a:xfrm>
            <a:off x="6365814" y="2734819"/>
            <a:ext cx="2378364" cy="1587907"/>
          </a:xfrm>
          <a:prstGeom prst="rect">
            <a:avLst/>
          </a:prstGeom>
          <a:effectLst>
            <a:outerShdw blurRad="63500" sx="102000" sy="102000" algn="ctr" rotWithShape="0">
              <a:prstClr val="black">
                <a:alpha val="40000"/>
              </a:prstClr>
            </a:outerShdw>
          </a:effectLst>
        </p:spPr>
      </p:pic>
      <p:sp>
        <p:nvSpPr>
          <p:cNvPr id="24" name="矩形 23"/>
          <p:cNvSpPr/>
          <p:nvPr/>
        </p:nvSpPr>
        <p:spPr>
          <a:xfrm>
            <a:off x="6365668" y="3694950"/>
            <a:ext cx="2373747"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pic>
        <p:nvPicPr>
          <p:cNvPr id="22" name="https://photo-static-api.fotomore.com/creative/vcg/veer/400/new/VCG41N696183822.jpg?uid=386&amp;timestamp=1744686684&amp;sign=d74936f07c2e3feeeb9c7fddb91d4b99" descr="商务人士在办公室开会"/>
          <p:cNvPicPr>
            <a:picLocks noChangeAspect="1"/>
          </p:cNvPicPr>
          <p:nvPr/>
        </p:nvPicPr>
        <p:blipFill>
          <a:blip r:embed="rId1" cstate="email"/>
          <a:stretch>
            <a:fillRect/>
          </a:stretch>
        </p:blipFill>
        <p:spPr>
          <a:xfrm>
            <a:off x="9388638" y="1392388"/>
            <a:ext cx="2378364" cy="1783774"/>
          </a:xfrm>
          <a:prstGeom prst="rect">
            <a:avLst/>
          </a:prstGeom>
          <a:effectLst>
            <a:outerShdw blurRad="63500" sx="102000" sy="102000" algn="ctr" rotWithShape="0">
              <a:prstClr val="black">
                <a:alpha val="40000"/>
              </a:prstClr>
            </a:outerShdw>
          </a:effectLst>
        </p:spPr>
      </p:pic>
      <p:sp>
        <p:nvSpPr>
          <p:cNvPr id="25" name="矩形 24"/>
          <p:cNvSpPr/>
          <p:nvPr/>
        </p:nvSpPr>
        <p:spPr>
          <a:xfrm>
            <a:off x="9385971" y="2544033"/>
            <a:ext cx="2373747"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26" name="矩形 25"/>
          <p:cNvSpPr/>
          <p:nvPr/>
        </p:nvSpPr>
        <p:spPr>
          <a:xfrm>
            <a:off x="320921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205487" y="4523773"/>
            <a:ext cx="2752115" cy="169615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296469" y="1581168"/>
            <a:ext cx="1231261" cy="954107"/>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三大</a:t>
            </a:r>
            <a:endParaRPr lang="en-US" altLang="zh-CN" sz="2800" b="1" dirty="0">
              <a:solidFill>
                <a:schemeClr val="accent1"/>
              </a:solidFill>
              <a:latin typeface="微软雅黑" panose="020B0503020204020204" pitchFamily="34" charset="-122"/>
              <a:ea typeface="微软雅黑" panose="020B0503020204020204" pitchFamily="34" charset="-122"/>
            </a:endParaRPr>
          </a:p>
          <a:p>
            <a:pPr algn="ctr"/>
            <a:r>
              <a:rPr lang="zh-CN" altLang="en-US" sz="2800" b="1" dirty="0">
                <a:solidFill>
                  <a:schemeClr val="accent1"/>
                </a:solidFill>
                <a:latin typeface="微软雅黑" panose="020B0503020204020204" pitchFamily="34" charset="-122"/>
                <a:ea typeface="微软雅黑" panose="020B0503020204020204" pitchFamily="34" charset="-122"/>
              </a:rPr>
              <a:t>目的</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34" name="矩形 33"/>
          <p:cNvSpPr/>
          <p:nvPr/>
        </p:nvSpPr>
        <p:spPr>
          <a:xfrm>
            <a:off x="920176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3209212" y="3575541"/>
            <a:ext cx="2752115" cy="1194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6205487" y="4521795"/>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9201761" y="3579894"/>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3271512" y="3870774"/>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6303514" y="4822500"/>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9299789" y="3869814"/>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grpSp>
        <p:nvGrpSpPr>
          <p:cNvPr id="41" name="图形 31" descr="研究"/>
          <p:cNvGrpSpPr/>
          <p:nvPr/>
        </p:nvGrpSpPr>
        <p:grpSpPr>
          <a:xfrm>
            <a:off x="6750777" y="1670854"/>
            <a:ext cx="602093" cy="744969"/>
            <a:chOff x="6750777" y="1670854"/>
            <a:chExt cx="602093" cy="744969"/>
          </a:xfrm>
          <a:solidFill>
            <a:schemeClr val="accent1"/>
          </a:solidFill>
        </p:grpSpPr>
        <p:sp>
          <p:nvSpPr>
            <p:cNvPr id="42" name="任意多边形: 形状 41"/>
            <p:cNvSpPr/>
            <p:nvPr/>
          </p:nvSpPr>
          <p:spPr>
            <a:xfrm>
              <a:off x="6750777" y="1672874"/>
              <a:ext cx="600075" cy="742950"/>
            </a:xfrm>
            <a:custGeom>
              <a:avLst/>
              <a:gdLst>
                <a:gd name="connsiteX0" fmla="*/ 600075 w 600075"/>
                <a:gd name="connsiteY0" fmla="*/ 228600 h 742950"/>
                <a:gd name="connsiteX1" fmla="*/ 414338 w 600075"/>
                <a:gd name="connsiteY1" fmla="*/ 228600 h 742950"/>
                <a:gd name="connsiteX2" fmla="*/ 371475 w 600075"/>
                <a:gd name="connsiteY2" fmla="*/ 185738 h 742950"/>
                <a:gd name="connsiteX3" fmla="*/ 371475 w 600075"/>
                <a:gd name="connsiteY3" fmla="*/ 0 h 742950"/>
                <a:gd name="connsiteX4" fmla="*/ 42863 w 600075"/>
                <a:gd name="connsiteY4" fmla="*/ 0 h 742950"/>
                <a:gd name="connsiteX5" fmla="*/ 0 w 600075"/>
                <a:gd name="connsiteY5" fmla="*/ 42863 h 742950"/>
                <a:gd name="connsiteX6" fmla="*/ 0 w 600075"/>
                <a:gd name="connsiteY6" fmla="*/ 700088 h 742950"/>
                <a:gd name="connsiteX7" fmla="*/ 42863 w 600075"/>
                <a:gd name="connsiteY7" fmla="*/ 742950 h 742950"/>
                <a:gd name="connsiteX8" fmla="*/ 557213 w 600075"/>
                <a:gd name="connsiteY8" fmla="*/ 742950 h 742950"/>
                <a:gd name="connsiteX9" fmla="*/ 600075 w 600075"/>
                <a:gd name="connsiteY9" fmla="*/ 700088 h 742950"/>
                <a:gd name="connsiteX10" fmla="*/ 600075 w 600075"/>
                <a:gd name="connsiteY10" fmla="*/ 228600 h 742950"/>
                <a:gd name="connsiteX11" fmla="*/ 285750 w 600075"/>
                <a:gd name="connsiteY11" fmla="*/ 228600 h 742950"/>
                <a:gd name="connsiteX12" fmla="*/ 457200 w 600075"/>
                <a:gd name="connsiteY12" fmla="*/ 400050 h 742950"/>
                <a:gd name="connsiteX13" fmla="*/ 285750 w 600075"/>
                <a:gd name="connsiteY13" fmla="*/ 571500 h 742950"/>
                <a:gd name="connsiteX14" fmla="*/ 114300 w 600075"/>
                <a:gd name="connsiteY14" fmla="*/ 400050 h 742950"/>
                <a:gd name="connsiteX15" fmla="*/ 285750 w 600075"/>
                <a:gd name="connsiteY15" fmla="*/ 228600 h 742950"/>
                <a:gd name="connsiteX16" fmla="*/ 285750 w 600075"/>
                <a:gd name="connsiteY16" fmla="*/ 285750 h 742950"/>
                <a:gd name="connsiteX17" fmla="*/ 171450 w 600075"/>
                <a:gd name="connsiteY17" fmla="*/ 400050 h 742950"/>
                <a:gd name="connsiteX18" fmla="*/ 285750 w 600075"/>
                <a:gd name="connsiteY18" fmla="*/ 514350 h 742950"/>
                <a:gd name="connsiteX19" fmla="*/ 400050 w 600075"/>
                <a:gd name="connsiteY19" fmla="*/ 400050 h 742950"/>
                <a:gd name="connsiteX20" fmla="*/ 285750 w 600075"/>
                <a:gd name="connsiteY20" fmla="*/ 285750 h 742950"/>
                <a:gd name="connsiteX21" fmla="*/ 536288 w 600075"/>
                <a:gd name="connsiteY21" fmla="*/ 636301 h 742950"/>
                <a:gd name="connsiteX22" fmla="*/ 495876 w 600075"/>
                <a:gd name="connsiteY22" fmla="*/ 636301 h 742950"/>
                <a:gd name="connsiteX23" fmla="*/ 435262 w 600075"/>
                <a:gd name="connsiteY23" fmla="*/ 575686 h 742950"/>
                <a:gd name="connsiteX24" fmla="*/ 435262 w 600075"/>
                <a:gd name="connsiteY24" fmla="*/ 535274 h 742950"/>
                <a:gd name="connsiteX25" fmla="*/ 475674 w 600075"/>
                <a:gd name="connsiteY25" fmla="*/ 535274 h 742950"/>
                <a:gd name="connsiteX26" fmla="*/ 536288 w 600075"/>
                <a:gd name="connsiteY26" fmla="*/ 595889 h 742950"/>
                <a:gd name="connsiteX27" fmla="*/ 536288 w 600075"/>
                <a:gd name="connsiteY27" fmla="*/ 636301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0075" h="742950">
                  <a:moveTo>
                    <a:pt x="600075" y="228600"/>
                  </a:moveTo>
                  <a:lnTo>
                    <a:pt x="414338" y="228600"/>
                  </a:lnTo>
                  <a:cubicBezTo>
                    <a:pt x="390667" y="228600"/>
                    <a:pt x="371475" y="209410"/>
                    <a:pt x="371475" y="185738"/>
                  </a:cubicBezTo>
                  <a:lnTo>
                    <a:pt x="371475" y="0"/>
                  </a:lnTo>
                  <a:lnTo>
                    <a:pt x="42863" y="0"/>
                  </a:lnTo>
                  <a:cubicBezTo>
                    <a:pt x="19190" y="0"/>
                    <a:pt x="0" y="19190"/>
                    <a:pt x="0" y="42863"/>
                  </a:cubicBezTo>
                  <a:lnTo>
                    <a:pt x="0" y="700088"/>
                  </a:lnTo>
                  <a:cubicBezTo>
                    <a:pt x="0" y="723758"/>
                    <a:pt x="19190" y="742950"/>
                    <a:pt x="42863" y="742950"/>
                  </a:cubicBezTo>
                  <a:lnTo>
                    <a:pt x="557213" y="742950"/>
                  </a:lnTo>
                  <a:cubicBezTo>
                    <a:pt x="580883" y="742950"/>
                    <a:pt x="600075" y="723758"/>
                    <a:pt x="600075" y="700088"/>
                  </a:cubicBezTo>
                  <a:lnTo>
                    <a:pt x="600075" y="228600"/>
                  </a:lnTo>
                  <a:moveTo>
                    <a:pt x="285750" y="228600"/>
                  </a:moveTo>
                  <a:cubicBezTo>
                    <a:pt x="380440" y="228600"/>
                    <a:pt x="457200" y="305360"/>
                    <a:pt x="457200" y="400050"/>
                  </a:cubicBezTo>
                  <a:cubicBezTo>
                    <a:pt x="457200" y="494740"/>
                    <a:pt x="380440" y="571500"/>
                    <a:pt x="285750" y="571500"/>
                  </a:cubicBezTo>
                  <a:cubicBezTo>
                    <a:pt x="191060" y="571500"/>
                    <a:pt x="114300" y="494740"/>
                    <a:pt x="114300" y="400050"/>
                  </a:cubicBezTo>
                  <a:cubicBezTo>
                    <a:pt x="114300" y="305360"/>
                    <a:pt x="191060" y="228600"/>
                    <a:pt x="285750" y="228600"/>
                  </a:cubicBezTo>
                  <a:moveTo>
                    <a:pt x="285750" y="285750"/>
                  </a:moveTo>
                  <a:cubicBezTo>
                    <a:pt x="222624" y="285750"/>
                    <a:pt x="171450" y="336924"/>
                    <a:pt x="171450" y="400050"/>
                  </a:cubicBezTo>
                  <a:cubicBezTo>
                    <a:pt x="171450" y="463176"/>
                    <a:pt x="222624" y="514350"/>
                    <a:pt x="285750" y="514350"/>
                  </a:cubicBezTo>
                  <a:cubicBezTo>
                    <a:pt x="348876" y="514350"/>
                    <a:pt x="400050" y="463176"/>
                    <a:pt x="400050" y="400050"/>
                  </a:cubicBezTo>
                  <a:cubicBezTo>
                    <a:pt x="400050" y="336924"/>
                    <a:pt x="348876" y="285750"/>
                    <a:pt x="285750" y="285750"/>
                  </a:cubicBezTo>
                  <a:moveTo>
                    <a:pt x="536288" y="636301"/>
                  </a:moveTo>
                  <a:cubicBezTo>
                    <a:pt x="525130" y="647460"/>
                    <a:pt x="507038" y="647460"/>
                    <a:pt x="495876" y="636301"/>
                  </a:cubicBezTo>
                  <a:lnTo>
                    <a:pt x="435262" y="575686"/>
                  </a:lnTo>
                  <a:cubicBezTo>
                    <a:pt x="424103" y="564524"/>
                    <a:pt x="424103" y="546433"/>
                    <a:pt x="435262" y="535274"/>
                  </a:cubicBezTo>
                  <a:cubicBezTo>
                    <a:pt x="446420" y="524115"/>
                    <a:pt x="464512" y="524115"/>
                    <a:pt x="475674" y="535274"/>
                  </a:cubicBezTo>
                  <a:lnTo>
                    <a:pt x="536288" y="595889"/>
                  </a:lnTo>
                  <a:cubicBezTo>
                    <a:pt x="547447" y="607051"/>
                    <a:pt x="547447" y="625142"/>
                    <a:pt x="536288" y="636301"/>
                  </a:cubicBezTo>
                </a:path>
              </a:pathLst>
            </a:custGeom>
            <a:solidFill>
              <a:schemeClr val="accent1"/>
            </a:solidFill>
            <a:ln w="3572" cap="flat">
              <a:noFill/>
              <a:prstDash val="solid"/>
              <a:miter/>
            </a:ln>
          </p:spPr>
          <p:txBody>
            <a:bodyPr rtlCol="0" anchor="ctr"/>
            <a:lstStyle/>
            <a:p>
              <a:endParaRPr lang="zh-CN" altLang="en-US"/>
            </a:p>
          </p:txBody>
        </p:sp>
        <p:sp>
          <p:nvSpPr>
            <p:cNvPr id="43" name="任意多边形: 形状 42"/>
            <p:cNvSpPr/>
            <p:nvPr/>
          </p:nvSpPr>
          <p:spPr>
            <a:xfrm>
              <a:off x="7150827" y="1670854"/>
              <a:ext cx="202043" cy="202044"/>
            </a:xfrm>
            <a:custGeom>
              <a:avLst/>
              <a:gdLst>
                <a:gd name="connsiteX0" fmla="*/ 28575 w 202043"/>
                <a:gd name="connsiteY0" fmla="*/ 202044 h 202044"/>
                <a:gd name="connsiteX1" fmla="*/ 187756 w 202043"/>
                <a:gd name="connsiteY1" fmla="*/ 202044 h 202044"/>
                <a:gd name="connsiteX2" fmla="*/ 202043 w 202043"/>
                <a:gd name="connsiteY2" fmla="*/ 187757 h 202044"/>
                <a:gd name="connsiteX3" fmla="*/ 197860 w 202043"/>
                <a:gd name="connsiteY3" fmla="*/ 177654 h 202044"/>
                <a:gd name="connsiteX4" fmla="*/ 24389 w 202043"/>
                <a:gd name="connsiteY4" fmla="*/ 4185 h 202044"/>
                <a:gd name="connsiteX5" fmla="*/ 4186 w 202043"/>
                <a:gd name="connsiteY5" fmla="*/ 4185 h 202044"/>
                <a:gd name="connsiteX6" fmla="*/ 0 w 202043"/>
                <a:gd name="connsiteY6" fmla="*/ 14287 h 202044"/>
                <a:gd name="connsiteX7" fmla="*/ 0 w 202043"/>
                <a:gd name="connsiteY7" fmla="*/ 173469 h 202044"/>
                <a:gd name="connsiteX8" fmla="*/ 28575 w 202043"/>
                <a:gd name="connsiteY8" fmla="*/ 202044 h 20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043" h="202044">
                  <a:moveTo>
                    <a:pt x="28575" y="202044"/>
                  </a:moveTo>
                  <a:lnTo>
                    <a:pt x="187756" y="202044"/>
                  </a:lnTo>
                  <a:cubicBezTo>
                    <a:pt x="195649" y="202044"/>
                    <a:pt x="202043" y="195648"/>
                    <a:pt x="202043" y="187757"/>
                  </a:cubicBezTo>
                  <a:cubicBezTo>
                    <a:pt x="202043" y="183968"/>
                    <a:pt x="200539" y="180334"/>
                    <a:pt x="197860" y="177654"/>
                  </a:cubicBezTo>
                  <a:lnTo>
                    <a:pt x="24389" y="4185"/>
                  </a:lnTo>
                  <a:cubicBezTo>
                    <a:pt x="18810" y="-1395"/>
                    <a:pt x="9765" y="-1395"/>
                    <a:pt x="4186" y="4185"/>
                  </a:cubicBezTo>
                  <a:cubicBezTo>
                    <a:pt x="1504" y="6864"/>
                    <a:pt x="0" y="10498"/>
                    <a:pt x="0" y="14287"/>
                  </a:cubicBezTo>
                  <a:lnTo>
                    <a:pt x="0" y="173469"/>
                  </a:lnTo>
                  <a:cubicBezTo>
                    <a:pt x="0" y="189251"/>
                    <a:pt x="12794" y="202044"/>
                    <a:pt x="28575" y="202044"/>
                  </a:cubicBezTo>
                  <a:close/>
                </a:path>
              </a:pathLst>
            </a:custGeom>
            <a:solidFill>
              <a:schemeClr val="accent1"/>
            </a:solidFill>
            <a:ln w="3572" cap="flat">
              <a:noFill/>
              <a:prstDash val="solid"/>
              <a:miter/>
            </a:ln>
          </p:spPr>
          <p:txBody>
            <a:bodyPr rtlCol="0" anchor="ctr"/>
            <a:lstStyle/>
            <a:p>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研究意义</a:t>
            </a:r>
            <a:endParaRPr lang="zh-CN" altLang="en-US" sz="2800" b="1" dirty="0">
              <a:latin typeface="微软雅黑" panose="020B0503020204020204" pitchFamily="34" charset="-122"/>
              <a:ea typeface="微软雅黑" panose="020B0503020204020204" pitchFamily="34" charset="-122"/>
            </a:endParaRPr>
          </a:p>
        </p:txBody>
      </p:sp>
      <p:sp>
        <p:nvSpPr>
          <p:cNvPr id="20" name="任意多边形 44"/>
          <p:cNvSpPr/>
          <p:nvPr/>
        </p:nvSpPr>
        <p:spPr>
          <a:xfrm>
            <a:off x="5430632" y="1818309"/>
            <a:ext cx="1980000" cy="4204591"/>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solidFill>
            <a:schemeClr val="accent1"/>
          </a:solidFill>
          <a:ln>
            <a:noFill/>
          </a:ln>
          <a:effectLst>
            <a:outerShdw blurRad="139700" dist="1016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85" name="组合 84"/>
          <p:cNvGrpSpPr/>
          <p:nvPr/>
        </p:nvGrpSpPr>
        <p:grpSpPr>
          <a:xfrm>
            <a:off x="5976349" y="2118381"/>
            <a:ext cx="920153" cy="920152"/>
            <a:chOff x="5970167" y="2135632"/>
            <a:chExt cx="920153" cy="920152"/>
          </a:xfrm>
        </p:grpSpPr>
        <p:sp>
          <p:nvSpPr>
            <p:cNvPr id="29" name="椭圆 28"/>
            <p:cNvSpPr/>
            <p:nvPr/>
          </p:nvSpPr>
          <p:spPr>
            <a:xfrm>
              <a:off x="5970167" y="2135632"/>
              <a:ext cx="920153" cy="920152"/>
            </a:xfrm>
            <a:prstGeom prst="ellipse">
              <a:avLst/>
            </a:prstGeom>
            <a:solidFill>
              <a:schemeClr val="bg1"/>
            </a:solidFill>
            <a:ln w="120650" cap="flat" cmpd="sng" algn="ctr">
              <a:noFill/>
              <a:prstDash val="solid"/>
              <a:miter lim="800000"/>
            </a:ln>
            <a:effectLst/>
          </p:spPr>
          <p:txBody>
            <a:bodyPr/>
            <a:lstStyle/>
            <a:p>
              <a:endParaRPr lang="zh-CN" altLang="en-US"/>
            </a:p>
          </p:txBody>
        </p:sp>
        <p:grpSp>
          <p:nvGrpSpPr>
            <p:cNvPr id="56" name="组合 55"/>
            <p:cNvGrpSpPr/>
            <p:nvPr/>
          </p:nvGrpSpPr>
          <p:grpSpPr>
            <a:xfrm>
              <a:off x="6271579" y="2364421"/>
              <a:ext cx="317328" cy="462574"/>
              <a:chOff x="2528974" y="2756586"/>
              <a:chExt cx="317328" cy="462574"/>
            </a:xfrm>
            <a:solidFill>
              <a:schemeClr val="accent1"/>
            </a:solidFill>
          </p:grpSpPr>
          <p:sp>
            <p:nvSpPr>
              <p:cNvPr id="57" name="AutoShape 113"/>
              <p:cNvSpPr/>
              <p:nvPr/>
            </p:nvSpPr>
            <p:spPr bwMode="auto">
              <a:xfrm>
                <a:off x="2528974" y="2756586"/>
                <a:ext cx="317328" cy="46257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58" name="AutoShape 114"/>
              <p:cNvSpPr/>
              <p:nvPr/>
            </p:nvSpPr>
            <p:spPr bwMode="auto">
              <a:xfrm>
                <a:off x="2600805" y="2829208"/>
                <a:ext cx="93935" cy="939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sp>
        <p:nvSpPr>
          <p:cNvPr id="78" name="文本框 77"/>
          <p:cNvSpPr txBox="1"/>
          <p:nvPr/>
        </p:nvSpPr>
        <p:spPr>
          <a:xfrm>
            <a:off x="5658950"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5604296" y="3166546"/>
            <a:ext cx="1632672"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a:xfrm>
            <a:off x="5878425"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37"/>
          <p:cNvSpPr/>
          <p:nvPr/>
        </p:nvSpPr>
        <p:spPr>
          <a:xfrm>
            <a:off x="3191739" y="1818308"/>
            <a:ext cx="1980000" cy="4204593"/>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noFill/>
          <a:ln>
            <a:solidFill>
              <a:schemeClr val="accent1"/>
            </a:solid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6" name="文本框 75"/>
          <p:cNvSpPr txBox="1"/>
          <p:nvPr/>
        </p:nvSpPr>
        <p:spPr>
          <a:xfrm>
            <a:off x="3382868" y="3745487"/>
            <a:ext cx="1597743" cy="203132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在这里输入正文内容在这里输入正文内容在这里输入正文内容在这里输入正文内容在这里输入正文内容在这里输入正文内容</a:t>
            </a:r>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grpSp>
        <p:nvGrpSpPr>
          <p:cNvPr id="82" name="组合 81"/>
          <p:cNvGrpSpPr/>
          <p:nvPr/>
        </p:nvGrpSpPr>
        <p:grpSpPr>
          <a:xfrm>
            <a:off x="3721663" y="2118381"/>
            <a:ext cx="920153" cy="920152"/>
            <a:chOff x="4002358" y="2650331"/>
            <a:chExt cx="920153" cy="920152"/>
          </a:xfrm>
        </p:grpSpPr>
        <p:sp>
          <p:nvSpPr>
            <p:cNvPr id="81" name="椭圆 80"/>
            <p:cNvSpPr/>
            <p:nvPr/>
          </p:nvSpPr>
          <p:spPr>
            <a:xfrm>
              <a:off x="4002358" y="265033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grpSp>
          <p:nvGrpSpPr>
            <p:cNvPr id="60" name="组合 59"/>
            <p:cNvGrpSpPr/>
            <p:nvPr/>
          </p:nvGrpSpPr>
          <p:grpSpPr>
            <a:xfrm>
              <a:off x="4230772" y="2907320"/>
              <a:ext cx="463325" cy="406175"/>
              <a:chOff x="1035050" y="1357538"/>
              <a:chExt cx="463325" cy="406175"/>
            </a:xfrm>
            <a:solidFill>
              <a:schemeClr val="bg1"/>
            </a:solidFill>
          </p:grpSpPr>
          <p:sp>
            <p:nvSpPr>
              <p:cNvPr id="61" name="AutoShape 147"/>
              <p:cNvSpPr/>
              <p:nvPr/>
            </p:nvSpPr>
            <p:spPr bwMode="auto">
              <a:xfrm>
                <a:off x="1035050" y="1357538"/>
                <a:ext cx="463325" cy="406175"/>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2" name="AutoShape 148"/>
              <p:cNvSpPr/>
              <p:nvPr/>
            </p:nvSpPr>
            <p:spPr bwMode="auto">
              <a:xfrm>
                <a:off x="1108529" y="1431017"/>
                <a:ext cx="67356" cy="673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sp>
        <p:nvSpPr>
          <p:cNvPr id="83" name="文本框 82"/>
          <p:cNvSpPr txBox="1"/>
          <p:nvPr/>
        </p:nvSpPr>
        <p:spPr>
          <a:xfrm>
            <a:off x="3378535" y="3166546"/>
            <a:ext cx="1606408" cy="369332"/>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输入意义标题</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84" name="矩形 83"/>
          <p:cNvSpPr/>
          <p:nvPr/>
        </p:nvSpPr>
        <p:spPr>
          <a:xfrm>
            <a:off x="3623739" y="358272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任意多边形 44"/>
          <p:cNvSpPr/>
          <p:nvPr/>
        </p:nvSpPr>
        <p:spPr>
          <a:xfrm>
            <a:off x="9955796" y="1818309"/>
            <a:ext cx="1980000" cy="4204591"/>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solidFill>
            <a:schemeClr val="accent1"/>
          </a:solidFill>
          <a:ln>
            <a:noFill/>
          </a:ln>
          <a:effectLst>
            <a:outerShdw blurRad="139700" dist="1016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45" name="文本框 144"/>
          <p:cNvSpPr txBox="1"/>
          <p:nvPr/>
        </p:nvSpPr>
        <p:spPr>
          <a:xfrm>
            <a:off x="10168321"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6" name="文本框 145"/>
          <p:cNvSpPr txBox="1"/>
          <p:nvPr/>
        </p:nvSpPr>
        <p:spPr>
          <a:xfrm>
            <a:off x="10145253" y="3166546"/>
            <a:ext cx="1601086"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7" name="矩形 146"/>
          <p:cNvSpPr/>
          <p:nvPr/>
        </p:nvSpPr>
        <p:spPr>
          <a:xfrm>
            <a:off x="10387796"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任意多边形 37"/>
          <p:cNvSpPr/>
          <p:nvPr/>
        </p:nvSpPr>
        <p:spPr>
          <a:xfrm>
            <a:off x="7658496" y="1818308"/>
            <a:ext cx="1980000" cy="4204593"/>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noFill/>
          <a:ln>
            <a:solidFill>
              <a:schemeClr val="accent1"/>
            </a:solid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4" name="文本框 153"/>
          <p:cNvSpPr txBox="1"/>
          <p:nvPr/>
        </p:nvSpPr>
        <p:spPr>
          <a:xfrm>
            <a:off x="7892240" y="3745487"/>
            <a:ext cx="1597743" cy="203132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在这里输入正文内容在这里输入正文内容在这里输入正文内容在这里输入正文内容在这里输入正文内容在这里输入正文内容</a:t>
            </a:r>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sp>
        <p:nvSpPr>
          <p:cNvPr id="156" name="文本框 155"/>
          <p:cNvSpPr txBox="1"/>
          <p:nvPr/>
        </p:nvSpPr>
        <p:spPr>
          <a:xfrm>
            <a:off x="7805339" y="3166546"/>
            <a:ext cx="1686315" cy="365827"/>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输入意义标题</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57" name="矩形 156"/>
          <p:cNvSpPr/>
          <p:nvPr/>
        </p:nvSpPr>
        <p:spPr>
          <a:xfrm>
            <a:off x="8133111" y="358272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3" name="组合 162"/>
          <p:cNvGrpSpPr/>
          <p:nvPr/>
        </p:nvGrpSpPr>
        <p:grpSpPr>
          <a:xfrm>
            <a:off x="8231035" y="2118381"/>
            <a:ext cx="920153" cy="920152"/>
            <a:chOff x="8231035" y="2118381"/>
            <a:chExt cx="920153" cy="920152"/>
          </a:xfrm>
        </p:grpSpPr>
        <p:sp>
          <p:nvSpPr>
            <p:cNvPr id="158" name="椭圆 157"/>
            <p:cNvSpPr/>
            <p:nvPr/>
          </p:nvSpPr>
          <p:spPr>
            <a:xfrm>
              <a:off x="8231035" y="211838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sp>
          <p:nvSpPr>
            <p:cNvPr id="59" name="AutoShape 139"/>
            <p:cNvSpPr/>
            <p:nvPr/>
          </p:nvSpPr>
          <p:spPr bwMode="auto">
            <a:xfrm>
              <a:off x="8460470" y="2353939"/>
              <a:ext cx="461283" cy="449037"/>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nvGrpSpPr>
          <p:cNvPr id="162" name="组合 161"/>
          <p:cNvGrpSpPr/>
          <p:nvPr/>
        </p:nvGrpSpPr>
        <p:grpSpPr>
          <a:xfrm>
            <a:off x="10485720" y="2118381"/>
            <a:ext cx="920153" cy="920152"/>
            <a:chOff x="10485720" y="2118381"/>
            <a:chExt cx="920153" cy="920152"/>
          </a:xfrm>
        </p:grpSpPr>
        <p:sp>
          <p:nvSpPr>
            <p:cNvPr id="148" name="椭圆 147"/>
            <p:cNvSpPr/>
            <p:nvPr/>
          </p:nvSpPr>
          <p:spPr>
            <a:xfrm>
              <a:off x="10485720" y="2118381"/>
              <a:ext cx="920153" cy="920152"/>
            </a:xfrm>
            <a:prstGeom prst="ellipse">
              <a:avLst/>
            </a:prstGeom>
            <a:solidFill>
              <a:schemeClr val="bg1"/>
            </a:solidFill>
            <a:ln w="120650" cap="flat" cmpd="sng" algn="ctr">
              <a:noFill/>
              <a:prstDash val="solid"/>
              <a:miter lim="800000"/>
            </a:ln>
            <a:effectLst/>
          </p:spPr>
          <p:txBody>
            <a:bodyPr/>
            <a:lstStyle/>
            <a:p>
              <a:endParaRPr lang="zh-CN" altLang="en-US"/>
            </a:p>
          </p:txBody>
        </p:sp>
        <p:sp>
          <p:nvSpPr>
            <p:cNvPr id="55" name="AutoShape 81"/>
            <p:cNvSpPr/>
            <p:nvPr/>
          </p:nvSpPr>
          <p:spPr bwMode="auto">
            <a:xfrm>
              <a:off x="10714904" y="2347565"/>
              <a:ext cx="461785" cy="46178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accent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实际应用</a:t>
            </a:r>
            <a:endParaRPr lang="zh-CN" altLang="en-US" sz="2800" b="1" dirty="0">
              <a:latin typeface="微软雅黑" panose="020B0503020204020204" pitchFamily="34" charset="-122"/>
              <a:ea typeface="微软雅黑" panose="020B0503020204020204" pitchFamily="34" charset="-122"/>
            </a:endParaRPr>
          </a:p>
        </p:txBody>
      </p:sp>
      <p:sp>
        <p:nvSpPr>
          <p:cNvPr id="15"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872062" y="1695546"/>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180515" y="2270705"/>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3426203" y="1329636"/>
            <a:ext cx="889940" cy="889940"/>
            <a:chOff x="3617234" y="1918550"/>
            <a:chExt cx="889940" cy="889940"/>
          </a:xfrm>
        </p:grpSpPr>
        <p:sp>
          <p:nvSpPr>
            <p:cNvPr id="39" name="椭圆 38"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617234" y="1918550"/>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0" name="AutoShape 28"/>
            <p:cNvSpPr/>
            <p:nvPr/>
          </p:nvSpPr>
          <p:spPr bwMode="auto">
            <a:xfrm>
              <a:off x="3882023" y="2183339"/>
              <a:ext cx="360362"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cxnSp>
        <p:nvCxnSpPr>
          <p:cNvPr id="48" name="直接连接符 47"/>
          <p:cNvCxnSpPr/>
          <p:nvPr/>
        </p:nvCxnSpPr>
        <p:spPr>
          <a:xfrm>
            <a:off x="4543166" y="2109184"/>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4468668" y="1747821"/>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66"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8319940" y="1695546"/>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8628393" y="2270705"/>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8" name="直接连接符 67"/>
          <p:cNvCxnSpPr/>
          <p:nvPr/>
        </p:nvCxnSpPr>
        <p:spPr>
          <a:xfrm>
            <a:off x="8991044" y="2109184"/>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8916546" y="1747821"/>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70"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872062" y="4393880"/>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180515" y="4969039"/>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2" name="直接连接符 71"/>
          <p:cNvCxnSpPr/>
          <p:nvPr/>
        </p:nvCxnSpPr>
        <p:spPr>
          <a:xfrm>
            <a:off x="4543166" y="4807518"/>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4468668" y="4446155"/>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74"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8319940" y="4375447"/>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8628393" y="4950606"/>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7" name="直接连接符 76"/>
          <p:cNvCxnSpPr/>
          <p:nvPr/>
        </p:nvCxnSpPr>
        <p:spPr>
          <a:xfrm>
            <a:off x="8991044" y="4789085"/>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8916546" y="4427722"/>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3426203" y="3924762"/>
            <a:ext cx="889940" cy="889940"/>
            <a:chOff x="3617234" y="3978426"/>
            <a:chExt cx="889940" cy="889940"/>
          </a:xfrm>
        </p:grpSpPr>
        <p:sp>
          <p:nvSpPr>
            <p:cNvPr id="36" name="椭圆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617234" y="3978426"/>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4"/>
            <p:cNvSpPr/>
            <p:nvPr/>
          </p:nvSpPr>
          <p:spPr bwMode="auto">
            <a:xfrm>
              <a:off x="3888373" y="4259103"/>
              <a:ext cx="347663" cy="3492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nvGrpSpPr>
          <p:cNvPr id="53" name="组合 52"/>
          <p:cNvGrpSpPr/>
          <p:nvPr/>
        </p:nvGrpSpPr>
        <p:grpSpPr>
          <a:xfrm>
            <a:off x="7874081" y="3899145"/>
            <a:ext cx="889940" cy="889940"/>
            <a:chOff x="7881324" y="3978426"/>
            <a:chExt cx="889940" cy="889940"/>
          </a:xfrm>
        </p:grpSpPr>
        <p:sp>
          <p:nvSpPr>
            <p:cNvPr id="43" name="椭圆 42"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7881324" y="3978426"/>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Group 112"/>
            <p:cNvGrpSpPr/>
            <p:nvPr/>
          </p:nvGrpSpPr>
          <p:grpSpPr>
            <a:xfrm>
              <a:off x="8146405" y="4254865"/>
              <a:ext cx="359779" cy="337063"/>
              <a:chOff x="5368132" y="3540125"/>
              <a:chExt cx="465138" cy="435769"/>
            </a:xfrm>
            <a:solidFill>
              <a:schemeClr val="bg1"/>
            </a:solidFill>
          </p:grpSpPr>
          <p:sp>
            <p:nvSpPr>
              <p:cNvPr id="45"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46"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nvGrpSpPr>
          <p:cNvPr id="51" name="组合 50"/>
          <p:cNvGrpSpPr/>
          <p:nvPr/>
        </p:nvGrpSpPr>
        <p:grpSpPr>
          <a:xfrm>
            <a:off x="7874970" y="1329636"/>
            <a:ext cx="889940" cy="889940"/>
            <a:chOff x="7881324" y="1918550"/>
            <a:chExt cx="889940" cy="889940"/>
          </a:xfrm>
        </p:grpSpPr>
        <p:sp>
          <p:nvSpPr>
            <p:cNvPr id="19" name="椭圆 18"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7881324" y="1918550"/>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AutoShape 59"/>
            <p:cNvSpPr/>
            <p:nvPr/>
          </p:nvSpPr>
          <p:spPr bwMode="auto">
            <a:xfrm>
              <a:off x="8146113" y="2158635"/>
              <a:ext cx="360362" cy="35877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实际应用</a:t>
            </a:r>
            <a:endParaRPr lang="zh-CN" altLang="en-US" sz="2800" b="1" dirty="0">
              <a:latin typeface="微软雅黑" panose="020B0503020204020204" pitchFamily="34" charset="-122"/>
              <a:ea typeface="微软雅黑" panose="020B0503020204020204" pitchFamily="34" charset="-122"/>
            </a:endParaRPr>
          </a:p>
        </p:txBody>
      </p:sp>
      <p:sp>
        <p:nvSpPr>
          <p:cNvPr id="47" name="任意多边形: 形状 46"/>
          <p:cNvSpPr/>
          <p:nvPr/>
        </p:nvSpPr>
        <p:spPr>
          <a:xfrm>
            <a:off x="3396995" y="1561805"/>
            <a:ext cx="2833908" cy="3223491"/>
          </a:xfrm>
          <a:custGeom>
            <a:avLst/>
            <a:gdLst>
              <a:gd name="connsiteX0" fmla="*/ 186286 w 2833908"/>
              <a:gd name="connsiteY0" fmla="*/ 0 h 3223491"/>
              <a:gd name="connsiteX1" fmla="*/ 2833908 w 2833908"/>
              <a:gd name="connsiteY1" fmla="*/ 0 h 3223491"/>
              <a:gd name="connsiteX2" fmla="*/ 2258167 w 2833908"/>
              <a:gd name="connsiteY2" fmla="*/ 3223491 h 3223491"/>
              <a:gd name="connsiteX3" fmla="*/ 186286 w 2833908"/>
              <a:gd name="connsiteY3" fmla="*/ 3223491 h 3223491"/>
              <a:gd name="connsiteX4" fmla="*/ 0 w 2833908"/>
              <a:gd name="connsiteY4" fmla="*/ 3037205 h 3223491"/>
              <a:gd name="connsiteX5" fmla="*/ 0 w 2833908"/>
              <a:gd name="connsiteY5" fmla="*/ 186286 h 3223491"/>
              <a:gd name="connsiteX6" fmla="*/ 186286 w 2833908"/>
              <a:gd name="connsiteY6" fmla="*/ 0 h 3223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33908" h="3223491">
                <a:moveTo>
                  <a:pt x="186286" y="0"/>
                </a:moveTo>
                <a:lnTo>
                  <a:pt x="2833908" y="0"/>
                </a:lnTo>
                <a:lnTo>
                  <a:pt x="2258167" y="3223491"/>
                </a:lnTo>
                <a:lnTo>
                  <a:pt x="186286" y="3223491"/>
                </a:lnTo>
                <a:cubicBezTo>
                  <a:pt x="83403" y="3223491"/>
                  <a:pt x="0" y="3140088"/>
                  <a:pt x="0" y="3037205"/>
                </a:cubicBezTo>
                <a:lnTo>
                  <a:pt x="0" y="186286"/>
                </a:lnTo>
                <a:cubicBezTo>
                  <a:pt x="0" y="83403"/>
                  <a:pt x="83403" y="0"/>
                  <a:pt x="186286" y="0"/>
                </a:cubicBezTo>
                <a:close/>
              </a:path>
            </a:pathLst>
          </a:custGeom>
          <a:blipFill>
            <a:blip r:embed="rId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p:cNvSpPr/>
          <p:nvPr/>
        </p:nvSpPr>
        <p:spPr>
          <a:xfrm>
            <a:off x="5999211" y="1561805"/>
            <a:ext cx="3187328" cy="3223491"/>
          </a:xfrm>
          <a:custGeom>
            <a:avLst/>
            <a:gdLst>
              <a:gd name="connsiteX0" fmla="*/ 575741 w 3187328"/>
              <a:gd name="connsiteY0" fmla="*/ 0 h 3223491"/>
              <a:gd name="connsiteX1" fmla="*/ 3187328 w 3187328"/>
              <a:gd name="connsiteY1" fmla="*/ 0 h 3223491"/>
              <a:gd name="connsiteX2" fmla="*/ 2611587 w 3187328"/>
              <a:gd name="connsiteY2" fmla="*/ 3223491 h 3223491"/>
              <a:gd name="connsiteX3" fmla="*/ 0 w 3187328"/>
              <a:gd name="connsiteY3" fmla="*/ 3223491 h 3223491"/>
              <a:gd name="connsiteX4" fmla="*/ 575741 w 3187328"/>
              <a:gd name="connsiteY4" fmla="*/ 0 h 3223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7328" h="3223491">
                <a:moveTo>
                  <a:pt x="575741" y="0"/>
                </a:moveTo>
                <a:lnTo>
                  <a:pt x="3187328" y="0"/>
                </a:lnTo>
                <a:lnTo>
                  <a:pt x="2611587" y="3223491"/>
                </a:lnTo>
                <a:lnTo>
                  <a:pt x="0" y="3223491"/>
                </a:lnTo>
                <a:lnTo>
                  <a:pt x="575741" y="0"/>
                </a:lnTo>
                <a:close/>
              </a:path>
            </a:pathLst>
          </a:cu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任意多边形: 形状 37"/>
          <p:cNvSpPr/>
          <p:nvPr/>
        </p:nvSpPr>
        <p:spPr>
          <a:xfrm>
            <a:off x="8954847" y="1561805"/>
            <a:ext cx="2867697" cy="3223491"/>
          </a:xfrm>
          <a:custGeom>
            <a:avLst/>
            <a:gdLst>
              <a:gd name="connsiteX0" fmla="*/ 575741 w 2867697"/>
              <a:gd name="connsiteY0" fmla="*/ 0 h 3223491"/>
              <a:gd name="connsiteX1" fmla="*/ 2681411 w 2867697"/>
              <a:gd name="connsiteY1" fmla="*/ 0 h 3223491"/>
              <a:gd name="connsiteX2" fmla="*/ 2867697 w 2867697"/>
              <a:gd name="connsiteY2" fmla="*/ 186286 h 3223491"/>
              <a:gd name="connsiteX3" fmla="*/ 2867697 w 2867697"/>
              <a:gd name="connsiteY3" fmla="*/ 3037205 h 3223491"/>
              <a:gd name="connsiteX4" fmla="*/ 2681411 w 2867697"/>
              <a:gd name="connsiteY4" fmla="*/ 3223491 h 3223491"/>
              <a:gd name="connsiteX5" fmla="*/ 0 w 2867697"/>
              <a:gd name="connsiteY5" fmla="*/ 3223491 h 3223491"/>
              <a:gd name="connsiteX6" fmla="*/ 575741 w 2867697"/>
              <a:gd name="connsiteY6" fmla="*/ 0 h 3223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697" h="3223491">
                <a:moveTo>
                  <a:pt x="575741" y="0"/>
                </a:moveTo>
                <a:lnTo>
                  <a:pt x="2681411" y="0"/>
                </a:lnTo>
                <a:cubicBezTo>
                  <a:pt x="2784294" y="0"/>
                  <a:pt x="2867697" y="83403"/>
                  <a:pt x="2867697" y="186286"/>
                </a:cubicBezTo>
                <a:lnTo>
                  <a:pt x="2867697" y="3037205"/>
                </a:lnTo>
                <a:cubicBezTo>
                  <a:pt x="2867697" y="3140088"/>
                  <a:pt x="2784294" y="3223491"/>
                  <a:pt x="2681411" y="3223491"/>
                </a:cubicBezTo>
                <a:lnTo>
                  <a:pt x="0" y="3223491"/>
                </a:lnTo>
                <a:lnTo>
                  <a:pt x="575741" y="0"/>
                </a:lnTo>
                <a:close/>
              </a:path>
            </a:pathLst>
          </a:custGeom>
          <a:blipFill>
            <a:blip r:embed="rId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1" name="矩形 60"/>
          <p:cNvSpPr/>
          <p:nvPr/>
        </p:nvSpPr>
        <p:spPr>
          <a:xfrm>
            <a:off x="3396995" y="4157520"/>
            <a:ext cx="2378364"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2" name="矩形 61"/>
          <p:cNvSpPr/>
          <p:nvPr/>
        </p:nvSpPr>
        <p:spPr>
          <a:xfrm>
            <a:off x="5991576" y="4157520"/>
            <a:ext cx="2733323"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3" name="矩形 62"/>
          <p:cNvSpPr/>
          <p:nvPr/>
        </p:nvSpPr>
        <p:spPr>
          <a:xfrm>
            <a:off x="8941116" y="4157520"/>
            <a:ext cx="2881428"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5" name="文本框 64"/>
          <p:cNvSpPr txBox="1"/>
          <p:nvPr/>
        </p:nvSpPr>
        <p:spPr>
          <a:xfrm>
            <a:off x="3396995"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6" name="梯形 75"/>
          <p:cNvSpPr/>
          <p:nvPr/>
        </p:nvSpPr>
        <p:spPr>
          <a:xfrm>
            <a:off x="3169223"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6375434"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9" name="梯形 78"/>
          <p:cNvSpPr/>
          <p:nvPr/>
        </p:nvSpPr>
        <p:spPr>
          <a:xfrm>
            <a:off x="6147662"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9414311"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81" name="梯形 80"/>
          <p:cNvSpPr/>
          <p:nvPr/>
        </p:nvSpPr>
        <p:spPr>
          <a:xfrm>
            <a:off x="9186539"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03</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方法与过程</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Methods and process</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前提准备</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研究方法</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研究过程</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234508" y="3877448"/>
            <a:ext cx="8478488" cy="2620628"/>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3236219" y="1325421"/>
            <a:ext cx="8476777" cy="2270314"/>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前提准备</a:t>
            </a:r>
            <a:endParaRPr lang="zh-CN" altLang="en-US" sz="2800" b="1" dirty="0">
              <a:latin typeface="微软雅黑" panose="020B0503020204020204" pitchFamily="34" charset="-122"/>
              <a:ea typeface="微软雅黑" panose="020B0503020204020204" pitchFamily="34" charset="-122"/>
            </a:endParaRPr>
          </a:p>
        </p:txBody>
      </p:sp>
      <p:sp>
        <p:nvSpPr>
          <p:cNvPr id="18" name="任意多边形: 形状 17"/>
          <p:cNvSpPr/>
          <p:nvPr/>
        </p:nvSpPr>
        <p:spPr>
          <a:xfrm>
            <a:off x="6586317" y="2608589"/>
            <a:ext cx="1882359" cy="1839521"/>
          </a:xfrm>
          <a:custGeom>
            <a:avLst/>
            <a:gdLst>
              <a:gd name="connsiteX0" fmla="*/ 509588 w 1019176"/>
              <a:gd name="connsiteY0" fmla="*/ 0 h 995982"/>
              <a:gd name="connsiteX1" fmla="*/ 1019176 w 1019176"/>
              <a:gd name="connsiteY1" fmla="*/ 509588 h 995982"/>
              <a:gd name="connsiteX2" fmla="*/ 1008823 w 1019176"/>
              <a:gd name="connsiteY2" fmla="*/ 612288 h 995982"/>
              <a:gd name="connsiteX3" fmla="*/ 1004675 w 1019176"/>
              <a:gd name="connsiteY3" fmla="*/ 625651 h 995982"/>
              <a:gd name="connsiteX4" fmla="*/ 1004002 w 1019176"/>
              <a:gd name="connsiteY4" fmla="*/ 625442 h 995982"/>
              <a:gd name="connsiteX5" fmla="*/ 979131 w 1019176"/>
              <a:gd name="connsiteY5" fmla="*/ 705562 h 995982"/>
              <a:gd name="connsiteX6" fmla="*/ 707944 w 1019176"/>
              <a:gd name="connsiteY6" fmla="*/ 976749 h 995982"/>
              <a:gd name="connsiteX7" fmla="*/ 645985 w 1019176"/>
              <a:gd name="connsiteY7" fmla="*/ 995982 h 995982"/>
              <a:gd name="connsiteX8" fmla="*/ 620440 w 1019176"/>
              <a:gd name="connsiteY8" fmla="*/ 913689 h 995982"/>
              <a:gd name="connsiteX9" fmla="*/ 511231 w 1019176"/>
              <a:gd name="connsiteY9" fmla="*/ 751711 h 995982"/>
              <a:gd name="connsiteX10" fmla="*/ 511032 w 1019176"/>
              <a:gd name="connsiteY10" fmla="*/ 751547 h 995982"/>
              <a:gd name="connsiteX11" fmla="*/ 509589 w 1019176"/>
              <a:gd name="connsiteY11" fmla="*/ 752738 h 995982"/>
              <a:gd name="connsiteX12" fmla="*/ 435813 w 1019176"/>
              <a:gd name="connsiteY12" fmla="*/ 691867 h 995982"/>
              <a:gd name="connsiteX13" fmla="*/ 150897 w 1019176"/>
              <a:gd name="connsiteY13" fmla="*/ 604837 h 995982"/>
              <a:gd name="connsiteX14" fmla="*/ 48197 w 1019176"/>
              <a:gd name="connsiteY14" fmla="*/ 615190 h 995982"/>
              <a:gd name="connsiteX15" fmla="*/ 14501 w 1019176"/>
              <a:gd name="connsiteY15" fmla="*/ 625650 h 995982"/>
              <a:gd name="connsiteX16" fmla="*/ 10353 w 1019176"/>
              <a:gd name="connsiteY16" fmla="*/ 612288 h 995982"/>
              <a:gd name="connsiteX17" fmla="*/ 0 w 1019176"/>
              <a:gd name="connsiteY17" fmla="*/ 509588 h 995982"/>
              <a:gd name="connsiteX18" fmla="*/ 509588 w 1019176"/>
              <a:gd name="connsiteY18" fmla="*/ 0 h 99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9176" h="995982">
                <a:moveTo>
                  <a:pt x="509588" y="0"/>
                </a:moveTo>
                <a:cubicBezTo>
                  <a:pt x="791026" y="0"/>
                  <a:pt x="1019176" y="228150"/>
                  <a:pt x="1019176" y="509588"/>
                </a:cubicBezTo>
                <a:cubicBezTo>
                  <a:pt x="1019176" y="544768"/>
                  <a:pt x="1015611" y="579115"/>
                  <a:pt x="1008823" y="612288"/>
                </a:cubicBezTo>
                <a:lnTo>
                  <a:pt x="1004675" y="625651"/>
                </a:lnTo>
                <a:lnTo>
                  <a:pt x="1004002" y="625442"/>
                </a:lnTo>
                <a:lnTo>
                  <a:pt x="979131" y="705562"/>
                </a:lnTo>
                <a:cubicBezTo>
                  <a:pt x="927558" y="827494"/>
                  <a:pt x="829876" y="925176"/>
                  <a:pt x="707944" y="976749"/>
                </a:cubicBezTo>
                <a:lnTo>
                  <a:pt x="645985" y="995982"/>
                </a:lnTo>
                <a:lnTo>
                  <a:pt x="620440" y="913689"/>
                </a:lnTo>
                <a:cubicBezTo>
                  <a:pt x="594654" y="852723"/>
                  <a:pt x="557340" y="797820"/>
                  <a:pt x="511231" y="751711"/>
                </a:cubicBezTo>
                <a:lnTo>
                  <a:pt x="511032" y="751547"/>
                </a:lnTo>
                <a:lnTo>
                  <a:pt x="509589" y="752738"/>
                </a:lnTo>
                <a:lnTo>
                  <a:pt x="435813" y="691867"/>
                </a:lnTo>
                <a:cubicBezTo>
                  <a:pt x="354482" y="636921"/>
                  <a:pt x="256436" y="604837"/>
                  <a:pt x="150897" y="604837"/>
                </a:cubicBezTo>
                <a:cubicBezTo>
                  <a:pt x="115717" y="604837"/>
                  <a:pt x="81370" y="608402"/>
                  <a:pt x="48197" y="615190"/>
                </a:cubicBezTo>
                <a:lnTo>
                  <a:pt x="14501" y="625650"/>
                </a:lnTo>
                <a:lnTo>
                  <a:pt x="10353" y="612288"/>
                </a:lnTo>
                <a:cubicBezTo>
                  <a:pt x="3565" y="579115"/>
                  <a:pt x="0" y="544768"/>
                  <a:pt x="0" y="509588"/>
                </a:cubicBezTo>
                <a:cubicBezTo>
                  <a:pt x="0" y="228150"/>
                  <a:pt x="228150" y="0"/>
                  <a:pt x="509588" y="0"/>
                </a:cubicBezTo>
                <a:close/>
              </a:path>
            </a:pathLst>
          </a:custGeom>
          <a:solidFill>
            <a:schemeClr val="accent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9" name="任意多边形: 形状 18"/>
          <p:cNvSpPr/>
          <p:nvPr/>
        </p:nvSpPr>
        <p:spPr>
          <a:xfrm>
            <a:off x="5923835" y="3725701"/>
            <a:ext cx="1603663" cy="1882359"/>
          </a:xfrm>
          <a:custGeom>
            <a:avLst/>
            <a:gdLst>
              <a:gd name="connsiteX0" fmla="*/ 509588 w 868280"/>
              <a:gd name="connsiteY0" fmla="*/ 0 h 1019176"/>
              <a:gd name="connsiteX1" fmla="*/ 794504 w 868280"/>
              <a:gd name="connsiteY1" fmla="*/ 87030 h 1019176"/>
              <a:gd name="connsiteX2" fmla="*/ 868280 w 868280"/>
              <a:gd name="connsiteY2" fmla="*/ 147901 h 1019176"/>
              <a:gd name="connsiteX3" fmla="*/ 866637 w 868280"/>
              <a:gd name="connsiteY3" fmla="*/ 149256 h 1019176"/>
              <a:gd name="connsiteX4" fmla="*/ 757428 w 868280"/>
              <a:gd name="connsiteY4" fmla="*/ 311234 h 1019176"/>
              <a:gd name="connsiteX5" fmla="*/ 731883 w 868280"/>
              <a:gd name="connsiteY5" fmla="*/ 393526 h 1019176"/>
              <a:gd name="connsiteX6" fmla="*/ 727735 w 868280"/>
              <a:gd name="connsiteY6" fmla="*/ 406889 h 1019176"/>
              <a:gd name="connsiteX7" fmla="*/ 717382 w 868280"/>
              <a:gd name="connsiteY7" fmla="*/ 509589 h 1019176"/>
              <a:gd name="connsiteX8" fmla="*/ 866637 w 868280"/>
              <a:gd name="connsiteY8" fmla="*/ 869922 h 1019176"/>
              <a:gd name="connsiteX9" fmla="*/ 868279 w 868280"/>
              <a:gd name="connsiteY9" fmla="*/ 871277 h 1019176"/>
              <a:gd name="connsiteX10" fmla="*/ 794504 w 868280"/>
              <a:gd name="connsiteY10" fmla="*/ 932146 h 1019176"/>
              <a:gd name="connsiteX11" fmla="*/ 509588 w 868280"/>
              <a:gd name="connsiteY11" fmla="*/ 1019176 h 1019176"/>
              <a:gd name="connsiteX12" fmla="*/ 0 w 868280"/>
              <a:gd name="connsiteY12" fmla="*/ 509588 h 1019176"/>
              <a:gd name="connsiteX13" fmla="*/ 311233 w 868280"/>
              <a:gd name="connsiteY13" fmla="*/ 40046 h 1019176"/>
              <a:gd name="connsiteX14" fmla="*/ 373192 w 868280"/>
              <a:gd name="connsiteY14" fmla="*/ 20813 h 1019176"/>
              <a:gd name="connsiteX15" fmla="*/ 406888 w 868280"/>
              <a:gd name="connsiteY15" fmla="*/ 10353 h 1019176"/>
              <a:gd name="connsiteX16" fmla="*/ 509588 w 868280"/>
              <a:gd name="connsiteY16" fmla="*/ 0 h 101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8280" h="1019176">
                <a:moveTo>
                  <a:pt x="509588" y="0"/>
                </a:moveTo>
                <a:cubicBezTo>
                  <a:pt x="615127" y="0"/>
                  <a:pt x="713173" y="32084"/>
                  <a:pt x="794504" y="87030"/>
                </a:cubicBezTo>
                <a:lnTo>
                  <a:pt x="868280" y="147901"/>
                </a:lnTo>
                <a:lnTo>
                  <a:pt x="866637" y="149256"/>
                </a:lnTo>
                <a:cubicBezTo>
                  <a:pt x="820528" y="195365"/>
                  <a:pt x="783215" y="250268"/>
                  <a:pt x="757428" y="311234"/>
                </a:cubicBezTo>
                <a:lnTo>
                  <a:pt x="731883" y="393526"/>
                </a:lnTo>
                <a:lnTo>
                  <a:pt x="727735" y="406889"/>
                </a:lnTo>
                <a:cubicBezTo>
                  <a:pt x="720947" y="440062"/>
                  <a:pt x="717382" y="474409"/>
                  <a:pt x="717382" y="509589"/>
                </a:cubicBezTo>
                <a:cubicBezTo>
                  <a:pt x="717382" y="650308"/>
                  <a:pt x="774420" y="777705"/>
                  <a:pt x="866637" y="869922"/>
                </a:cubicBezTo>
                <a:lnTo>
                  <a:pt x="868279" y="871277"/>
                </a:lnTo>
                <a:lnTo>
                  <a:pt x="794504" y="932146"/>
                </a:lnTo>
                <a:cubicBezTo>
                  <a:pt x="713173" y="987093"/>
                  <a:pt x="615127" y="1019176"/>
                  <a:pt x="509588" y="1019176"/>
                </a:cubicBezTo>
                <a:cubicBezTo>
                  <a:pt x="228150" y="1019176"/>
                  <a:pt x="0" y="791026"/>
                  <a:pt x="0" y="509588"/>
                </a:cubicBezTo>
                <a:cubicBezTo>
                  <a:pt x="0" y="298510"/>
                  <a:pt x="128334" y="117406"/>
                  <a:pt x="311233" y="40046"/>
                </a:cubicBezTo>
                <a:lnTo>
                  <a:pt x="373192" y="20813"/>
                </a:lnTo>
                <a:lnTo>
                  <a:pt x="406888" y="10353"/>
                </a:lnTo>
                <a:cubicBezTo>
                  <a:pt x="440061" y="3565"/>
                  <a:pt x="474408" y="0"/>
                  <a:pt x="509588" y="0"/>
                </a:cubicBezTo>
                <a:close/>
              </a:path>
            </a:pathLst>
          </a:cu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0" name="任意多边形: 形状 19"/>
          <p:cNvSpPr/>
          <p:nvPr/>
        </p:nvSpPr>
        <p:spPr>
          <a:xfrm>
            <a:off x="7248798" y="3764146"/>
            <a:ext cx="1882359" cy="1843918"/>
          </a:xfrm>
          <a:custGeom>
            <a:avLst/>
            <a:gdLst>
              <a:gd name="connsiteX0" fmla="*/ 645984 w 1019176"/>
              <a:gd name="connsiteY0" fmla="*/ 0 h 998363"/>
              <a:gd name="connsiteX1" fmla="*/ 707943 w 1019176"/>
              <a:gd name="connsiteY1" fmla="*/ 19233 h 998363"/>
              <a:gd name="connsiteX2" fmla="*/ 1019176 w 1019176"/>
              <a:gd name="connsiteY2" fmla="*/ 488775 h 998363"/>
              <a:gd name="connsiteX3" fmla="*/ 509588 w 1019176"/>
              <a:gd name="connsiteY3" fmla="*/ 998363 h 998363"/>
              <a:gd name="connsiteX4" fmla="*/ 224672 w 1019176"/>
              <a:gd name="connsiteY4" fmla="*/ 911333 h 998363"/>
              <a:gd name="connsiteX5" fmla="*/ 150897 w 1019176"/>
              <a:gd name="connsiteY5" fmla="*/ 850463 h 998363"/>
              <a:gd name="connsiteX6" fmla="*/ 149255 w 1019176"/>
              <a:gd name="connsiteY6" fmla="*/ 849108 h 998363"/>
              <a:gd name="connsiteX7" fmla="*/ 0 w 1019176"/>
              <a:gd name="connsiteY7" fmla="*/ 488775 h 998363"/>
              <a:gd name="connsiteX8" fmla="*/ 10353 w 1019176"/>
              <a:gd name="connsiteY8" fmla="*/ 386075 h 998363"/>
              <a:gd name="connsiteX9" fmla="*/ 14501 w 1019176"/>
              <a:gd name="connsiteY9" fmla="*/ 372712 h 998363"/>
              <a:gd name="connsiteX10" fmla="*/ 48197 w 1019176"/>
              <a:gd name="connsiteY10" fmla="*/ 383172 h 998363"/>
              <a:gd name="connsiteX11" fmla="*/ 150897 w 1019176"/>
              <a:gd name="connsiteY11" fmla="*/ 393525 h 998363"/>
              <a:gd name="connsiteX12" fmla="*/ 253597 w 1019176"/>
              <a:gd name="connsiteY12" fmla="*/ 383172 h 998363"/>
              <a:gd name="connsiteX13" fmla="*/ 287293 w 1019176"/>
              <a:gd name="connsiteY13" fmla="*/ 372712 h 998363"/>
              <a:gd name="connsiteX14" fmla="*/ 349252 w 1019176"/>
              <a:gd name="connsiteY14" fmla="*/ 353479 h 998363"/>
              <a:gd name="connsiteX15" fmla="*/ 620439 w 1019176"/>
              <a:gd name="connsiteY15" fmla="*/ 82292 h 99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19176" h="998363">
                <a:moveTo>
                  <a:pt x="645984" y="0"/>
                </a:moveTo>
                <a:lnTo>
                  <a:pt x="707943" y="19233"/>
                </a:lnTo>
                <a:cubicBezTo>
                  <a:pt x="890842" y="96593"/>
                  <a:pt x="1019176" y="277697"/>
                  <a:pt x="1019176" y="488775"/>
                </a:cubicBezTo>
                <a:cubicBezTo>
                  <a:pt x="1019176" y="770213"/>
                  <a:pt x="791026" y="998363"/>
                  <a:pt x="509588" y="998363"/>
                </a:cubicBezTo>
                <a:cubicBezTo>
                  <a:pt x="404049" y="998363"/>
                  <a:pt x="306003" y="966280"/>
                  <a:pt x="224672" y="911333"/>
                </a:cubicBezTo>
                <a:lnTo>
                  <a:pt x="150897" y="850463"/>
                </a:lnTo>
                <a:lnTo>
                  <a:pt x="149255" y="849108"/>
                </a:lnTo>
                <a:cubicBezTo>
                  <a:pt x="57038" y="756891"/>
                  <a:pt x="0" y="629494"/>
                  <a:pt x="0" y="488775"/>
                </a:cubicBezTo>
                <a:cubicBezTo>
                  <a:pt x="0" y="453595"/>
                  <a:pt x="3565" y="419248"/>
                  <a:pt x="10353" y="386075"/>
                </a:cubicBezTo>
                <a:lnTo>
                  <a:pt x="14501" y="372712"/>
                </a:lnTo>
                <a:lnTo>
                  <a:pt x="48197" y="383172"/>
                </a:lnTo>
                <a:cubicBezTo>
                  <a:pt x="81370" y="389960"/>
                  <a:pt x="115717" y="393525"/>
                  <a:pt x="150897" y="393525"/>
                </a:cubicBezTo>
                <a:cubicBezTo>
                  <a:pt x="186077" y="393525"/>
                  <a:pt x="220424" y="389960"/>
                  <a:pt x="253597" y="383172"/>
                </a:cubicBezTo>
                <a:lnTo>
                  <a:pt x="287293" y="372712"/>
                </a:lnTo>
                <a:lnTo>
                  <a:pt x="349252" y="353479"/>
                </a:lnTo>
                <a:cubicBezTo>
                  <a:pt x="471184" y="301906"/>
                  <a:pt x="568866" y="204224"/>
                  <a:pt x="620439" y="82292"/>
                </a:cubicBezTo>
                <a:close/>
              </a:path>
            </a:pathLst>
          </a:custGeom>
          <a:solidFill>
            <a:schemeClr val="accent1">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1" name="任意多边形: 形状 20"/>
          <p:cNvSpPr/>
          <p:nvPr/>
        </p:nvSpPr>
        <p:spPr>
          <a:xfrm>
            <a:off x="7275582" y="3998868"/>
            <a:ext cx="503831" cy="492096"/>
          </a:xfrm>
          <a:custGeom>
            <a:avLst/>
            <a:gdLst>
              <a:gd name="connsiteX0" fmla="*/ 136397 w 272792"/>
              <a:gd name="connsiteY0" fmla="*/ 0 h 266438"/>
              <a:gd name="connsiteX1" fmla="*/ 138038 w 272792"/>
              <a:gd name="connsiteY1" fmla="*/ 1354 h 266438"/>
              <a:gd name="connsiteX2" fmla="*/ 247247 w 272792"/>
              <a:gd name="connsiteY2" fmla="*/ 163332 h 266438"/>
              <a:gd name="connsiteX3" fmla="*/ 272792 w 272792"/>
              <a:gd name="connsiteY3" fmla="*/ 245625 h 266438"/>
              <a:gd name="connsiteX4" fmla="*/ 239096 w 272792"/>
              <a:gd name="connsiteY4" fmla="*/ 256085 h 266438"/>
              <a:gd name="connsiteX5" fmla="*/ 136396 w 272792"/>
              <a:gd name="connsiteY5" fmla="*/ 266438 h 266438"/>
              <a:gd name="connsiteX6" fmla="*/ 33696 w 272792"/>
              <a:gd name="connsiteY6" fmla="*/ 256085 h 266438"/>
              <a:gd name="connsiteX7" fmla="*/ 0 w 272792"/>
              <a:gd name="connsiteY7" fmla="*/ 245625 h 266438"/>
              <a:gd name="connsiteX8" fmla="*/ 25545 w 272792"/>
              <a:gd name="connsiteY8" fmla="*/ 163333 h 266438"/>
              <a:gd name="connsiteX9" fmla="*/ 134754 w 272792"/>
              <a:gd name="connsiteY9" fmla="*/ 1355 h 266438"/>
              <a:gd name="connsiteX10" fmla="*/ 136397 w 272792"/>
              <a:gd name="connsiteY10" fmla="*/ 0 h 26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92" h="266438">
                <a:moveTo>
                  <a:pt x="136397" y="0"/>
                </a:moveTo>
                <a:lnTo>
                  <a:pt x="138038" y="1354"/>
                </a:lnTo>
                <a:cubicBezTo>
                  <a:pt x="184147" y="47463"/>
                  <a:pt x="221461" y="102366"/>
                  <a:pt x="247247" y="163332"/>
                </a:cubicBezTo>
                <a:lnTo>
                  <a:pt x="272792" y="245625"/>
                </a:lnTo>
                <a:lnTo>
                  <a:pt x="239096" y="256085"/>
                </a:lnTo>
                <a:cubicBezTo>
                  <a:pt x="205923" y="262873"/>
                  <a:pt x="171576" y="266438"/>
                  <a:pt x="136396" y="266438"/>
                </a:cubicBezTo>
                <a:cubicBezTo>
                  <a:pt x="101216" y="266438"/>
                  <a:pt x="66869" y="262873"/>
                  <a:pt x="33696" y="256085"/>
                </a:cubicBezTo>
                <a:lnTo>
                  <a:pt x="0" y="245625"/>
                </a:lnTo>
                <a:lnTo>
                  <a:pt x="25545" y="163333"/>
                </a:lnTo>
                <a:cubicBezTo>
                  <a:pt x="51332" y="102367"/>
                  <a:pt x="88645" y="47464"/>
                  <a:pt x="134754" y="1355"/>
                </a:cubicBezTo>
                <a:lnTo>
                  <a:pt x="136397" y="0"/>
                </a:lnTo>
                <a:close/>
              </a:path>
            </a:pathLst>
          </a:custGeom>
          <a:solidFill>
            <a:schemeClr val="bg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文本框 21"/>
          <p:cNvSpPr txBox="1"/>
          <p:nvPr/>
        </p:nvSpPr>
        <p:spPr>
          <a:xfrm>
            <a:off x="6540443" y="3078350"/>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5657850" y="4405833"/>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7223569" y="4535799"/>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4043664" y="1641397"/>
            <a:ext cx="7176582" cy="646331"/>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3431393" y="4433759"/>
            <a:ext cx="2420078" cy="1754326"/>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a:t>
            </a:r>
            <a:endParaRPr lang="zh-CN" altLang="en-US" sz="1200"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9303392" y="4310599"/>
            <a:ext cx="2420078" cy="1754326"/>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a:t>
            </a:r>
            <a:endParaRPr lang="zh-CN" altLang="en-US" sz="1200" dirty="0">
              <a:latin typeface="微软雅黑" panose="020B0503020204020204" pitchFamily="34" charset="-122"/>
              <a:ea typeface="微软雅黑" panose="020B0503020204020204" pitchFamily="34" charset="-122"/>
            </a:endParaRPr>
          </a:p>
        </p:txBody>
      </p:sp>
      <p:sp>
        <p:nvSpPr>
          <p:cNvPr id="42" name="矩形 41"/>
          <p:cNvSpPr/>
          <p:nvPr/>
        </p:nvSpPr>
        <p:spPr>
          <a:xfrm>
            <a:off x="3463057" y="6216011"/>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9377474" y="6167663"/>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3787631" y="1641396"/>
            <a:ext cx="84507" cy="646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18"/>
          <p:cNvSpPr/>
          <p:nvPr/>
        </p:nvSpPr>
        <p:spPr bwMode="auto">
          <a:xfrm rot="1573306" flipH="1">
            <a:off x="5618388" y="2878463"/>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6" name="Freeform 18"/>
          <p:cNvSpPr/>
          <p:nvPr/>
        </p:nvSpPr>
        <p:spPr bwMode="auto">
          <a:xfrm rot="19761877" flipV="1">
            <a:off x="8990491" y="289347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7" name="Freeform 18"/>
          <p:cNvSpPr/>
          <p:nvPr/>
        </p:nvSpPr>
        <p:spPr bwMode="auto">
          <a:xfrm rot="5400000" flipV="1">
            <a:off x="7455237" y="5348511"/>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研究方法</a:t>
            </a:r>
            <a:endParaRPr lang="zh-CN" altLang="en-US" sz="2800" b="1" dirty="0">
              <a:latin typeface="微软雅黑" panose="020B0503020204020204" pitchFamily="34" charset="-122"/>
              <a:ea typeface="微软雅黑" panose="020B0503020204020204" pitchFamily="34" charset="-122"/>
            </a:endParaRPr>
          </a:p>
        </p:txBody>
      </p:sp>
      <p:grpSp>
        <p:nvGrpSpPr>
          <p:cNvPr id="87" name="组合 86"/>
          <p:cNvGrpSpPr/>
          <p:nvPr/>
        </p:nvGrpSpPr>
        <p:grpSpPr>
          <a:xfrm>
            <a:off x="7049520" y="1208896"/>
            <a:ext cx="1313397" cy="1651534"/>
            <a:chOff x="8091905" y="1675745"/>
            <a:chExt cx="1313397" cy="1651534"/>
          </a:xfrm>
        </p:grpSpPr>
        <p:grpSp>
          <p:nvGrpSpPr>
            <p:cNvPr id="36" name="组合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8174990" y="1675745"/>
              <a:ext cx="1230312" cy="504825"/>
              <a:chOff x="7434263" y="1960563"/>
              <a:chExt cx="1230312" cy="504825"/>
            </a:xfrm>
            <a:solidFill>
              <a:srgbClr val="2D2C3A"/>
            </a:solidFill>
          </p:grpSpPr>
          <p:sp>
            <p:nvSpPr>
              <p:cNvPr id="37"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8"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solidFill>
                <a:schemeClr val="accent1">
                  <a:lumMod val="60000"/>
                  <a:lumOff val="40000"/>
                </a:schemeClr>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61" name="组合 60"/>
            <p:cNvGrpSpPr/>
            <p:nvPr/>
          </p:nvGrpSpPr>
          <p:grpSpPr>
            <a:xfrm>
              <a:off x="8091905" y="2095638"/>
              <a:ext cx="1231641" cy="1231641"/>
              <a:chOff x="5113438" y="2105344"/>
              <a:chExt cx="1231641" cy="1231641"/>
            </a:xfrm>
          </p:grpSpPr>
          <p:sp>
            <p:nvSpPr>
              <p:cNvPr id="62" name="椭圆 61"/>
              <p:cNvSpPr/>
              <p:nvPr/>
            </p:nvSpPr>
            <p:spPr>
              <a:xfrm>
                <a:off x="5113438" y="2105344"/>
                <a:ext cx="1231641" cy="1231641"/>
              </a:xfrm>
              <a:prstGeom prst="ellipse">
                <a:avLst/>
              </a:pr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62"/>
              <p:cNvGrpSpPr/>
              <p:nvPr/>
            </p:nvGrpSpPr>
            <p:grpSpPr>
              <a:xfrm>
                <a:off x="5504988" y="2496894"/>
                <a:ext cx="448540" cy="448540"/>
                <a:chOff x="5394312" y="2141343"/>
                <a:chExt cx="359165" cy="359165"/>
              </a:xfrm>
              <a:solidFill>
                <a:schemeClr val="bg1"/>
              </a:solidFill>
            </p:grpSpPr>
            <p:sp>
              <p:nvSpPr>
                <p:cNvPr id="64"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5"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6"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grpSp>
        <p:nvGrpSpPr>
          <p:cNvPr id="89" name="组合 88"/>
          <p:cNvGrpSpPr/>
          <p:nvPr/>
        </p:nvGrpSpPr>
        <p:grpSpPr>
          <a:xfrm>
            <a:off x="4132380" y="1208896"/>
            <a:ext cx="1284713" cy="1651534"/>
            <a:chOff x="3459422" y="1675745"/>
            <a:chExt cx="1284713" cy="1651534"/>
          </a:xfrm>
        </p:grpSpPr>
        <p:grpSp>
          <p:nvGrpSpPr>
            <p:cNvPr id="30" name="组合 29"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3513823" y="1675745"/>
              <a:ext cx="1230312" cy="504825"/>
              <a:chOff x="7434263" y="1960563"/>
              <a:chExt cx="1230312" cy="504825"/>
            </a:xfrm>
            <a:solidFill>
              <a:srgbClr val="2D2C3A"/>
            </a:solidFill>
          </p:grpSpPr>
          <p:sp>
            <p:nvSpPr>
              <p:cNvPr id="31"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2"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67" name="组合 66"/>
            <p:cNvGrpSpPr/>
            <p:nvPr/>
          </p:nvGrpSpPr>
          <p:grpSpPr>
            <a:xfrm>
              <a:off x="3459422" y="2095638"/>
              <a:ext cx="1231641" cy="1231641"/>
              <a:chOff x="765384" y="2105344"/>
              <a:chExt cx="1231641" cy="1231641"/>
            </a:xfrm>
          </p:grpSpPr>
          <p:sp>
            <p:nvSpPr>
              <p:cNvPr id="68" name="椭圆 67"/>
              <p:cNvSpPr/>
              <p:nvPr/>
            </p:nvSpPr>
            <p:spPr>
              <a:xfrm>
                <a:off x="765384" y="2105344"/>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9" name="组合 162"/>
              <p:cNvGrpSpPr/>
              <p:nvPr/>
            </p:nvGrpSpPr>
            <p:grpSpPr bwMode="auto">
              <a:xfrm>
                <a:off x="1156187" y="2497138"/>
                <a:ext cx="450035" cy="448053"/>
                <a:chOff x="4675188" y="1422400"/>
                <a:chExt cx="360362" cy="358775"/>
              </a:xfrm>
              <a:solidFill>
                <a:schemeClr val="bg1"/>
              </a:solidFill>
            </p:grpSpPr>
            <p:sp>
              <p:nvSpPr>
                <p:cNvPr id="70" name="AutoShape 84"/>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1" name="AutoShape 85"/>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2" name="AutoShape 86"/>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3" name="AutoShape 87"/>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4" name="AutoShape 88"/>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5" name="AutoShape 89"/>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6" name="AutoShape 90"/>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7" name="AutoShape 91"/>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8" name="AutoShape 92"/>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9" name="AutoShape 93"/>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0" name="AutoShape 94"/>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1" name="AutoShape 95"/>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2" name="AutoShape 96"/>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sp>
        <p:nvSpPr>
          <p:cNvPr id="91" name="任意多边形: 形状 90"/>
          <p:cNvSpPr/>
          <p:nvPr/>
        </p:nvSpPr>
        <p:spPr>
          <a:xfrm>
            <a:off x="358977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grpSp>
        <p:nvGrpSpPr>
          <p:cNvPr id="104" name="组合 103"/>
          <p:cNvGrpSpPr/>
          <p:nvPr/>
        </p:nvGrpSpPr>
        <p:grpSpPr>
          <a:xfrm>
            <a:off x="9995344" y="1208896"/>
            <a:ext cx="1313397" cy="1651534"/>
            <a:chOff x="9073333" y="1730607"/>
            <a:chExt cx="1313397" cy="1651534"/>
          </a:xfrm>
        </p:grpSpPr>
        <p:grpSp>
          <p:nvGrpSpPr>
            <p:cNvPr id="94" name="组合 93"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9156418" y="1730607"/>
              <a:ext cx="1230312" cy="504825"/>
              <a:chOff x="7434263" y="1960563"/>
              <a:chExt cx="1230312" cy="504825"/>
            </a:xfrm>
            <a:solidFill>
              <a:srgbClr val="2D2C3A"/>
            </a:solidFill>
          </p:grpSpPr>
          <p:sp>
            <p:nvSpPr>
              <p:cNvPr id="101"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2"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sp>
          <p:nvSpPr>
            <p:cNvPr id="96" name="椭圆 95"/>
            <p:cNvSpPr/>
            <p:nvPr/>
          </p:nvSpPr>
          <p:spPr>
            <a:xfrm>
              <a:off x="9073333" y="2150500"/>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AutoShape 112"/>
            <p:cNvSpPr/>
            <p:nvPr/>
          </p:nvSpPr>
          <p:spPr bwMode="auto">
            <a:xfrm>
              <a:off x="9464135" y="2525417"/>
              <a:ext cx="450036" cy="44805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
        <p:nvSpPr>
          <p:cNvPr id="108" name="任意多边形: 形状 107"/>
          <p:cNvSpPr/>
          <p:nvPr/>
        </p:nvSpPr>
        <p:spPr>
          <a:xfrm>
            <a:off x="646532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60000"/>
              <a:lumOff val="4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09" name="任意多边形: 形状 108"/>
          <p:cNvSpPr/>
          <p:nvPr/>
        </p:nvSpPr>
        <p:spPr>
          <a:xfrm>
            <a:off x="9340875"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11" name="文本框 110"/>
          <p:cNvSpPr txBox="1"/>
          <p:nvPr/>
        </p:nvSpPr>
        <p:spPr>
          <a:xfrm>
            <a:off x="372805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2" name="文本框 111"/>
          <p:cNvSpPr txBox="1"/>
          <p:nvPr/>
        </p:nvSpPr>
        <p:spPr>
          <a:xfrm>
            <a:off x="663822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3" name="文本框 112"/>
          <p:cNvSpPr txBox="1"/>
          <p:nvPr/>
        </p:nvSpPr>
        <p:spPr>
          <a:xfrm>
            <a:off x="954839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4" name="文本框 113"/>
          <p:cNvSpPr txBox="1"/>
          <p:nvPr/>
        </p:nvSpPr>
        <p:spPr>
          <a:xfrm>
            <a:off x="3269323" y="3397633"/>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01</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5" name="文本框 114"/>
          <p:cNvSpPr txBox="1"/>
          <p:nvPr/>
        </p:nvSpPr>
        <p:spPr>
          <a:xfrm>
            <a:off x="6237372" y="3404822"/>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02</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9107848" y="3429000"/>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03</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3699005" y="4170639"/>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8" name="文本框 117"/>
          <p:cNvSpPr txBox="1"/>
          <p:nvPr/>
        </p:nvSpPr>
        <p:spPr>
          <a:xfrm>
            <a:off x="6553823" y="4096675"/>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9" name="文本框 118"/>
          <p:cNvSpPr txBox="1"/>
          <p:nvPr/>
        </p:nvSpPr>
        <p:spPr>
          <a:xfrm>
            <a:off x="9450104" y="4096674"/>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352241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428441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endParaRPr lang="zh-CN" altLang="en-US" sz="2800" b="1" dirty="0">
              <a:latin typeface="微软雅黑" panose="020B0503020204020204" pitchFamily="34" charset="-122"/>
              <a:ea typeface="微软雅黑" panose="020B0503020204020204" pitchFamily="34" charset="-122"/>
            </a:endParaRPr>
          </a:p>
        </p:txBody>
      </p:sp>
      <p:sp>
        <p:nvSpPr>
          <p:cNvPr id="21" name="箭头: 五边形 20"/>
          <p:cNvSpPr/>
          <p:nvPr/>
        </p:nvSpPr>
        <p:spPr>
          <a:xfrm>
            <a:off x="3635098" y="2328261"/>
            <a:ext cx="2917309" cy="902097"/>
          </a:xfrm>
          <a:prstGeom prst="homePlate">
            <a:avLst/>
          </a:prstGeom>
          <a:solidFill>
            <a:schemeClr val="accent1">
              <a:lumMod val="60000"/>
              <a:lumOff val="40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箭头: V 形 21"/>
          <p:cNvSpPr/>
          <p:nvPr/>
        </p:nvSpPr>
        <p:spPr>
          <a:xfrm>
            <a:off x="6212653" y="2328261"/>
            <a:ext cx="2492404"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3" name="箭头: V 形 22"/>
          <p:cNvSpPr/>
          <p:nvPr/>
        </p:nvSpPr>
        <p:spPr>
          <a:xfrm>
            <a:off x="8359572" y="2328261"/>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4" name="任意多边形: 形状 23"/>
          <p:cNvSpPr/>
          <p:nvPr/>
        </p:nvSpPr>
        <p:spPr>
          <a:xfrm flipH="1">
            <a:off x="10040972" y="2327168"/>
            <a:ext cx="1979578" cy="3044932"/>
          </a:xfrm>
          <a:custGeom>
            <a:avLst/>
            <a:gdLst>
              <a:gd name="connsiteX0" fmla="*/ 1522466 w 1979578"/>
              <a:gd name="connsiteY0" fmla="*/ 0 h 3044932"/>
              <a:gd name="connsiteX1" fmla="*/ 0 w 1979578"/>
              <a:gd name="connsiteY1" fmla="*/ 1522466 h 3044932"/>
              <a:gd name="connsiteX2" fmla="*/ 1522466 w 1979578"/>
              <a:gd name="connsiteY2" fmla="*/ 3044932 h 3044932"/>
              <a:gd name="connsiteX3" fmla="*/ 1528624 w 1979578"/>
              <a:gd name="connsiteY3" fmla="*/ 3044621 h 3044932"/>
              <a:gd name="connsiteX4" fmla="*/ 1528624 w 1979578"/>
              <a:gd name="connsiteY4" fmla="*/ 3044567 h 3044932"/>
              <a:gd name="connsiteX5" fmla="*/ 1530821 w 1979578"/>
              <a:gd name="connsiteY5" fmla="*/ 3044567 h 3044932"/>
              <a:gd name="connsiteX6" fmla="*/ 1979578 w 1979578"/>
              <a:gd name="connsiteY6" fmla="*/ 2595810 h 3044932"/>
              <a:gd name="connsiteX7" fmla="*/ 1530821 w 1979578"/>
              <a:gd name="connsiteY7" fmla="*/ 2147052 h 3044932"/>
              <a:gd name="connsiteX8" fmla="*/ 1528624 w 1979578"/>
              <a:gd name="connsiteY8" fmla="*/ 2147052 h 3044932"/>
              <a:gd name="connsiteX9" fmla="*/ 1528624 w 1979578"/>
              <a:gd name="connsiteY9" fmla="*/ 2146360 h 3044932"/>
              <a:gd name="connsiteX10" fmla="*/ 1522466 w 1979578"/>
              <a:gd name="connsiteY10" fmla="*/ 2146981 h 3044932"/>
              <a:gd name="connsiteX11" fmla="*/ 897951 w 1979578"/>
              <a:gd name="connsiteY11" fmla="*/ 1522466 h 3044932"/>
              <a:gd name="connsiteX12" fmla="*/ 1396604 w 1979578"/>
              <a:gd name="connsiteY12" fmla="*/ 910639 h 3044932"/>
              <a:gd name="connsiteX13" fmla="*/ 1515959 w 1979578"/>
              <a:gd name="connsiteY13" fmla="*/ 898607 h 3044932"/>
              <a:gd name="connsiteX14" fmla="*/ 1512515 w 1979578"/>
              <a:gd name="connsiteY14" fmla="*/ 898607 h 3044932"/>
              <a:gd name="connsiteX15" fmla="*/ 1063758 w 1979578"/>
              <a:gd name="connsiteY15" fmla="*/ 449850 h 3044932"/>
              <a:gd name="connsiteX16" fmla="*/ 1512515 w 1979578"/>
              <a:gd name="connsiteY16" fmla="*/ 1092 h 3044932"/>
              <a:gd name="connsiteX17" fmla="*/ 1528624 w 1979578"/>
              <a:gd name="connsiteY17" fmla="*/ 1092 h 3044932"/>
              <a:gd name="connsiteX18" fmla="*/ 1528624 w 1979578"/>
              <a:gd name="connsiteY18" fmla="*/ 311 h 3044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9578" h="3044932">
                <a:moveTo>
                  <a:pt x="1522466" y="0"/>
                </a:moveTo>
                <a:cubicBezTo>
                  <a:pt x="681631" y="0"/>
                  <a:pt x="0" y="681632"/>
                  <a:pt x="0" y="1522466"/>
                </a:cubicBezTo>
                <a:cubicBezTo>
                  <a:pt x="0" y="2363301"/>
                  <a:pt x="681631" y="3044932"/>
                  <a:pt x="1522466" y="3044932"/>
                </a:cubicBezTo>
                <a:lnTo>
                  <a:pt x="1528624" y="3044621"/>
                </a:lnTo>
                <a:lnTo>
                  <a:pt x="1528624" y="3044567"/>
                </a:lnTo>
                <a:lnTo>
                  <a:pt x="1530821" y="3044567"/>
                </a:lnTo>
                <a:lnTo>
                  <a:pt x="1979578" y="2595810"/>
                </a:lnTo>
                <a:lnTo>
                  <a:pt x="1530821" y="2147052"/>
                </a:lnTo>
                <a:lnTo>
                  <a:pt x="1528624" y="2147052"/>
                </a:lnTo>
                <a:lnTo>
                  <a:pt x="1528624" y="2146360"/>
                </a:lnTo>
                <a:lnTo>
                  <a:pt x="1522466" y="2146981"/>
                </a:lnTo>
                <a:cubicBezTo>
                  <a:pt x="1177556" y="2146981"/>
                  <a:pt x="897951" y="1867376"/>
                  <a:pt x="897951" y="1522466"/>
                </a:cubicBezTo>
                <a:cubicBezTo>
                  <a:pt x="897951" y="1220670"/>
                  <a:pt x="1112024" y="968873"/>
                  <a:pt x="1396604" y="910639"/>
                </a:cubicBezTo>
                <a:lnTo>
                  <a:pt x="1515959" y="898607"/>
                </a:lnTo>
                <a:lnTo>
                  <a:pt x="1512515" y="898607"/>
                </a:lnTo>
                <a:lnTo>
                  <a:pt x="1063758" y="449850"/>
                </a:lnTo>
                <a:lnTo>
                  <a:pt x="1512515" y="1092"/>
                </a:lnTo>
                <a:lnTo>
                  <a:pt x="1528624" y="1092"/>
                </a:lnTo>
                <a:lnTo>
                  <a:pt x="1528624" y="311"/>
                </a:lnTo>
                <a:close/>
              </a:path>
            </a:pathLst>
          </a:custGeom>
          <a:solidFill>
            <a:schemeClr val="bg1">
              <a:lumMod val="8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5" name="箭头: V 形 24"/>
          <p:cNvSpPr/>
          <p:nvPr/>
        </p:nvSpPr>
        <p:spPr>
          <a:xfrm flipH="1">
            <a:off x="7894726" y="4474585"/>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6" name="箭头: V 形 25"/>
          <p:cNvSpPr/>
          <p:nvPr/>
        </p:nvSpPr>
        <p:spPr>
          <a:xfrm flipH="1">
            <a:off x="5733572" y="4474585"/>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7" name="箭头: V 形 26"/>
          <p:cNvSpPr/>
          <p:nvPr/>
        </p:nvSpPr>
        <p:spPr>
          <a:xfrm flipH="1">
            <a:off x="3533773" y="4471331"/>
            <a:ext cx="2491201" cy="897515"/>
          </a:xfrm>
          <a:prstGeom prst="chevron">
            <a:avLst/>
          </a:prstGeom>
          <a:solidFill>
            <a:schemeClr val="accent1">
              <a:lumMod val="60000"/>
              <a:lumOff val="40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8" name="文本框 27"/>
          <p:cNvSpPr txBox="1"/>
          <p:nvPr/>
        </p:nvSpPr>
        <p:spPr>
          <a:xfrm>
            <a:off x="4391804"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3821503" y="3289089"/>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93" name="任意多边形: 形状 92"/>
          <p:cNvSpPr/>
          <p:nvPr/>
        </p:nvSpPr>
        <p:spPr>
          <a:xfrm>
            <a:off x="3659087"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5" name="任意多边形: 形状 94"/>
          <p:cNvSpPr/>
          <p:nvPr/>
        </p:nvSpPr>
        <p:spPr>
          <a:xfrm>
            <a:off x="6136453"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7" name="任意多边形: 形状 96"/>
          <p:cNvSpPr/>
          <p:nvPr/>
        </p:nvSpPr>
        <p:spPr>
          <a:xfrm>
            <a:off x="8621865"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8" name="任意多边形: 形状 97"/>
          <p:cNvSpPr/>
          <p:nvPr/>
        </p:nvSpPr>
        <p:spPr>
          <a:xfrm flipV="1">
            <a:off x="3659087"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9" name="任意多边形: 形状 98"/>
          <p:cNvSpPr/>
          <p:nvPr/>
        </p:nvSpPr>
        <p:spPr>
          <a:xfrm flipV="1">
            <a:off x="6145978"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0" name="任意多边形: 形状 99"/>
          <p:cNvSpPr/>
          <p:nvPr/>
        </p:nvSpPr>
        <p:spPr>
          <a:xfrm flipV="1">
            <a:off x="8621865"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0" name="文本框 119"/>
          <p:cNvSpPr txBox="1"/>
          <p:nvPr/>
        </p:nvSpPr>
        <p:spPr>
          <a:xfrm>
            <a:off x="6782652"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6121443" y="3305941"/>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8864634"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4" name="文本框 123"/>
          <p:cNvSpPr txBox="1"/>
          <p:nvPr/>
        </p:nvSpPr>
        <p:spPr>
          <a:xfrm>
            <a:off x="8284829" y="3289089"/>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6" name="椭圆 125"/>
          <p:cNvSpPr/>
          <p:nvPr/>
        </p:nvSpPr>
        <p:spPr>
          <a:xfrm>
            <a:off x="3532096" y="3303566"/>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文本框 127"/>
          <p:cNvSpPr txBox="1"/>
          <p:nvPr/>
        </p:nvSpPr>
        <p:spPr>
          <a:xfrm>
            <a:off x="3799339" y="405202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9" name="文本框 128"/>
          <p:cNvSpPr txBox="1"/>
          <p:nvPr/>
        </p:nvSpPr>
        <p:spPr>
          <a:xfrm>
            <a:off x="6107196" y="406929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30" name="文本框 129"/>
          <p:cNvSpPr txBox="1"/>
          <p:nvPr/>
        </p:nvSpPr>
        <p:spPr>
          <a:xfrm>
            <a:off x="8284829" y="405202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31" name="文本框 130"/>
          <p:cNvSpPr txBox="1"/>
          <p:nvPr/>
        </p:nvSpPr>
        <p:spPr>
          <a:xfrm>
            <a:off x="3878674"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6079022"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3" name="文本框 132"/>
          <p:cNvSpPr txBox="1"/>
          <p:nvPr/>
        </p:nvSpPr>
        <p:spPr>
          <a:xfrm>
            <a:off x="8284829"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4" name="文本框 133"/>
          <p:cNvSpPr txBox="1"/>
          <p:nvPr/>
        </p:nvSpPr>
        <p:spPr>
          <a:xfrm>
            <a:off x="3659087"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5" name="文本框 134"/>
          <p:cNvSpPr txBox="1"/>
          <p:nvPr/>
        </p:nvSpPr>
        <p:spPr>
          <a:xfrm>
            <a:off x="6177403"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6" name="文本框 135"/>
          <p:cNvSpPr txBox="1"/>
          <p:nvPr/>
        </p:nvSpPr>
        <p:spPr>
          <a:xfrm>
            <a:off x="8662815"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7" name="文本框 136"/>
          <p:cNvSpPr txBox="1"/>
          <p:nvPr/>
        </p:nvSpPr>
        <p:spPr>
          <a:xfrm>
            <a:off x="3659087"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8" name="文本框 137"/>
          <p:cNvSpPr txBox="1"/>
          <p:nvPr/>
        </p:nvSpPr>
        <p:spPr>
          <a:xfrm>
            <a:off x="6186928"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9" name="文本框 138"/>
          <p:cNvSpPr txBox="1"/>
          <p:nvPr/>
        </p:nvSpPr>
        <p:spPr>
          <a:xfrm>
            <a:off x="8662815"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40" name="图形 28" descr="已办事项"/>
          <p:cNvSpPr/>
          <p:nvPr/>
        </p:nvSpPr>
        <p:spPr>
          <a:xfrm>
            <a:off x="4062516" y="2646907"/>
            <a:ext cx="281620" cy="242193"/>
          </a:xfrm>
          <a:custGeom>
            <a:avLst/>
            <a:gdLst>
              <a:gd name="connsiteX0" fmla="*/ 225296 w 281620"/>
              <a:gd name="connsiteY0" fmla="*/ 118281 h 242193"/>
              <a:gd name="connsiteX1" fmla="*/ 157707 w 281620"/>
              <a:gd name="connsiteY1" fmla="*/ 185869 h 242193"/>
              <a:gd name="connsiteX2" fmla="*/ 187922 w 281620"/>
              <a:gd name="connsiteY2" fmla="*/ 242193 h 242193"/>
              <a:gd name="connsiteX3" fmla="*/ 11265 w 281620"/>
              <a:gd name="connsiteY3" fmla="*/ 242193 h 242193"/>
              <a:gd name="connsiteX4" fmla="*/ 0 w 281620"/>
              <a:gd name="connsiteY4" fmla="*/ 230929 h 242193"/>
              <a:gd name="connsiteX5" fmla="*/ 0 w 281620"/>
              <a:gd name="connsiteY5" fmla="*/ 22530 h 242193"/>
              <a:gd name="connsiteX6" fmla="*/ 11265 w 281620"/>
              <a:gd name="connsiteY6" fmla="*/ 11265 h 242193"/>
              <a:gd name="connsiteX7" fmla="*/ 50692 w 281620"/>
              <a:gd name="connsiteY7" fmla="*/ 11265 h 242193"/>
              <a:gd name="connsiteX8" fmla="*/ 50692 w 281620"/>
              <a:gd name="connsiteY8" fmla="*/ 22530 h 242193"/>
              <a:gd name="connsiteX9" fmla="*/ 61956 w 281620"/>
              <a:gd name="connsiteY9" fmla="*/ 33794 h 242193"/>
              <a:gd name="connsiteX10" fmla="*/ 152075 w 281620"/>
              <a:gd name="connsiteY10" fmla="*/ 33794 h 242193"/>
              <a:gd name="connsiteX11" fmla="*/ 163340 w 281620"/>
              <a:gd name="connsiteY11" fmla="*/ 22530 h 242193"/>
              <a:gd name="connsiteX12" fmla="*/ 163340 w 281620"/>
              <a:gd name="connsiteY12" fmla="*/ 11265 h 242193"/>
              <a:gd name="connsiteX13" fmla="*/ 214031 w 281620"/>
              <a:gd name="connsiteY13" fmla="*/ 11265 h 242193"/>
              <a:gd name="connsiteX14" fmla="*/ 225296 w 281620"/>
              <a:gd name="connsiteY14" fmla="*/ 22530 h 242193"/>
              <a:gd name="connsiteX15" fmla="*/ 225296 w 281620"/>
              <a:gd name="connsiteY15" fmla="*/ 118281 h 242193"/>
              <a:gd name="connsiteX16" fmla="*/ 73221 w 281620"/>
              <a:gd name="connsiteY16" fmla="*/ 0 h 242193"/>
              <a:gd name="connsiteX17" fmla="*/ 140810 w 281620"/>
              <a:gd name="connsiteY17" fmla="*/ 0 h 242193"/>
              <a:gd name="connsiteX18" fmla="*/ 152075 w 281620"/>
              <a:gd name="connsiteY18" fmla="*/ 11265 h 242193"/>
              <a:gd name="connsiteX19" fmla="*/ 140810 w 281620"/>
              <a:gd name="connsiteY19" fmla="*/ 22530 h 242193"/>
              <a:gd name="connsiteX20" fmla="*/ 73221 w 281620"/>
              <a:gd name="connsiteY20" fmla="*/ 22530 h 242193"/>
              <a:gd name="connsiteX21" fmla="*/ 61956 w 281620"/>
              <a:gd name="connsiteY21" fmla="*/ 11265 h 242193"/>
              <a:gd name="connsiteX22" fmla="*/ 73221 w 281620"/>
              <a:gd name="connsiteY22" fmla="*/ 0 h 242193"/>
              <a:gd name="connsiteX23" fmla="*/ 59140 w 281620"/>
              <a:gd name="connsiteY23" fmla="*/ 78854 h 242193"/>
              <a:gd name="connsiteX24" fmla="*/ 50692 w 281620"/>
              <a:gd name="connsiteY24" fmla="*/ 87302 h 242193"/>
              <a:gd name="connsiteX25" fmla="*/ 59140 w 281620"/>
              <a:gd name="connsiteY25" fmla="*/ 95751 h 242193"/>
              <a:gd name="connsiteX26" fmla="*/ 166156 w 281620"/>
              <a:gd name="connsiteY26" fmla="*/ 95751 h 242193"/>
              <a:gd name="connsiteX27" fmla="*/ 174604 w 281620"/>
              <a:gd name="connsiteY27" fmla="*/ 87302 h 242193"/>
              <a:gd name="connsiteX28" fmla="*/ 166156 w 281620"/>
              <a:gd name="connsiteY28" fmla="*/ 78854 h 242193"/>
              <a:gd name="connsiteX29" fmla="*/ 59140 w 281620"/>
              <a:gd name="connsiteY29" fmla="*/ 78854 h 242193"/>
              <a:gd name="connsiteX30" fmla="*/ 59140 w 281620"/>
              <a:gd name="connsiteY30" fmla="*/ 118281 h 242193"/>
              <a:gd name="connsiteX31" fmla="*/ 50692 w 281620"/>
              <a:gd name="connsiteY31" fmla="*/ 126729 h 242193"/>
              <a:gd name="connsiteX32" fmla="*/ 59140 w 281620"/>
              <a:gd name="connsiteY32" fmla="*/ 135178 h 242193"/>
              <a:gd name="connsiteX33" fmla="*/ 143626 w 281620"/>
              <a:gd name="connsiteY33" fmla="*/ 135178 h 242193"/>
              <a:gd name="connsiteX34" fmla="*/ 152075 w 281620"/>
              <a:gd name="connsiteY34" fmla="*/ 126729 h 242193"/>
              <a:gd name="connsiteX35" fmla="*/ 143626 w 281620"/>
              <a:gd name="connsiteY35" fmla="*/ 118281 h 242193"/>
              <a:gd name="connsiteX36" fmla="*/ 59140 w 281620"/>
              <a:gd name="connsiteY36" fmla="*/ 118281 h 242193"/>
              <a:gd name="connsiteX37" fmla="*/ 59140 w 281620"/>
              <a:gd name="connsiteY37" fmla="*/ 157707 h 242193"/>
              <a:gd name="connsiteX38" fmla="*/ 50692 w 281620"/>
              <a:gd name="connsiteY38" fmla="*/ 166156 h 242193"/>
              <a:gd name="connsiteX39" fmla="*/ 59140 w 281620"/>
              <a:gd name="connsiteY39" fmla="*/ 174605 h 242193"/>
              <a:gd name="connsiteX40" fmla="*/ 121097 w 281620"/>
              <a:gd name="connsiteY40" fmla="*/ 174605 h 242193"/>
              <a:gd name="connsiteX41" fmla="*/ 129545 w 281620"/>
              <a:gd name="connsiteY41" fmla="*/ 166156 h 242193"/>
              <a:gd name="connsiteX42" fmla="*/ 121097 w 281620"/>
              <a:gd name="connsiteY42" fmla="*/ 157707 h 242193"/>
              <a:gd name="connsiteX43" fmla="*/ 59140 w 281620"/>
              <a:gd name="connsiteY43" fmla="*/ 157707 h 242193"/>
              <a:gd name="connsiteX44" fmla="*/ 225296 w 281620"/>
              <a:gd name="connsiteY44" fmla="*/ 242193 h 242193"/>
              <a:gd name="connsiteX45" fmla="*/ 168972 w 281620"/>
              <a:gd name="connsiteY45" fmla="*/ 185869 h 242193"/>
              <a:gd name="connsiteX46" fmla="*/ 225296 w 281620"/>
              <a:gd name="connsiteY46" fmla="*/ 129545 h 242193"/>
              <a:gd name="connsiteX47" fmla="*/ 281620 w 281620"/>
              <a:gd name="connsiteY47" fmla="*/ 185869 h 242193"/>
              <a:gd name="connsiteX48" fmla="*/ 225296 w 281620"/>
              <a:gd name="connsiteY48" fmla="*/ 242193 h 242193"/>
              <a:gd name="connsiteX49" fmla="*/ 221030 w 281620"/>
              <a:gd name="connsiteY49" fmla="*/ 199868 h 242193"/>
              <a:gd name="connsiteX50" fmla="*/ 209082 w 281620"/>
              <a:gd name="connsiteY50" fmla="*/ 187919 h 242193"/>
              <a:gd name="connsiteX51" fmla="*/ 201116 w 281620"/>
              <a:gd name="connsiteY51" fmla="*/ 187919 h 242193"/>
              <a:gd name="connsiteX52" fmla="*/ 201116 w 281620"/>
              <a:gd name="connsiteY52" fmla="*/ 195884 h 242193"/>
              <a:gd name="connsiteX53" fmla="*/ 217048 w 281620"/>
              <a:gd name="connsiteY53" fmla="*/ 211816 h 242193"/>
              <a:gd name="connsiteX54" fmla="*/ 225013 w 281620"/>
              <a:gd name="connsiteY54" fmla="*/ 211816 h 242193"/>
              <a:gd name="connsiteX55" fmla="*/ 256875 w 281620"/>
              <a:gd name="connsiteY55" fmla="*/ 179954 h 242193"/>
              <a:gd name="connsiteX56" fmla="*/ 256875 w 281620"/>
              <a:gd name="connsiteY56" fmla="*/ 171989 h 242193"/>
              <a:gd name="connsiteX57" fmla="*/ 248909 w 281620"/>
              <a:gd name="connsiteY57" fmla="*/ 171989 h 242193"/>
              <a:gd name="connsiteX58" fmla="*/ 221030 w 281620"/>
              <a:gd name="connsiteY58" fmla="*/ 199868 h 24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81620" h="242193">
                <a:moveTo>
                  <a:pt x="225296" y="118281"/>
                </a:moveTo>
                <a:cubicBezTo>
                  <a:pt x="187968" y="118281"/>
                  <a:pt x="157707" y="148540"/>
                  <a:pt x="157707" y="185869"/>
                </a:cubicBezTo>
                <a:cubicBezTo>
                  <a:pt x="157707" y="209378"/>
                  <a:pt x="169710" y="230085"/>
                  <a:pt x="187922" y="242193"/>
                </a:cubicBezTo>
                <a:lnTo>
                  <a:pt x="11265" y="242193"/>
                </a:lnTo>
                <a:cubicBezTo>
                  <a:pt x="5043" y="242193"/>
                  <a:pt x="0" y="237149"/>
                  <a:pt x="0" y="230929"/>
                </a:cubicBezTo>
                <a:lnTo>
                  <a:pt x="0" y="22530"/>
                </a:lnTo>
                <a:cubicBezTo>
                  <a:pt x="0" y="16308"/>
                  <a:pt x="5043" y="11265"/>
                  <a:pt x="11265" y="11265"/>
                </a:cubicBezTo>
                <a:lnTo>
                  <a:pt x="50692" y="11265"/>
                </a:lnTo>
                <a:lnTo>
                  <a:pt x="50692" y="22530"/>
                </a:lnTo>
                <a:cubicBezTo>
                  <a:pt x="50692" y="28751"/>
                  <a:pt x="55735" y="33794"/>
                  <a:pt x="61956" y="33794"/>
                </a:cubicBezTo>
                <a:lnTo>
                  <a:pt x="152075" y="33794"/>
                </a:lnTo>
                <a:cubicBezTo>
                  <a:pt x="158296" y="33794"/>
                  <a:pt x="163340" y="28751"/>
                  <a:pt x="163340" y="22530"/>
                </a:cubicBezTo>
                <a:lnTo>
                  <a:pt x="163340" y="11265"/>
                </a:lnTo>
                <a:lnTo>
                  <a:pt x="214031" y="11265"/>
                </a:lnTo>
                <a:cubicBezTo>
                  <a:pt x="220252" y="11265"/>
                  <a:pt x="225296" y="16308"/>
                  <a:pt x="225296" y="22530"/>
                </a:cubicBezTo>
                <a:lnTo>
                  <a:pt x="225296" y="118281"/>
                </a:lnTo>
                <a:moveTo>
                  <a:pt x="73221" y="0"/>
                </a:moveTo>
                <a:lnTo>
                  <a:pt x="140810" y="0"/>
                </a:lnTo>
                <a:cubicBezTo>
                  <a:pt x="147031" y="0"/>
                  <a:pt x="152075" y="5044"/>
                  <a:pt x="152075" y="11265"/>
                </a:cubicBezTo>
                <a:cubicBezTo>
                  <a:pt x="152075" y="17486"/>
                  <a:pt x="147031" y="22530"/>
                  <a:pt x="140810" y="22530"/>
                </a:cubicBezTo>
                <a:lnTo>
                  <a:pt x="73221" y="22530"/>
                </a:lnTo>
                <a:cubicBezTo>
                  <a:pt x="67000" y="22530"/>
                  <a:pt x="61956" y="17486"/>
                  <a:pt x="61956" y="11265"/>
                </a:cubicBezTo>
                <a:cubicBezTo>
                  <a:pt x="61956" y="5044"/>
                  <a:pt x="67000" y="0"/>
                  <a:pt x="73221" y="0"/>
                </a:cubicBezTo>
                <a:moveTo>
                  <a:pt x="59140" y="78854"/>
                </a:moveTo>
                <a:cubicBezTo>
                  <a:pt x="54474" y="78854"/>
                  <a:pt x="50692" y="82636"/>
                  <a:pt x="50692" y="87302"/>
                </a:cubicBezTo>
                <a:cubicBezTo>
                  <a:pt x="50692" y="91969"/>
                  <a:pt x="54474" y="95751"/>
                  <a:pt x="59140" y="95751"/>
                </a:cubicBezTo>
                <a:lnTo>
                  <a:pt x="166156" y="95751"/>
                </a:lnTo>
                <a:cubicBezTo>
                  <a:pt x="170822" y="95751"/>
                  <a:pt x="174604" y="91969"/>
                  <a:pt x="174604" y="87302"/>
                </a:cubicBezTo>
                <a:cubicBezTo>
                  <a:pt x="174604" y="82636"/>
                  <a:pt x="170822" y="78854"/>
                  <a:pt x="166156" y="78854"/>
                </a:cubicBezTo>
                <a:lnTo>
                  <a:pt x="59140" y="78854"/>
                </a:lnTo>
                <a:moveTo>
                  <a:pt x="59140" y="118281"/>
                </a:moveTo>
                <a:cubicBezTo>
                  <a:pt x="54474" y="118281"/>
                  <a:pt x="50692" y="122063"/>
                  <a:pt x="50692" y="126729"/>
                </a:cubicBezTo>
                <a:cubicBezTo>
                  <a:pt x="50692" y="131396"/>
                  <a:pt x="54474" y="135178"/>
                  <a:pt x="59140" y="135178"/>
                </a:cubicBezTo>
                <a:lnTo>
                  <a:pt x="143626" y="135178"/>
                </a:lnTo>
                <a:cubicBezTo>
                  <a:pt x="148293" y="135178"/>
                  <a:pt x="152075" y="131396"/>
                  <a:pt x="152075" y="126729"/>
                </a:cubicBezTo>
                <a:cubicBezTo>
                  <a:pt x="152075" y="122063"/>
                  <a:pt x="148293" y="118281"/>
                  <a:pt x="143626" y="118281"/>
                </a:cubicBezTo>
                <a:lnTo>
                  <a:pt x="59140" y="118281"/>
                </a:lnTo>
                <a:moveTo>
                  <a:pt x="59140" y="157707"/>
                </a:moveTo>
                <a:cubicBezTo>
                  <a:pt x="54474" y="157707"/>
                  <a:pt x="50692" y="161489"/>
                  <a:pt x="50692" y="166156"/>
                </a:cubicBezTo>
                <a:cubicBezTo>
                  <a:pt x="50692" y="170822"/>
                  <a:pt x="54474" y="174605"/>
                  <a:pt x="59140" y="174605"/>
                </a:cubicBezTo>
                <a:lnTo>
                  <a:pt x="121097" y="174605"/>
                </a:lnTo>
                <a:cubicBezTo>
                  <a:pt x="125763" y="174605"/>
                  <a:pt x="129545" y="170822"/>
                  <a:pt x="129545" y="166156"/>
                </a:cubicBezTo>
                <a:cubicBezTo>
                  <a:pt x="129545" y="161489"/>
                  <a:pt x="125763" y="157707"/>
                  <a:pt x="121097" y="157707"/>
                </a:cubicBezTo>
                <a:lnTo>
                  <a:pt x="59140" y="157707"/>
                </a:lnTo>
                <a:moveTo>
                  <a:pt x="225296" y="242193"/>
                </a:moveTo>
                <a:cubicBezTo>
                  <a:pt x="194189" y="242193"/>
                  <a:pt x="168972" y="216976"/>
                  <a:pt x="168972" y="185869"/>
                </a:cubicBezTo>
                <a:cubicBezTo>
                  <a:pt x="168972" y="154762"/>
                  <a:pt x="194189" y="129545"/>
                  <a:pt x="225296" y="129545"/>
                </a:cubicBezTo>
                <a:cubicBezTo>
                  <a:pt x="256403" y="129545"/>
                  <a:pt x="281620" y="154762"/>
                  <a:pt x="281620" y="185869"/>
                </a:cubicBezTo>
                <a:cubicBezTo>
                  <a:pt x="281620" y="216976"/>
                  <a:pt x="256403" y="242193"/>
                  <a:pt x="225296" y="242193"/>
                </a:cubicBezTo>
                <a:moveTo>
                  <a:pt x="221030" y="199868"/>
                </a:moveTo>
                <a:lnTo>
                  <a:pt x="209082" y="187919"/>
                </a:lnTo>
                <a:cubicBezTo>
                  <a:pt x="206883" y="185720"/>
                  <a:pt x="203316" y="185720"/>
                  <a:pt x="201116" y="187919"/>
                </a:cubicBezTo>
                <a:cubicBezTo>
                  <a:pt x="198917" y="190119"/>
                  <a:pt x="198917" y="193685"/>
                  <a:pt x="201116" y="195884"/>
                </a:cubicBezTo>
                <a:lnTo>
                  <a:pt x="217048" y="211816"/>
                </a:lnTo>
                <a:cubicBezTo>
                  <a:pt x="219247" y="214015"/>
                  <a:pt x="222813" y="214015"/>
                  <a:pt x="225013" y="211816"/>
                </a:cubicBezTo>
                <a:lnTo>
                  <a:pt x="256875" y="179954"/>
                </a:lnTo>
                <a:cubicBezTo>
                  <a:pt x="259074" y="177754"/>
                  <a:pt x="259074" y="174188"/>
                  <a:pt x="256875" y="171989"/>
                </a:cubicBezTo>
                <a:cubicBezTo>
                  <a:pt x="254675" y="169788"/>
                  <a:pt x="251109" y="169788"/>
                  <a:pt x="248909" y="171989"/>
                </a:cubicBezTo>
                <a:lnTo>
                  <a:pt x="221030" y="199868"/>
                </a:lnTo>
              </a:path>
            </a:pathLst>
          </a:custGeom>
          <a:solidFill>
            <a:schemeClr val="bg1"/>
          </a:solidFill>
          <a:ln w="1079" cap="flat">
            <a:noFill/>
            <a:prstDash val="solid"/>
            <a:miter/>
          </a:ln>
        </p:spPr>
        <p:txBody>
          <a:bodyPr rtlCol="0" anchor="ctr"/>
          <a:lstStyle/>
          <a:p>
            <a:endParaRPr lang="zh-CN" altLang="en-US"/>
          </a:p>
        </p:txBody>
      </p:sp>
      <p:sp>
        <p:nvSpPr>
          <p:cNvPr id="141" name="图形 126" descr="时间"/>
          <p:cNvSpPr/>
          <p:nvPr/>
        </p:nvSpPr>
        <p:spPr>
          <a:xfrm>
            <a:off x="3585537" y="3357007"/>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352241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428441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endParaRPr lang="zh-CN" altLang="en-US" sz="2800" b="1" dirty="0">
              <a:latin typeface="微软雅黑" panose="020B0503020204020204" pitchFamily="34" charset="-122"/>
              <a:ea typeface="微软雅黑" panose="020B0503020204020204" pitchFamily="34" charset="-122"/>
            </a:endParaRPr>
          </a:p>
        </p:txBody>
      </p:sp>
      <p:sp>
        <p:nvSpPr>
          <p:cNvPr id="32" name="矩形 31"/>
          <p:cNvSpPr/>
          <p:nvPr/>
        </p:nvSpPr>
        <p:spPr>
          <a:xfrm>
            <a:off x="3396996"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912100"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3403600"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7918704"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6273639" y="2650331"/>
            <a:ext cx="2432372" cy="2432372"/>
          </a:xfrm>
          <a:prstGeom prst="ellipse">
            <a:avLst/>
          </a:prstGeom>
          <a:solidFill>
            <a:schemeClr val="bg1">
              <a:lumMod val="95000"/>
            </a:schemeClr>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750068" y="3112236"/>
            <a:ext cx="1504915" cy="1504915"/>
          </a:xfrm>
          <a:prstGeom prst="ellipse">
            <a:avLst/>
          </a:prstGeom>
          <a:ln>
            <a:noFill/>
          </a:ln>
          <a:effectLst>
            <a:outerShdw blurRad="254000" dist="127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6923087" y="4025962"/>
            <a:ext cx="1133475"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研究过程</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644470" y="1878781"/>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45" name="矩形: 剪去单角 44"/>
          <p:cNvSpPr/>
          <p:nvPr/>
        </p:nvSpPr>
        <p:spPr>
          <a:xfrm>
            <a:off x="4046538" y="1059330"/>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p:cNvSpPr/>
          <p:nvPr/>
        </p:nvSpPr>
        <p:spPr>
          <a:xfrm>
            <a:off x="4133850" y="1135549"/>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155910" y="1129807"/>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2" name="矩形: 剪去单角 51"/>
          <p:cNvSpPr/>
          <p:nvPr/>
        </p:nvSpPr>
        <p:spPr>
          <a:xfrm flipH="1">
            <a:off x="8671233" y="1059330"/>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52"/>
          <p:cNvSpPr/>
          <p:nvPr/>
        </p:nvSpPr>
        <p:spPr>
          <a:xfrm flipH="1">
            <a:off x="10727348" y="1135549"/>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8846143" y="1111206"/>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0" name="矩形: 剪去单角 59"/>
          <p:cNvSpPr/>
          <p:nvPr/>
        </p:nvSpPr>
        <p:spPr>
          <a:xfrm>
            <a:off x="4036320" y="5994967"/>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nvSpPr>
        <p:spPr>
          <a:xfrm>
            <a:off x="4123632" y="6071186"/>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4145692" y="6065444"/>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4" name="矩形: 剪去单角 63"/>
          <p:cNvSpPr/>
          <p:nvPr/>
        </p:nvSpPr>
        <p:spPr>
          <a:xfrm flipH="1">
            <a:off x="8661015" y="5994967"/>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p:cNvSpPr/>
          <p:nvPr/>
        </p:nvSpPr>
        <p:spPr>
          <a:xfrm flipH="1">
            <a:off x="10717130" y="6071186"/>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8835925" y="6046843"/>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3555806" y="4631025"/>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68" name="文本框 67"/>
          <p:cNvSpPr txBox="1"/>
          <p:nvPr/>
        </p:nvSpPr>
        <p:spPr>
          <a:xfrm>
            <a:off x="8441541" y="4663699"/>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69" name="文本框 68"/>
          <p:cNvSpPr txBox="1"/>
          <p:nvPr/>
        </p:nvSpPr>
        <p:spPr>
          <a:xfrm>
            <a:off x="8408780" y="1874980"/>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70" name="弧形 69"/>
          <p:cNvSpPr/>
          <p:nvPr/>
        </p:nvSpPr>
        <p:spPr>
          <a:xfrm>
            <a:off x="6515163" y="2891855"/>
            <a:ext cx="1949325" cy="1949325"/>
          </a:xfrm>
          <a:prstGeom prst="arc">
            <a:avLst>
              <a:gd name="adj1" fmla="val 14596398"/>
              <a:gd name="adj2" fmla="val 10284191"/>
            </a:avLst>
          </a:prstGeom>
          <a:ln w="53975">
            <a:gradFill flip="none" rotWithShape="1">
              <a:gsLst>
                <a:gs pos="0">
                  <a:schemeClr val="accent1">
                    <a:lumMod val="60000"/>
                    <a:lumOff val="40000"/>
                    <a:alpha val="0"/>
                  </a:schemeClr>
                </a:gs>
                <a:gs pos="100000">
                  <a:schemeClr val="accent1"/>
                </a:gs>
              </a:gsLst>
              <a:lin ang="5400000" scaled="1"/>
              <a:tileRect/>
            </a:gra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图形 43" descr="循环箭头"/>
          <p:cNvSpPr/>
          <p:nvPr/>
        </p:nvSpPr>
        <p:spPr>
          <a:xfrm>
            <a:off x="7182725" y="3389511"/>
            <a:ext cx="639600" cy="633302"/>
          </a:xfrm>
          <a:custGeom>
            <a:avLst/>
            <a:gdLst>
              <a:gd name="connsiteX0" fmla="*/ 176017 w 639600"/>
              <a:gd name="connsiteY0" fmla="*/ 503913 h 633302"/>
              <a:gd name="connsiteX1" fmla="*/ 306906 w 639600"/>
              <a:gd name="connsiteY1" fmla="*/ 503913 h 633302"/>
              <a:gd name="connsiteX2" fmla="*/ 306906 w 639600"/>
              <a:gd name="connsiteY2" fmla="*/ 612613 h 633302"/>
              <a:gd name="connsiteX3" fmla="*/ 137935 w 639600"/>
              <a:gd name="connsiteY3" fmla="*/ 614336 h 633302"/>
              <a:gd name="connsiteX4" fmla="*/ 30885 w 639600"/>
              <a:gd name="connsiteY4" fmla="*/ 503988 h 633302"/>
              <a:gd name="connsiteX5" fmla="*/ 176017 w 639600"/>
              <a:gd name="connsiteY5" fmla="*/ 503988 h 633302"/>
              <a:gd name="connsiteX6" fmla="*/ 176017 w 639600"/>
              <a:gd name="connsiteY6" fmla="*/ 503913 h 633302"/>
              <a:gd name="connsiteX7" fmla="*/ 387942 w 639600"/>
              <a:gd name="connsiteY7" fmla="*/ 474604 h 633302"/>
              <a:gd name="connsiteX8" fmla="*/ 387942 w 639600"/>
              <a:gd name="connsiteY8" fmla="*/ 503913 h 633302"/>
              <a:gd name="connsiteX9" fmla="*/ 506463 w 639600"/>
              <a:gd name="connsiteY9" fmla="*/ 503913 h 633302"/>
              <a:gd name="connsiteX10" fmla="*/ 506463 w 639600"/>
              <a:gd name="connsiteY10" fmla="*/ 503988 h 633302"/>
              <a:gd name="connsiteX11" fmla="*/ 608265 w 639600"/>
              <a:gd name="connsiteY11" fmla="*/ 503988 h 633302"/>
              <a:gd name="connsiteX12" fmla="*/ 498216 w 639600"/>
              <a:gd name="connsiteY12" fmla="*/ 610889 h 633302"/>
              <a:gd name="connsiteX13" fmla="*/ 382768 w 639600"/>
              <a:gd name="connsiteY13" fmla="*/ 610889 h 633302"/>
              <a:gd name="connsiteX14" fmla="*/ 384495 w 639600"/>
              <a:gd name="connsiteY14" fmla="*/ 633302 h 633302"/>
              <a:gd name="connsiteX15" fmla="*/ 334493 w 639600"/>
              <a:gd name="connsiteY15" fmla="*/ 557437 h 633302"/>
              <a:gd name="connsiteX16" fmla="*/ 387942 w 639600"/>
              <a:gd name="connsiteY16" fmla="*/ 474604 h 633302"/>
              <a:gd name="connsiteX17" fmla="*/ 75864 w 639600"/>
              <a:gd name="connsiteY17" fmla="*/ 331418 h 633302"/>
              <a:gd name="connsiteX18" fmla="*/ 158626 w 639600"/>
              <a:gd name="connsiteY18" fmla="*/ 384870 h 633302"/>
              <a:gd name="connsiteX19" fmla="*/ 129314 w 639600"/>
              <a:gd name="connsiteY19" fmla="*/ 384870 h 633302"/>
              <a:gd name="connsiteX20" fmla="*/ 129314 w 639600"/>
              <a:gd name="connsiteY20" fmla="*/ 495741 h 633302"/>
              <a:gd name="connsiteX21" fmla="*/ 22864 w 639600"/>
              <a:gd name="connsiteY21" fmla="*/ 495741 h 633302"/>
              <a:gd name="connsiteX22" fmla="*/ 22415 w 639600"/>
              <a:gd name="connsiteY22" fmla="*/ 495293 h 633302"/>
              <a:gd name="connsiteX23" fmla="*/ 22415 w 639600"/>
              <a:gd name="connsiteY23" fmla="*/ 379696 h 633302"/>
              <a:gd name="connsiteX24" fmla="*/ 0 w 639600"/>
              <a:gd name="connsiteY24" fmla="*/ 381420 h 633302"/>
              <a:gd name="connsiteX25" fmla="*/ 75864 w 639600"/>
              <a:gd name="connsiteY25" fmla="*/ 331418 h 633302"/>
              <a:gd name="connsiteX26" fmla="*/ 506836 w 639600"/>
              <a:gd name="connsiteY26" fmla="*/ 326247 h 633302"/>
              <a:gd name="connsiteX27" fmla="*/ 615463 w 639600"/>
              <a:gd name="connsiteY27" fmla="*/ 326247 h 633302"/>
              <a:gd name="connsiteX28" fmla="*/ 617187 w 639600"/>
              <a:gd name="connsiteY28" fmla="*/ 495293 h 633302"/>
              <a:gd name="connsiteX29" fmla="*/ 616809 w 639600"/>
              <a:gd name="connsiteY29" fmla="*/ 495741 h 633302"/>
              <a:gd name="connsiteX30" fmla="*/ 506836 w 639600"/>
              <a:gd name="connsiteY30" fmla="*/ 495741 h 633302"/>
              <a:gd name="connsiteX31" fmla="*/ 506836 w 639600"/>
              <a:gd name="connsiteY31" fmla="*/ 326247 h 633302"/>
              <a:gd name="connsiteX32" fmla="*/ 510286 w 639600"/>
              <a:gd name="connsiteY32" fmla="*/ 137785 h 633302"/>
              <a:gd name="connsiteX33" fmla="*/ 616809 w 639600"/>
              <a:gd name="connsiteY33" fmla="*/ 137785 h 633302"/>
              <a:gd name="connsiteX34" fmla="*/ 617187 w 639600"/>
              <a:gd name="connsiteY34" fmla="*/ 138235 h 633302"/>
              <a:gd name="connsiteX35" fmla="*/ 617187 w 639600"/>
              <a:gd name="connsiteY35" fmla="*/ 253829 h 633302"/>
              <a:gd name="connsiteX36" fmla="*/ 639600 w 639600"/>
              <a:gd name="connsiteY36" fmla="*/ 252105 h 633302"/>
              <a:gd name="connsiteX37" fmla="*/ 563735 w 639600"/>
              <a:gd name="connsiteY37" fmla="*/ 302182 h 633302"/>
              <a:gd name="connsiteX38" fmla="*/ 480974 w 639600"/>
              <a:gd name="connsiteY38" fmla="*/ 248658 h 633302"/>
              <a:gd name="connsiteX39" fmla="*/ 510286 w 639600"/>
              <a:gd name="connsiteY39" fmla="*/ 248658 h 633302"/>
              <a:gd name="connsiteX40" fmla="*/ 510286 w 639600"/>
              <a:gd name="connsiteY40" fmla="*/ 137785 h 633302"/>
              <a:gd name="connsiteX41" fmla="*/ 21890 w 639600"/>
              <a:gd name="connsiteY41" fmla="*/ 137785 h 633302"/>
              <a:gd name="connsiteX42" fmla="*/ 132013 w 639600"/>
              <a:gd name="connsiteY42" fmla="*/ 137785 h 633302"/>
              <a:gd name="connsiteX43" fmla="*/ 132013 w 639600"/>
              <a:gd name="connsiteY43" fmla="*/ 307131 h 633302"/>
              <a:gd name="connsiteX44" fmla="*/ 23389 w 639600"/>
              <a:gd name="connsiteY44" fmla="*/ 307131 h 633302"/>
              <a:gd name="connsiteX45" fmla="*/ 21665 w 639600"/>
              <a:gd name="connsiteY45" fmla="*/ 138085 h 633302"/>
              <a:gd name="connsiteX46" fmla="*/ 21890 w 639600"/>
              <a:gd name="connsiteY46" fmla="*/ 137785 h 633302"/>
              <a:gd name="connsiteX47" fmla="*/ 501664 w 639600"/>
              <a:gd name="connsiteY47" fmla="*/ 19191 h 633302"/>
              <a:gd name="connsiteX48" fmla="*/ 608714 w 639600"/>
              <a:gd name="connsiteY48" fmla="*/ 129539 h 633302"/>
              <a:gd name="connsiteX49" fmla="*/ 506463 w 639600"/>
              <a:gd name="connsiteY49" fmla="*/ 129539 h 633302"/>
              <a:gd name="connsiteX50" fmla="*/ 506463 w 639600"/>
              <a:gd name="connsiteY50" fmla="*/ 129614 h 633302"/>
              <a:gd name="connsiteX51" fmla="*/ 332769 w 639600"/>
              <a:gd name="connsiteY51" fmla="*/ 129614 h 633302"/>
              <a:gd name="connsiteX52" fmla="*/ 332769 w 639600"/>
              <a:gd name="connsiteY52" fmla="*/ 20915 h 633302"/>
              <a:gd name="connsiteX53" fmla="*/ 501664 w 639600"/>
              <a:gd name="connsiteY53" fmla="*/ 19191 h 633302"/>
              <a:gd name="connsiteX54" fmla="*/ 254356 w 639600"/>
              <a:gd name="connsiteY54" fmla="*/ 0 h 633302"/>
              <a:gd name="connsiteX55" fmla="*/ 304357 w 639600"/>
              <a:gd name="connsiteY55" fmla="*/ 75939 h 633302"/>
              <a:gd name="connsiteX56" fmla="*/ 250908 w 639600"/>
              <a:gd name="connsiteY56" fmla="*/ 158775 h 633302"/>
              <a:gd name="connsiteX57" fmla="*/ 250908 w 639600"/>
              <a:gd name="connsiteY57" fmla="*/ 129464 h 633302"/>
              <a:gd name="connsiteX58" fmla="*/ 132013 w 639600"/>
              <a:gd name="connsiteY58" fmla="*/ 129464 h 633302"/>
              <a:gd name="connsiteX59" fmla="*/ 132013 w 639600"/>
              <a:gd name="connsiteY59" fmla="*/ 129539 h 633302"/>
              <a:gd name="connsiteX60" fmla="*/ 30436 w 639600"/>
              <a:gd name="connsiteY60" fmla="*/ 129539 h 633302"/>
              <a:gd name="connsiteX61" fmla="*/ 140559 w 639600"/>
              <a:gd name="connsiteY61" fmla="*/ 22489 h 633302"/>
              <a:gd name="connsiteX62" fmla="*/ 256080 w 639600"/>
              <a:gd name="connsiteY62" fmla="*/ 22489 h 633302"/>
              <a:gd name="connsiteX63" fmla="*/ 254356 w 639600"/>
              <a:gd name="connsiteY63" fmla="*/ 0 h 633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39600" h="633302">
                <a:moveTo>
                  <a:pt x="176017" y="503913"/>
                </a:moveTo>
                <a:lnTo>
                  <a:pt x="306906" y="503913"/>
                </a:lnTo>
                <a:lnTo>
                  <a:pt x="306906" y="612613"/>
                </a:lnTo>
                <a:lnTo>
                  <a:pt x="137935" y="614336"/>
                </a:lnTo>
                <a:lnTo>
                  <a:pt x="30885" y="503988"/>
                </a:lnTo>
                <a:lnTo>
                  <a:pt x="176017" y="503988"/>
                </a:lnTo>
                <a:lnTo>
                  <a:pt x="176017" y="503913"/>
                </a:lnTo>
                <a:moveTo>
                  <a:pt x="387942" y="474604"/>
                </a:moveTo>
                <a:lnTo>
                  <a:pt x="387942" y="503913"/>
                </a:lnTo>
                <a:lnTo>
                  <a:pt x="506463" y="503913"/>
                </a:lnTo>
                <a:lnTo>
                  <a:pt x="506463" y="503988"/>
                </a:lnTo>
                <a:lnTo>
                  <a:pt x="608265" y="503988"/>
                </a:lnTo>
                <a:lnTo>
                  <a:pt x="498216" y="610889"/>
                </a:lnTo>
                <a:lnTo>
                  <a:pt x="382768" y="610889"/>
                </a:lnTo>
                <a:lnTo>
                  <a:pt x="384495" y="633302"/>
                </a:lnTo>
                <a:lnTo>
                  <a:pt x="334493" y="557437"/>
                </a:lnTo>
                <a:lnTo>
                  <a:pt x="387942" y="474604"/>
                </a:lnTo>
                <a:moveTo>
                  <a:pt x="75864" y="331418"/>
                </a:moveTo>
                <a:lnTo>
                  <a:pt x="158626" y="384870"/>
                </a:lnTo>
                <a:lnTo>
                  <a:pt x="129314" y="384870"/>
                </a:lnTo>
                <a:lnTo>
                  <a:pt x="129314" y="495741"/>
                </a:lnTo>
                <a:lnTo>
                  <a:pt x="22864" y="495741"/>
                </a:lnTo>
                <a:lnTo>
                  <a:pt x="22415" y="495293"/>
                </a:lnTo>
                <a:lnTo>
                  <a:pt x="22415" y="379696"/>
                </a:lnTo>
                <a:lnTo>
                  <a:pt x="0" y="381420"/>
                </a:lnTo>
                <a:lnTo>
                  <a:pt x="75864" y="331418"/>
                </a:lnTo>
                <a:moveTo>
                  <a:pt x="506836" y="326247"/>
                </a:moveTo>
                <a:lnTo>
                  <a:pt x="615463" y="326247"/>
                </a:lnTo>
                <a:lnTo>
                  <a:pt x="617187" y="495293"/>
                </a:lnTo>
                <a:lnTo>
                  <a:pt x="616809" y="495741"/>
                </a:lnTo>
                <a:lnTo>
                  <a:pt x="506836" y="495741"/>
                </a:lnTo>
                <a:lnTo>
                  <a:pt x="506836" y="326247"/>
                </a:lnTo>
                <a:moveTo>
                  <a:pt x="510286" y="137785"/>
                </a:moveTo>
                <a:lnTo>
                  <a:pt x="616809" y="137785"/>
                </a:lnTo>
                <a:lnTo>
                  <a:pt x="617187" y="138235"/>
                </a:lnTo>
                <a:lnTo>
                  <a:pt x="617187" y="253829"/>
                </a:lnTo>
                <a:lnTo>
                  <a:pt x="639600" y="252105"/>
                </a:lnTo>
                <a:lnTo>
                  <a:pt x="563735" y="302182"/>
                </a:lnTo>
                <a:lnTo>
                  <a:pt x="480974" y="248658"/>
                </a:lnTo>
                <a:lnTo>
                  <a:pt x="510286" y="248658"/>
                </a:lnTo>
                <a:lnTo>
                  <a:pt x="510286" y="137785"/>
                </a:lnTo>
                <a:moveTo>
                  <a:pt x="21890" y="137785"/>
                </a:moveTo>
                <a:lnTo>
                  <a:pt x="132013" y="137785"/>
                </a:lnTo>
                <a:lnTo>
                  <a:pt x="132013" y="307131"/>
                </a:lnTo>
                <a:lnTo>
                  <a:pt x="23389" y="307131"/>
                </a:lnTo>
                <a:lnTo>
                  <a:pt x="21665" y="138085"/>
                </a:lnTo>
                <a:lnTo>
                  <a:pt x="21890" y="137785"/>
                </a:lnTo>
                <a:moveTo>
                  <a:pt x="501664" y="19191"/>
                </a:moveTo>
                <a:lnTo>
                  <a:pt x="608714" y="129539"/>
                </a:lnTo>
                <a:lnTo>
                  <a:pt x="506463" y="129539"/>
                </a:lnTo>
                <a:lnTo>
                  <a:pt x="506463" y="129614"/>
                </a:lnTo>
                <a:lnTo>
                  <a:pt x="332769" y="129614"/>
                </a:lnTo>
                <a:lnTo>
                  <a:pt x="332769" y="20915"/>
                </a:lnTo>
                <a:lnTo>
                  <a:pt x="501664" y="19191"/>
                </a:lnTo>
                <a:moveTo>
                  <a:pt x="254356" y="0"/>
                </a:moveTo>
                <a:lnTo>
                  <a:pt x="304357" y="75939"/>
                </a:lnTo>
                <a:lnTo>
                  <a:pt x="250908" y="158775"/>
                </a:lnTo>
                <a:lnTo>
                  <a:pt x="250908" y="129464"/>
                </a:lnTo>
                <a:lnTo>
                  <a:pt x="132013" y="129464"/>
                </a:lnTo>
                <a:lnTo>
                  <a:pt x="132013" y="129539"/>
                </a:lnTo>
                <a:lnTo>
                  <a:pt x="30436" y="129539"/>
                </a:lnTo>
                <a:lnTo>
                  <a:pt x="140559" y="22489"/>
                </a:lnTo>
                <a:lnTo>
                  <a:pt x="256080" y="22489"/>
                </a:lnTo>
                <a:lnTo>
                  <a:pt x="254356" y="0"/>
                </a:lnTo>
              </a:path>
            </a:pathLst>
          </a:custGeom>
          <a:solidFill>
            <a:schemeClr val="bg1">
              <a:lumMod val="95000"/>
            </a:schemeClr>
          </a:solidFill>
          <a:ln w="2493" cap="flat">
            <a:noFill/>
            <a:prstDash val="solid"/>
            <a:miter/>
          </a:ln>
        </p:spPr>
        <p:txBody>
          <a:bodyPr rtlCol="0" anchor="ct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04</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结果与分析</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Result and Analysis</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研究结果</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预期对比</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数据分析</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p:cNvSpPr/>
          <p:nvPr/>
        </p:nvSpPr>
        <p:spPr>
          <a:xfrm>
            <a:off x="3762159" y="2123155"/>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研究结果</a:t>
            </a:r>
            <a:endParaRPr lang="zh-CN" altLang="en-US" sz="2800" b="1" dirty="0">
              <a:latin typeface="微软雅黑" panose="020B0503020204020204" pitchFamily="34" charset="-122"/>
              <a:ea typeface="微软雅黑" panose="020B0503020204020204" pitchFamily="34" charset="-122"/>
            </a:endParaRPr>
          </a:p>
        </p:txBody>
      </p:sp>
      <p:sp>
        <p:nvSpPr>
          <p:cNvPr id="35" name="圆角矩形 15"/>
          <p:cNvSpPr/>
          <p:nvPr/>
        </p:nvSpPr>
        <p:spPr>
          <a:xfrm>
            <a:off x="4642803" y="1240237"/>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01</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36" name="对角圆角矩形 1"/>
          <p:cNvSpPr/>
          <p:nvPr/>
        </p:nvSpPr>
        <p:spPr>
          <a:xfrm>
            <a:off x="3599815" y="1084268"/>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4411345" y="1676591"/>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57" name="文本框 56"/>
          <p:cNvSpPr txBox="1"/>
          <p:nvPr/>
        </p:nvSpPr>
        <p:spPr>
          <a:xfrm>
            <a:off x="3818565" y="2331018"/>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64" name="矩形: 圆角 63"/>
          <p:cNvSpPr/>
          <p:nvPr/>
        </p:nvSpPr>
        <p:spPr>
          <a:xfrm>
            <a:off x="8168012" y="2123155"/>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15"/>
          <p:cNvSpPr/>
          <p:nvPr/>
        </p:nvSpPr>
        <p:spPr>
          <a:xfrm>
            <a:off x="9048656" y="1240237"/>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02</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66" name="对角圆角矩形 1"/>
          <p:cNvSpPr/>
          <p:nvPr/>
        </p:nvSpPr>
        <p:spPr>
          <a:xfrm>
            <a:off x="8005668" y="1084268"/>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8817198" y="1676591"/>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68" name="文本框 67"/>
          <p:cNvSpPr txBox="1"/>
          <p:nvPr/>
        </p:nvSpPr>
        <p:spPr>
          <a:xfrm>
            <a:off x="8224418" y="2331018"/>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9" name="矩形: 圆角 78"/>
          <p:cNvSpPr/>
          <p:nvPr/>
        </p:nvSpPr>
        <p:spPr>
          <a:xfrm>
            <a:off x="3762159" y="5024687"/>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圆角矩形 15"/>
          <p:cNvSpPr/>
          <p:nvPr/>
        </p:nvSpPr>
        <p:spPr>
          <a:xfrm>
            <a:off x="4642803" y="4141769"/>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03</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81" name="对角圆角矩形 1"/>
          <p:cNvSpPr/>
          <p:nvPr/>
        </p:nvSpPr>
        <p:spPr>
          <a:xfrm>
            <a:off x="3599815" y="3985800"/>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p:cNvSpPr txBox="1"/>
          <p:nvPr/>
        </p:nvSpPr>
        <p:spPr>
          <a:xfrm>
            <a:off x="4411345" y="4578123"/>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83" name="文本框 82"/>
          <p:cNvSpPr txBox="1"/>
          <p:nvPr/>
        </p:nvSpPr>
        <p:spPr>
          <a:xfrm>
            <a:off x="3818565" y="5232550"/>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84" name="矩形: 圆角 83"/>
          <p:cNvSpPr/>
          <p:nvPr/>
        </p:nvSpPr>
        <p:spPr>
          <a:xfrm>
            <a:off x="8168012" y="5024687"/>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圆角矩形 15"/>
          <p:cNvSpPr/>
          <p:nvPr/>
        </p:nvSpPr>
        <p:spPr>
          <a:xfrm>
            <a:off x="9048656" y="4141769"/>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04</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86" name="对角圆角矩形 1"/>
          <p:cNvSpPr/>
          <p:nvPr/>
        </p:nvSpPr>
        <p:spPr>
          <a:xfrm>
            <a:off x="8005668" y="3985800"/>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8817198" y="4578123"/>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88" name="文本框 87"/>
          <p:cNvSpPr txBox="1"/>
          <p:nvPr/>
        </p:nvSpPr>
        <p:spPr>
          <a:xfrm>
            <a:off x="8224418" y="5232550"/>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45320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52940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预期对比</a:t>
            </a:r>
            <a:endParaRPr lang="zh-CN" altLang="en-US" sz="2800" b="1" dirty="0">
              <a:latin typeface="微软雅黑" panose="020B0503020204020204" pitchFamily="34" charset="-122"/>
              <a:ea typeface="微软雅黑" panose="020B0503020204020204" pitchFamily="34" charset="-122"/>
            </a:endParaRPr>
          </a:p>
        </p:txBody>
      </p:sp>
      <p:sp>
        <p:nvSpPr>
          <p:cNvPr id="13" name="椭圆 12"/>
          <p:cNvSpPr/>
          <p:nvPr/>
        </p:nvSpPr>
        <p:spPr>
          <a:xfrm>
            <a:off x="6347039" y="2055955"/>
            <a:ext cx="2513391" cy="2513391"/>
          </a:xfrm>
          <a:prstGeom prst="ellipse">
            <a:avLst/>
          </a:prstGeom>
          <a:solidFill>
            <a:schemeClr val="accent1">
              <a:lumMod val="20000"/>
              <a:lumOff val="80000"/>
              <a:alpha val="20000"/>
            </a:schemeClr>
          </a:solidFill>
          <a:ln>
            <a:noFill/>
          </a:ln>
          <a:effectLst>
            <a:outerShdw blurRad="254000" sx="102000" sy="102000" algn="ctr" rotWithShape="0">
              <a:schemeClr val="accent1">
                <a:lumMod val="20000"/>
                <a:lumOff val="8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a:latin typeface="+mn-ea"/>
            </a:endParaRPr>
          </a:p>
        </p:txBody>
      </p:sp>
      <p:sp>
        <p:nvSpPr>
          <p:cNvPr id="15" name="任意多边形: 形状 14"/>
          <p:cNvSpPr/>
          <p:nvPr/>
        </p:nvSpPr>
        <p:spPr>
          <a:xfrm>
            <a:off x="6543647" y="2253472"/>
            <a:ext cx="1338642" cy="2034228"/>
          </a:xfrm>
          <a:custGeom>
            <a:avLst/>
            <a:gdLst>
              <a:gd name="connsiteX0" fmla="*/ 1064895 w 1338642"/>
              <a:gd name="connsiteY0" fmla="*/ 0 h 2034228"/>
              <a:gd name="connsiteX1" fmla="*/ 1279508 w 1338642"/>
              <a:gd name="connsiteY1" fmla="*/ 21635 h 2034228"/>
              <a:gd name="connsiteX2" fmla="*/ 1338642 w 1338642"/>
              <a:gd name="connsiteY2" fmla="*/ 36840 h 2034228"/>
              <a:gd name="connsiteX3" fmla="*/ 625734 w 1338642"/>
              <a:gd name="connsiteY3" fmla="*/ 2034228 h 2034228"/>
              <a:gd name="connsiteX4" fmla="*/ 557303 w 1338642"/>
              <a:gd name="connsiteY4" fmla="*/ 2001263 h 2034228"/>
              <a:gd name="connsiteX5" fmla="*/ 0 w 1338642"/>
              <a:gd name="connsiteY5" fmla="*/ 1064895 h 2034228"/>
              <a:gd name="connsiteX6" fmla="*/ 1064895 w 1338642"/>
              <a:gd name="connsiteY6" fmla="*/ 0 h 203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8642" h="2034228">
                <a:moveTo>
                  <a:pt x="1064895" y="0"/>
                </a:moveTo>
                <a:cubicBezTo>
                  <a:pt x="1138411" y="0"/>
                  <a:pt x="1210187" y="7450"/>
                  <a:pt x="1279508" y="21635"/>
                </a:cubicBezTo>
                <a:lnTo>
                  <a:pt x="1338642" y="36840"/>
                </a:lnTo>
                <a:lnTo>
                  <a:pt x="625734" y="2034228"/>
                </a:lnTo>
                <a:lnTo>
                  <a:pt x="557303" y="2001263"/>
                </a:lnTo>
                <a:cubicBezTo>
                  <a:pt x="225349" y="1820934"/>
                  <a:pt x="0" y="1469231"/>
                  <a:pt x="0" y="1064895"/>
                </a:cubicBezTo>
                <a:cubicBezTo>
                  <a:pt x="0" y="476770"/>
                  <a:pt x="476770" y="0"/>
                  <a:pt x="1064895"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7" name="任意多边形: 形状 16"/>
          <p:cNvSpPr/>
          <p:nvPr/>
        </p:nvSpPr>
        <p:spPr>
          <a:xfrm>
            <a:off x="7313915" y="2339664"/>
            <a:ext cx="1359522" cy="2043598"/>
          </a:xfrm>
          <a:custGeom>
            <a:avLst/>
            <a:gdLst>
              <a:gd name="connsiteX0" fmla="*/ 714336 w 1359522"/>
              <a:gd name="connsiteY0" fmla="*/ 0 h 2043598"/>
              <a:gd name="connsiteX1" fmla="*/ 802219 w 1359522"/>
              <a:gd name="connsiteY1" fmla="*/ 42335 h 2043598"/>
              <a:gd name="connsiteX2" fmla="*/ 1359522 w 1359522"/>
              <a:gd name="connsiteY2" fmla="*/ 978703 h 2043598"/>
              <a:gd name="connsiteX3" fmla="*/ 294627 w 1359522"/>
              <a:gd name="connsiteY3" fmla="*/ 2043598 h 2043598"/>
              <a:gd name="connsiteX4" fmla="*/ 80014 w 1359522"/>
              <a:gd name="connsiteY4" fmla="*/ 2021963 h 2043598"/>
              <a:gd name="connsiteX5" fmla="*/ 0 w 1359522"/>
              <a:gd name="connsiteY5" fmla="*/ 2001389 h 2043598"/>
              <a:gd name="connsiteX6" fmla="*/ 714336 w 1359522"/>
              <a:gd name="connsiteY6" fmla="*/ 0 h 204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522" h="2043598">
                <a:moveTo>
                  <a:pt x="714336" y="0"/>
                </a:moveTo>
                <a:lnTo>
                  <a:pt x="802219" y="42335"/>
                </a:lnTo>
                <a:cubicBezTo>
                  <a:pt x="1134174" y="222664"/>
                  <a:pt x="1359522" y="574367"/>
                  <a:pt x="1359522" y="978703"/>
                </a:cubicBezTo>
                <a:cubicBezTo>
                  <a:pt x="1359522" y="1566828"/>
                  <a:pt x="882752" y="2043598"/>
                  <a:pt x="294627" y="2043598"/>
                </a:cubicBezTo>
                <a:cubicBezTo>
                  <a:pt x="221112" y="2043598"/>
                  <a:pt x="149336" y="2036149"/>
                  <a:pt x="80014" y="2021963"/>
                </a:cubicBezTo>
                <a:lnTo>
                  <a:pt x="0" y="2001389"/>
                </a:lnTo>
                <a:lnTo>
                  <a:pt x="714336"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8" name="椭圆 17"/>
          <p:cNvSpPr/>
          <p:nvPr/>
        </p:nvSpPr>
        <p:spPr>
          <a:xfrm>
            <a:off x="7214554" y="2881405"/>
            <a:ext cx="778362" cy="778362"/>
          </a:xfrm>
          <a:prstGeom prst="ellipse">
            <a:avLst/>
          </a:pr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000" b="1" dirty="0">
                <a:latin typeface="+mn-ea"/>
              </a:rPr>
              <a:t>VS</a:t>
            </a:r>
            <a:endParaRPr lang="zh-CN" altLang="en-US" sz="2000" b="1" dirty="0">
              <a:latin typeface="+mn-ea"/>
            </a:endParaRPr>
          </a:p>
        </p:txBody>
      </p:sp>
      <p:sp>
        <p:nvSpPr>
          <p:cNvPr id="21" name="弧形 20"/>
          <p:cNvSpPr/>
          <p:nvPr/>
        </p:nvSpPr>
        <p:spPr>
          <a:xfrm>
            <a:off x="6438543" y="2142650"/>
            <a:ext cx="2340000" cy="2340000"/>
          </a:xfrm>
          <a:prstGeom prst="arc">
            <a:avLst/>
          </a:prstGeom>
          <a:ln>
            <a:gradFill>
              <a:gsLst>
                <a:gs pos="0">
                  <a:schemeClr val="accent1"/>
                </a:gs>
                <a:gs pos="100000">
                  <a:schemeClr val="accent1">
                    <a:lumMod val="20000"/>
                    <a:lumOff val="8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p:cNvSpPr/>
          <p:nvPr/>
        </p:nvSpPr>
        <p:spPr>
          <a:xfrm>
            <a:off x="6433028" y="2142650"/>
            <a:ext cx="2340000" cy="2340000"/>
          </a:xfrm>
          <a:prstGeom prst="arc">
            <a:avLst>
              <a:gd name="adj1" fmla="val 5862385"/>
              <a:gd name="adj2" fmla="val 10858676"/>
            </a:avLst>
          </a:prstGeom>
          <a:ln>
            <a:gradFill>
              <a:gsLst>
                <a:gs pos="0">
                  <a:schemeClr val="accent1">
                    <a:lumMod val="20000"/>
                    <a:lumOff val="8000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p:cNvSpPr txBox="1"/>
          <p:nvPr/>
        </p:nvSpPr>
        <p:spPr>
          <a:xfrm>
            <a:off x="6765478" y="2811564"/>
            <a:ext cx="338449" cy="646331"/>
          </a:xfrm>
          <a:prstGeom prst="rect">
            <a:avLst/>
          </a:prstGeom>
          <a:noFill/>
        </p:spPr>
        <p:txBody>
          <a:bodyPr wrap="square" rtlCol="0">
            <a:spAutoFit/>
          </a:bodyPr>
          <a:lstStyle/>
          <a:p>
            <a:pPr algn="ctr"/>
            <a:r>
              <a:rPr lang="zh-CN" altLang="en-US" dirty="0">
                <a:solidFill>
                  <a:schemeClr val="bg1"/>
                </a:solidFill>
              </a:rPr>
              <a:t>预期</a:t>
            </a:r>
            <a:endParaRPr lang="zh-CN" altLang="en-US" dirty="0">
              <a:solidFill>
                <a:schemeClr val="bg1"/>
              </a:solidFill>
            </a:endParaRPr>
          </a:p>
        </p:txBody>
      </p:sp>
      <p:sp>
        <p:nvSpPr>
          <p:cNvPr id="24" name="文本框 23"/>
          <p:cNvSpPr txBox="1"/>
          <p:nvPr/>
        </p:nvSpPr>
        <p:spPr>
          <a:xfrm>
            <a:off x="8092277" y="3263900"/>
            <a:ext cx="338449" cy="646331"/>
          </a:xfrm>
          <a:prstGeom prst="rect">
            <a:avLst/>
          </a:prstGeom>
          <a:noFill/>
        </p:spPr>
        <p:txBody>
          <a:bodyPr wrap="square" rtlCol="0">
            <a:spAutoFit/>
          </a:bodyPr>
          <a:lstStyle/>
          <a:p>
            <a:pPr algn="ctr"/>
            <a:r>
              <a:rPr lang="zh-CN" altLang="en-US" dirty="0">
                <a:solidFill>
                  <a:schemeClr val="bg1"/>
                </a:solidFill>
              </a:rPr>
              <a:t>实际</a:t>
            </a:r>
            <a:endParaRPr lang="zh-CN" altLang="en-US" dirty="0">
              <a:solidFill>
                <a:schemeClr val="bg1"/>
              </a:solidFill>
            </a:endParaRPr>
          </a:p>
        </p:txBody>
      </p:sp>
      <p:sp>
        <p:nvSpPr>
          <p:cNvPr id="25" name="任意多边形: 形状 24"/>
          <p:cNvSpPr/>
          <p:nvPr/>
        </p:nvSpPr>
        <p:spPr>
          <a:xfrm>
            <a:off x="3244045" y="1258557"/>
            <a:ext cx="3822139" cy="4010685"/>
          </a:xfrm>
          <a:custGeom>
            <a:avLst/>
            <a:gdLst>
              <a:gd name="connsiteX0" fmla="*/ 247963 w 3822139"/>
              <a:gd name="connsiteY0" fmla="*/ 0 h 4010685"/>
              <a:gd name="connsiteX1" fmla="*/ 3553395 w 3822139"/>
              <a:gd name="connsiteY1" fmla="*/ 10391 h 4010685"/>
              <a:gd name="connsiteX2" fmla="*/ 3822139 w 3822139"/>
              <a:gd name="connsiteY2" fmla="*/ 383045 h 4010685"/>
              <a:gd name="connsiteX3" fmla="*/ 3794734 w 3822139"/>
              <a:gd name="connsiteY3" fmla="*/ 694211 h 4010685"/>
              <a:gd name="connsiteX4" fmla="*/ 3784853 w 3822139"/>
              <a:gd name="connsiteY4" fmla="*/ 806347 h 4010685"/>
              <a:gd name="connsiteX5" fmla="*/ 3711368 w 3822139"/>
              <a:gd name="connsiteY5" fmla="*/ 833243 h 4010685"/>
              <a:gd name="connsiteX6" fmla="*/ 2934449 w 3822139"/>
              <a:gd name="connsiteY6" fmla="*/ 2005342 h 4010685"/>
              <a:gd name="connsiteX7" fmla="*/ 3600172 w 3822139"/>
              <a:gd name="connsiteY7" fmla="*/ 3123875 h 4010685"/>
              <a:gd name="connsiteX8" fmla="*/ 3602129 w 3822139"/>
              <a:gd name="connsiteY8" fmla="*/ 3124818 h 4010685"/>
              <a:gd name="connsiteX9" fmla="*/ 3597819 w 3822139"/>
              <a:gd name="connsiteY9" fmla="*/ 3180175 h 4010685"/>
              <a:gd name="connsiteX10" fmla="*/ 3551976 w 3822139"/>
              <a:gd name="connsiteY10" fmla="*/ 3762722 h 4010685"/>
              <a:gd name="connsiteX11" fmla="*/ 3304013 w 3822139"/>
              <a:gd name="connsiteY11" fmla="*/ 4010685 h 4010685"/>
              <a:gd name="connsiteX12" fmla="*/ 247963 w 3822139"/>
              <a:gd name="connsiteY12" fmla="*/ 4010685 h 4010685"/>
              <a:gd name="connsiteX13" fmla="*/ 0 w 3822139"/>
              <a:gd name="connsiteY13" fmla="*/ 3762722 h 4010685"/>
              <a:gd name="connsiteX14" fmla="*/ 0 w 3822139"/>
              <a:gd name="connsiteY14" fmla="*/ 247963 h 4010685"/>
              <a:gd name="connsiteX15" fmla="*/ 247963 w 3822139"/>
              <a:gd name="connsiteY15" fmla="*/ 0 h 40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2139" h="4010685">
                <a:moveTo>
                  <a:pt x="247963" y="0"/>
                </a:moveTo>
                <a:lnTo>
                  <a:pt x="3553395" y="10391"/>
                </a:lnTo>
                <a:cubicBezTo>
                  <a:pt x="3794250" y="51955"/>
                  <a:pt x="3822139" y="246099"/>
                  <a:pt x="3822139" y="383045"/>
                </a:cubicBezTo>
                <a:cubicBezTo>
                  <a:pt x="3812398" y="493692"/>
                  <a:pt x="3803275" y="597267"/>
                  <a:pt x="3794734" y="694211"/>
                </a:cubicBezTo>
                <a:lnTo>
                  <a:pt x="3784853" y="806347"/>
                </a:lnTo>
                <a:lnTo>
                  <a:pt x="3711368" y="833243"/>
                </a:lnTo>
                <a:cubicBezTo>
                  <a:pt x="3254805" y="1026353"/>
                  <a:pt x="2934449" y="1478436"/>
                  <a:pt x="2934449" y="2005342"/>
                </a:cubicBezTo>
                <a:cubicBezTo>
                  <a:pt x="2934449" y="2488340"/>
                  <a:pt x="3203637" y="2908465"/>
                  <a:pt x="3600172" y="3123875"/>
                </a:cubicBezTo>
                <a:lnTo>
                  <a:pt x="3602129" y="3124818"/>
                </a:lnTo>
                <a:lnTo>
                  <a:pt x="3597819" y="3180175"/>
                </a:lnTo>
                <a:cubicBezTo>
                  <a:pt x="3584691" y="3348424"/>
                  <a:pt x="3569511" y="3541428"/>
                  <a:pt x="3551976" y="3762722"/>
                </a:cubicBezTo>
                <a:cubicBezTo>
                  <a:pt x="3551976" y="3899668"/>
                  <a:pt x="3440959" y="4010685"/>
                  <a:pt x="3304013" y="4010685"/>
                </a:cubicBezTo>
                <a:lnTo>
                  <a:pt x="247963" y="4010685"/>
                </a:lnTo>
                <a:cubicBezTo>
                  <a:pt x="111017" y="4010685"/>
                  <a:pt x="0" y="3899668"/>
                  <a:pt x="0" y="3762722"/>
                </a:cubicBezTo>
                <a:lnTo>
                  <a:pt x="0" y="247963"/>
                </a:lnTo>
                <a:cubicBezTo>
                  <a:pt x="0" y="111017"/>
                  <a:pt x="111017" y="0"/>
                  <a:pt x="247963" y="0"/>
                </a:cubicBezTo>
                <a:close/>
              </a:path>
            </a:pathLst>
          </a:custGeom>
          <a:solidFill>
            <a:schemeClr val="accent1">
              <a:lumMod val="20000"/>
              <a:lumOff val="80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7" name="任意多边形: 形状 26"/>
          <p:cNvSpPr/>
          <p:nvPr/>
        </p:nvSpPr>
        <p:spPr>
          <a:xfrm>
            <a:off x="8082395" y="1258556"/>
            <a:ext cx="3822139" cy="4010685"/>
          </a:xfrm>
          <a:custGeom>
            <a:avLst/>
            <a:gdLst>
              <a:gd name="connsiteX0" fmla="*/ 518126 w 3822139"/>
              <a:gd name="connsiteY0" fmla="*/ 0 h 4010685"/>
              <a:gd name="connsiteX1" fmla="*/ 3574176 w 3822139"/>
              <a:gd name="connsiteY1" fmla="*/ 0 h 4010685"/>
              <a:gd name="connsiteX2" fmla="*/ 3822139 w 3822139"/>
              <a:gd name="connsiteY2" fmla="*/ 247963 h 4010685"/>
              <a:gd name="connsiteX3" fmla="*/ 3822139 w 3822139"/>
              <a:gd name="connsiteY3" fmla="*/ 3762722 h 4010685"/>
              <a:gd name="connsiteX4" fmla="*/ 3574176 w 3822139"/>
              <a:gd name="connsiteY4" fmla="*/ 4010685 h 4010685"/>
              <a:gd name="connsiteX5" fmla="*/ 268744 w 3822139"/>
              <a:gd name="connsiteY5" fmla="*/ 4000294 h 4010685"/>
              <a:gd name="connsiteX6" fmla="*/ 0 w 3822139"/>
              <a:gd name="connsiteY6" fmla="*/ 3627640 h 4010685"/>
              <a:gd name="connsiteX7" fmla="*/ 27405 w 3822139"/>
              <a:gd name="connsiteY7" fmla="*/ 3316474 h 4010685"/>
              <a:gd name="connsiteX8" fmla="*/ 37287 w 3822139"/>
              <a:gd name="connsiteY8" fmla="*/ 3204337 h 4010685"/>
              <a:gd name="connsiteX9" fmla="*/ 110772 w 3822139"/>
              <a:gd name="connsiteY9" fmla="*/ 3177441 h 4010685"/>
              <a:gd name="connsiteX10" fmla="*/ 887691 w 3822139"/>
              <a:gd name="connsiteY10" fmla="*/ 2005342 h 4010685"/>
              <a:gd name="connsiteX11" fmla="*/ 221968 w 3822139"/>
              <a:gd name="connsiteY11" fmla="*/ 886809 h 4010685"/>
              <a:gd name="connsiteX12" fmla="*/ 220011 w 3822139"/>
              <a:gd name="connsiteY12" fmla="*/ 885866 h 4010685"/>
              <a:gd name="connsiteX13" fmla="*/ 224320 w 3822139"/>
              <a:gd name="connsiteY13" fmla="*/ 830510 h 4010685"/>
              <a:gd name="connsiteX14" fmla="*/ 270163 w 3822139"/>
              <a:gd name="connsiteY14" fmla="*/ 247963 h 4010685"/>
              <a:gd name="connsiteX15" fmla="*/ 518126 w 3822139"/>
              <a:gd name="connsiteY15" fmla="*/ 0 h 40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2139" h="4010685">
                <a:moveTo>
                  <a:pt x="518126" y="0"/>
                </a:moveTo>
                <a:lnTo>
                  <a:pt x="3574176" y="0"/>
                </a:lnTo>
                <a:cubicBezTo>
                  <a:pt x="3711122" y="0"/>
                  <a:pt x="3822139" y="111017"/>
                  <a:pt x="3822139" y="247963"/>
                </a:cubicBezTo>
                <a:lnTo>
                  <a:pt x="3822139" y="3762722"/>
                </a:lnTo>
                <a:cubicBezTo>
                  <a:pt x="3822139" y="3899668"/>
                  <a:pt x="3711122" y="4010685"/>
                  <a:pt x="3574176" y="4010685"/>
                </a:cubicBezTo>
                <a:lnTo>
                  <a:pt x="268744" y="4000294"/>
                </a:lnTo>
                <a:cubicBezTo>
                  <a:pt x="27889" y="3958730"/>
                  <a:pt x="0" y="3764586"/>
                  <a:pt x="0" y="3627640"/>
                </a:cubicBezTo>
                <a:cubicBezTo>
                  <a:pt x="9742" y="3516993"/>
                  <a:pt x="18864" y="3413418"/>
                  <a:pt x="27405" y="3316474"/>
                </a:cubicBezTo>
                <a:lnTo>
                  <a:pt x="37287" y="3204337"/>
                </a:lnTo>
                <a:lnTo>
                  <a:pt x="110772" y="3177441"/>
                </a:lnTo>
                <a:cubicBezTo>
                  <a:pt x="567335" y="2984331"/>
                  <a:pt x="887691" y="2532249"/>
                  <a:pt x="887691" y="2005342"/>
                </a:cubicBezTo>
                <a:cubicBezTo>
                  <a:pt x="887691" y="1522345"/>
                  <a:pt x="618503" y="1102220"/>
                  <a:pt x="221968" y="886809"/>
                </a:cubicBezTo>
                <a:lnTo>
                  <a:pt x="220011" y="885866"/>
                </a:lnTo>
                <a:lnTo>
                  <a:pt x="224320" y="830510"/>
                </a:lnTo>
                <a:cubicBezTo>
                  <a:pt x="237448" y="662261"/>
                  <a:pt x="252629" y="469258"/>
                  <a:pt x="270163" y="247963"/>
                </a:cubicBezTo>
                <a:cubicBezTo>
                  <a:pt x="270163" y="111017"/>
                  <a:pt x="381180" y="0"/>
                  <a:pt x="518126" y="0"/>
                </a:cubicBezTo>
                <a:close/>
              </a:path>
            </a:pathLst>
          </a:custGeom>
          <a:solidFill>
            <a:schemeClr val="accent1">
              <a:lumMod val="20000"/>
              <a:lumOff val="80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8" name="矩形 27"/>
          <p:cNvSpPr/>
          <p:nvPr/>
        </p:nvSpPr>
        <p:spPr>
          <a:xfrm>
            <a:off x="3422510" y="1489636"/>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输入对比类型一</a:t>
            </a:r>
            <a:endParaRPr lang="zh-CN" altLang="en-US" sz="1600" dirty="0"/>
          </a:p>
        </p:txBody>
      </p:sp>
      <p:sp>
        <p:nvSpPr>
          <p:cNvPr id="30" name="矩形 29"/>
          <p:cNvSpPr/>
          <p:nvPr/>
        </p:nvSpPr>
        <p:spPr>
          <a:xfrm>
            <a:off x="9925653" y="1489636"/>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输入对比类型一</a:t>
            </a:r>
            <a:endParaRPr lang="zh-CN" altLang="en-US" sz="1600" dirty="0"/>
          </a:p>
        </p:txBody>
      </p:sp>
      <p:sp>
        <p:nvSpPr>
          <p:cNvPr id="31" name="文本框 30"/>
          <p:cNvSpPr txBox="1"/>
          <p:nvPr/>
        </p:nvSpPr>
        <p:spPr>
          <a:xfrm>
            <a:off x="3492182" y="1896335"/>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2" name="矩形 31"/>
          <p:cNvSpPr/>
          <p:nvPr/>
        </p:nvSpPr>
        <p:spPr>
          <a:xfrm>
            <a:off x="3403600" y="2711171"/>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输入对比类型二</a:t>
            </a:r>
            <a:endParaRPr lang="zh-CN" altLang="en-US" sz="1600" dirty="0"/>
          </a:p>
        </p:txBody>
      </p:sp>
      <p:sp>
        <p:nvSpPr>
          <p:cNvPr id="33" name="文本框 32"/>
          <p:cNvSpPr txBox="1"/>
          <p:nvPr/>
        </p:nvSpPr>
        <p:spPr>
          <a:xfrm>
            <a:off x="3473272" y="3117870"/>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4" name="矩形 33"/>
          <p:cNvSpPr/>
          <p:nvPr/>
        </p:nvSpPr>
        <p:spPr>
          <a:xfrm>
            <a:off x="3391741" y="3963510"/>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输入对比类型三</a:t>
            </a:r>
            <a:endParaRPr lang="zh-CN" altLang="en-US" sz="1600" dirty="0"/>
          </a:p>
        </p:txBody>
      </p:sp>
      <p:sp>
        <p:nvSpPr>
          <p:cNvPr id="35" name="文本框 34"/>
          <p:cNvSpPr txBox="1"/>
          <p:nvPr/>
        </p:nvSpPr>
        <p:spPr>
          <a:xfrm>
            <a:off x="3461413" y="4370209"/>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6" name="文本框 35"/>
          <p:cNvSpPr txBox="1"/>
          <p:nvPr/>
        </p:nvSpPr>
        <p:spPr>
          <a:xfrm>
            <a:off x="9219110" y="1943403"/>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37" name="矩形 36"/>
          <p:cNvSpPr/>
          <p:nvPr/>
        </p:nvSpPr>
        <p:spPr>
          <a:xfrm>
            <a:off x="9925653" y="2705225"/>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输入对比类型二</a:t>
            </a:r>
            <a:endParaRPr lang="zh-CN" altLang="en-US" sz="1600" dirty="0"/>
          </a:p>
        </p:txBody>
      </p:sp>
      <p:sp>
        <p:nvSpPr>
          <p:cNvPr id="38" name="文本框 37"/>
          <p:cNvSpPr txBox="1"/>
          <p:nvPr/>
        </p:nvSpPr>
        <p:spPr>
          <a:xfrm>
            <a:off x="9200200" y="3164938"/>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39" name="矩形 38"/>
          <p:cNvSpPr/>
          <p:nvPr/>
        </p:nvSpPr>
        <p:spPr>
          <a:xfrm>
            <a:off x="9925653" y="3963509"/>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输入对比类型三</a:t>
            </a:r>
            <a:endParaRPr lang="zh-CN" altLang="en-US" sz="1600" dirty="0"/>
          </a:p>
        </p:txBody>
      </p:sp>
      <p:sp>
        <p:nvSpPr>
          <p:cNvPr id="40" name="文本框 39"/>
          <p:cNvSpPr txBox="1"/>
          <p:nvPr/>
        </p:nvSpPr>
        <p:spPr>
          <a:xfrm>
            <a:off x="9188341" y="4417277"/>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41" name="矩形: 圆角 40"/>
          <p:cNvSpPr/>
          <p:nvPr/>
        </p:nvSpPr>
        <p:spPr>
          <a:xfrm>
            <a:off x="3628832" y="5629275"/>
            <a:ext cx="7948392" cy="986153"/>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308984" y="5797420"/>
            <a:ext cx="719847" cy="646331"/>
          </a:xfrm>
          <a:prstGeom prst="rect">
            <a:avLst/>
          </a:prstGeom>
          <a:noFill/>
        </p:spPr>
        <p:txBody>
          <a:bodyPr wrap="square" rtlCol="0">
            <a:spAutoFit/>
          </a:bodyPr>
          <a:lstStyle/>
          <a:p>
            <a:r>
              <a:rPr lang="zh-CN" altLang="en-US" dirty="0"/>
              <a:t>对比声明</a:t>
            </a:r>
            <a:endParaRPr lang="zh-CN" altLang="en-US" dirty="0"/>
          </a:p>
        </p:txBody>
      </p:sp>
      <p:sp>
        <p:nvSpPr>
          <p:cNvPr id="44" name="文本框 43"/>
          <p:cNvSpPr txBox="1"/>
          <p:nvPr/>
        </p:nvSpPr>
        <p:spPr>
          <a:xfrm>
            <a:off x="5248269" y="5762248"/>
            <a:ext cx="6109516" cy="738664"/>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研究中预期与实际结果存在偏差。这源于 </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具体影响因素</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干扰，我们已严谨分析，偏差不影响研究核心结论，且为领域探索提供新视角</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输入其他正文内容输入其他正文内容</a:t>
            </a:r>
            <a:endParaRPr lang="zh-CN" altLang="en-US" sz="1400" dirty="0">
              <a:latin typeface="微软雅黑" panose="020B0503020204020204" pitchFamily="34" charset="-122"/>
              <a:ea typeface="微软雅黑" panose="020B0503020204020204" pitchFamily="34" charset="-122"/>
            </a:endParaRPr>
          </a:p>
        </p:txBody>
      </p:sp>
      <p:sp>
        <p:nvSpPr>
          <p:cNvPr id="45" name="图形 41" descr="注意"/>
          <p:cNvSpPr/>
          <p:nvPr/>
        </p:nvSpPr>
        <p:spPr>
          <a:xfrm>
            <a:off x="3841339" y="5912637"/>
            <a:ext cx="434327" cy="426214"/>
          </a:xfrm>
          <a:custGeom>
            <a:avLst/>
            <a:gdLst>
              <a:gd name="connsiteX0" fmla="*/ 216756 w 434327"/>
              <a:gd name="connsiteY0" fmla="*/ 519 h 426214"/>
              <a:gd name="connsiteX1" fmla="*/ 0 w 434327"/>
              <a:gd name="connsiteY1" fmla="*/ 217602 h 426214"/>
              <a:gd name="connsiteX2" fmla="*/ 216756 w 434327"/>
              <a:gd name="connsiteY2" fmla="*/ 426215 h 426214"/>
              <a:gd name="connsiteX3" fmla="*/ 434327 w 434327"/>
              <a:gd name="connsiteY3" fmla="*/ 209134 h 426214"/>
              <a:gd name="connsiteX4" fmla="*/ 216756 w 434327"/>
              <a:gd name="connsiteY4" fmla="*/ 519 h 426214"/>
              <a:gd name="connsiteX5" fmla="*/ 233693 w 434327"/>
              <a:gd name="connsiteY5" fmla="*/ 66475 h 426214"/>
              <a:gd name="connsiteX6" fmla="*/ 266590 w 434327"/>
              <a:gd name="connsiteY6" fmla="*/ 92043 h 426214"/>
              <a:gd name="connsiteX7" fmla="*/ 225226 w 434327"/>
              <a:gd name="connsiteY7" fmla="*/ 133570 h 426214"/>
              <a:gd name="connsiteX8" fmla="*/ 200634 w 434327"/>
              <a:gd name="connsiteY8" fmla="*/ 100511 h 426214"/>
              <a:gd name="connsiteX9" fmla="*/ 233693 w 434327"/>
              <a:gd name="connsiteY9" fmla="*/ 66475 h 426214"/>
              <a:gd name="connsiteX10" fmla="*/ 183698 w 434327"/>
              <a:gd name="connsiteY10" fmla="*/ 343161 h 426214"/>
              <a:gd name="connsiteX11" fmla="*/ 166761 w 434327"/>
              <a:gd name="connsiteY11" fmla="*/ 300657 h 426214"/>
              <a:gd name="connsiteX12" fmla="*/ 183698 w 434327"/>
              <a:gd name="connsiteY12" fmla="*/ 226071 h 426214"/>
              <a:gd name="connsiteX13" fmla="*/ 183698 w 434327"/>
              <a:gd name="connsiteY13" fmla="*/ 209134 h 426214"/>
              <a:gd name="connsiteX14" fmla="*/ 150801 w 434327"/>
              <a:gd name="connsiteY14" fmla="*/ 226071 h 426214"/>
              <a:gd name="connsiteX15" fmla="*/ 142333 w 434327"/>
              <a:gd name="connsiteY15" fmla="*/ 217602 h 426214"/>
              <a:gd name="connsiteX16" fmla="*/ 233693 w 434327"/>
              <a:gd name="connsiteY16" fmla="*/ 166630 h 426214"/>
              <a:gd name="connsiteX17" fmla="*/ 250630 w 434327"/>
              <a:gd name="connsiteY17" fmla="*/ 209134 h 426214"/>
              <a:gd name="connsiteX18" fmla="*/ 225226 w 434327"/>
              <a:gd name="connsiteY18" fmla="*/ 284534 h 426214"/>
              <a:gd name="connsiteX19" fmla="*/ 225226 w 434327"/>
              <a:gd name="connsiteY19" fmla="*/ 300657 h 426214"/>
              <a:gd name="connsiteX20" fmla="*/ 259098 w 434327"/>
              <a:gd name="connsiteY20" fmla="*/ 284534 h 426214"/>
              <a:gd name="connsiteX21" fmla="*/ 266590 w 434327"/>
              <a:gd name="connsiteY21" fmla="*/ 300657 h 426214"/>
              <a:gd name="connsiteX22" fmla="*/ 183698 w 434327"/>
              <a:gd name="connsiteY22" fmla="*/ 343161 h 426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4327" h="426214">
                <a:moveTo>
                  <a:pt x="216756" y="519"/>
                </a:moveTo>
                <a:cubicBezTo>
                  <a:pt x="92337" y="519"/>
                  <a:pt x="0" y="92043"/>
                  <a:pt x="0" y="217602"/>
                </a:cubicBezTo>
                <a:cubicBezTo>
                  <a:pt x="0" y="334529"/>
                  <a:pt x="100806" y="426215"/>
                  <a:pt x="216756" y="426215"/>
                </a:cubicBezTo>
                <a:cubicBezTo>
                  <a:pt x="341990" y="426215"/>
                  <a:pt x="434327" y="326061"/>
                  <a:pt x="434327" y="209134"/>
                </a:cubicBezTo>
                <a:cubicBezTo>
                  <a:pt x="434327" y="92043"/>
                  <a:pt x="334498" y="-8112"/>
                  <a:pt x="216756" y="519"/>
                </a:cubicBezTo>
                <a:moveTo>
                  <a:pt x="233693" y="66475"/>
                </a:moveTo>
                <a:cubicBezTo>
                  <a:pt x="259098" y="66475"/>
                  <a:pt x="266590" y="83574"/>
                  <a:pt x="266590" y="92043"/>
                </a:cubicBezTo>
                <a:cubicBezTo>
                  <a:pt x="266590" y="116633"/>
                  <a:pt x="250630" y="133570"/>
                  <a:pt x="225226" y="133570"/>
                </a:cubicBezTo>
                <a:cubicBezTo>
                  <a:pt x="209101" y="133570"/>
                  <a:pt x="200634" y="116633"/>
                  <a:pt x="200634" y="100511"/>
                </a:cubicBezTo>
                <a:cubicBezTo>
                  <a:pt x="200634" y="92043"/>
                  <a:pt x="209101" y="66475"/>
                  <a:pt x="233693" y="66475"/>
                </a:cubicBezTo>
                <a:moveTo>
                  <a:pt x="183698" y="343161"/>
                </a:moveTo>
                <a:cubicBezTo>
                  <a:pt x="166761" y="343161"/>
                  <a:pt x="159270" y="334529"/>
                  <a:pt x="166761" y="300657"/>
                </a:cubicBezTo>
                <a:cubicBezTo>
                  <a:pt x="183698" y="226071"/>
                  <a:pt x="183698" y="226071"/>
                  <a:pt x="183698" y="226071"/>
                </a:cubicBezTo>
                <a:cubicBezTo>
                  <a:pt x="183698" y="217602"/>
                  <a:pt x="183698" y="209134"/>
                  <a:pt x="183698" y="209134"/>
                </a:cubicBezTo>
                <a:cubicBezTo>
                  <a:pt x="175229" y="209134"/>
                  <a:pt x="159270" y="217602"/>
                  <a:pt x="150801" y="226071"/>
                </a:cubicBezTo>
                <a:cubicBezTo>
                  <a:pt x="142333" y="217602"/>
                  <a:pt x="142333" y="217602"/>
                  <a:pt x="142333" y="217602"/>
                </a:cubicBezTo>
                <a:cubicBezTo>
                  <a:pt x="175229" y="184542"/>
                  <a:pt x="216756" y="166630"/>
                  <a:pt x="233693" y="166630"/>
                </a:cubicBezTo>
                <a:cubicBezTo>
                  <a:pt x="250630" y="166630"/>
                  <a:pt x="250630" y="184542"/>
                  <a:pt x="250630" y="209134"/>
                </a:cubicBezTo>
                <a:cubicBezTo>
                  <a:pt x="225226" y="284534"/>
                  <a:pt x="225226" y="284534"/>
                  <a:pt x="225226" y="284534"/>
                </a:cubicBezTo>
                <a:cubicBezTo>
                  <a:pt x="225226" y="300657"/>
                  <a:pt x="225226" y="300657"/>
                  <a:pt x="225226" y="300657"/>
                </a:cubicBezTo>
                <a:cubicBezTo>
                  <a:pt x="233693" y="300657"/>
                  <a:pt x="250630" y="300657"/>
                  <a:pt x="259098" y="284534"/>
                </a:cubicBezTo>
                <a:cubicBezTo>
                  <a:pt x="266590" y="300657"/>
                  <a:pt x="266590" y="300657"/>
                  <a:pt x="266590" y="300657"/>
                </a:cubicBezTo>
                <a:cubicBezTo>
                  <a:pt x="233693" y="334529"/>
                  <a:pt x="200634" y="343161"/>
                  <a:pt x="183698" y="343161"/>
                </a:cubicBezTo>
              </a:path>
            </a:pathLst>
          </a:custGeom>
          <a:solidFill>
            <a:srgbClr val="333333"/>
          </a:solidFill>
          <a:ln w="1674" cap="flat">
            <a:noFill/>
            <a:prstDash val="solid"/>
            <a:miter/>
          </a:ln>
        </p:spPr>
        <p:txBody>
          <a:bodyPr rtlCol="0" anchor="ctr"/>
          <a:lstStyle/>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数据分析</a:t>
            </a:r>
            <a:endParaRPr lang="zh-CN" altLang="en-US" sz="2800" b="1" dirty="0">
              <a:latin typeface="微软雅黑" panose="020B0503020204020204" pitchFamily="34" charset="-122"/>
              <a:ea typeface="微软雅黑" panose="020B0503020204020204" pitchFamily="34" charset="-122"/>
            </a:endParaRPr>
          </a:p>
        </p:txBody>
      </p:sp>
      <p:sp>
        <p:nvSpPr>
          <p:cNvPr id="20" name="矩形 19"/>
          <p:cNvSpPr/>
          <p:nvPr/>
        </p:nvSpPr>
        <p:spPr>
          <a:xfrm>
            <a:off x="3270057"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 name="组合 12"/>
          <p:cNvGrpSpPr/>
          <p:nvPr>
            <p:custDataLst>
              <p:tags r:id="rId1"/>
            </p:custDataLst>
          </p:nvPr>
        </p:nvGrpSpPr>
        <p:grpSpPr>
          <a:xfrm>
            <a:off x="3913832" y="1461964"/>
            <a:ext cx="1386205" cy="1339826"/>
            <a:chOff x="973" y="2081"/>
            <a:chExt cx="2690" cy="2600"/>
          </a:xfrm>
          <a:effectLst/>
        </p:grpSpPr>
        <p:grpSp>
          <p:nvGrpSpPr>
            <p:cNvPr id="15" name="组合 14"/>
            <p:cNvGrpSpPr/>
            <p:nvPr/>
          </p:nvGrpSpPr>
          <p:grpSpPr>
            <a:xfrm>
              <a:off x="1063" y="2081"/>
              <a:ext cx="2600" cy="2600"/>
              <a:chOff x="1282" y="3374"/>
              <a:chExt cx="2834" cy="2834"/>
            </a:xfrm>
          </p:grpSpPr>
          <p:sp>
            <p:nvSpPr>
              <p:cNvPr id="18" name="同心圆 6"/>
              <p:cNvSpPr/>
              <p:nvPr>
                <p:custDataLst>
                  <p:tags r:id="rId2"/>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9" name="空心弧 18"/>
              <p:cNvSpPr/>
              <p:nvPr>
                <p:custDataLst>
                  <p:tags r:id="rId3"/>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7" name="文本框 16"/>
            <p:cNvSpPr txBox="1"/>
            <p:nvPr>
              <p:custDataLst>
                <p:tags r:id="rId4"/>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83.5%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指标一</a:t>
              </a:r>
              <a:endParaRPr lang="zh-CN" altLang="en-US" sz="1200" b="1" dirty="0">
                <a:solidFill>
                  <a:schemeClr val="accent1"/>
                </a:solidFill>
                <a:latin typeface="+mn-ea"/>
                <a:cs typeface="+mn-ea"/>
              </a:endParaRPr>
            </a:p>
          </p:txBody>
        </p:sp>
      </p:grpSp>
      <p:sp>
        <p:nvSpPr>
          <p:cNvPr id="23" name="椭圆 22"/>
          <p:cNvSpPr/>
          <p:nvPr/>
        </p:nvSpPr>
        <p:spPr>
          <a:xfrm>
            <a:off x="4078038"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25" name="组合 24"/>
          <p:cNvGrpSpPr/>
          <p:nvPr/>
        </p:nvGrpSpPr>
        <p:grpSpPr>
          <a:xfrm>
            <a:off x="3493951" y="3443299"/>
            <a:ext cx="2225966" cy="437346"/>
            <a:chOff x="4103397" y="3610129"/>
            <a:chExt cx="2225966" cy="437346"/>
          </a:xfrm>
        </p:grpSpPr>
        <p:sp>
          <p:nvSpPr>
            <p:cNvPr id="24" name="矩形: 圆角 23"/>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26" name="文本框 25"/>
          <p:cNvSpPr txBox="1"/>
          <p:nvPr/>
        </p:nvSpPr>
        <p:spPr>
          <a:xfrm>
            <a:off x="3356930"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95" name="矩形 94"/>
          <p:cNvSpPr/>
          <p:nvPr/>
        </p:nvSpPr>
        <p:spPr>
          <a:xfrm>
            <a:off x="3272811"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nvSpPr>
        <p:spPr>
          <a:xfrm>
            <a:off x="6226271"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9" name="组合 98"/>
          <p:cNvGrpSpPr/>
          <p:nvPr>
            <p:custDataLst>
              <p:tags r:id="rId5"/>
            </p:custDataLst>
          </p:nvPr>
        </p:nvGrpSpPr>
        <p:grpSpPr>
          <a:xfrm>
            <a:off x="6870046" y="1461964"/>
            <a:ext cx="1386205" cy="1339826"/>
            <a:chOff x="973" y="2081"/>
            <a:chExt cx="2690" cy="2600"/>
          </a:xfrm>
          <a:effectLst/>
        </p:grpSpPr>
        <p:grpSp>
          <p:nvGrpSpPr>
            <p:cNvPr id="106" name="组合 105"/>
            <p:cNvGrpSpPr/>
            <p:nvPr/>
          </p:nvGrpSpPr>
          <p:grpSpPr>
            <a:xfrm>
              <a:off x="1063" y="2081"/>
              <a:ext cx="2600" cy="2600"/>
              <a:chOff x="1282" y="3374"/>
              <a:chExt cx="2834" cy="2834"/>
            </a:xfrm>
          </p:grpSpPr>
          <p:sp>
            <p:nvSpPr>
              <p:cNvPr id="108" name="同心圆 6"/>
              <p:cNvSpPr/>
              <p:nvPr>
                <p:custDataLst>
                  <p:tags r:id="rId6"/>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09" name="空心弧 108"/>
              <p:cNvSpPr/>
              <p:nvPr>
                <p:custDataLst>
                  <p:tags r:id="rId7"/>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07" name="文本框 106"/>
            <p:cNvSpPr txBox="1"/>
            <p:nvPr>
              <p:custDataLst>
                <p:tags r:id="rId8"/>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42.5%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指标二</a:t>
              </a:r>
              <a:endParaRPr lang="zh-CN" altLang="en-US" sz="1200" b="1" dirty="0">
                <a:solidFill>
                  <a:schemeClr val="accent1"/>
                </a:solidFill>
                <a:latin typeface="+mn-ea"/>
                <a:cs typeface="+mn-ea"/>
              </a:endParaRPr>
            </a:p>
          </p:txBody>
        </p:sp>
      </p:grpSp>
      <p:sp>
        <p:nvSpPr>
          <p:cNvPr id="100" name="椭圆 99"/>
          <p:cNvSpPr/>
          <p:nvPr/>
        </p:nvSpPr>
        <p:spPr>
          <a:xfrm>
            <a:off x="7034252"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101" name="组合 100"/>
          <p:cNvGrpSpPr/>
          <p:nvPr/>
        </p:nvGrpSpPr>
        <p:grpSpPr>
          <a:xfrm>
            <a:off x="6450165" y="3443299"/>
            <a:ext cx="2225966" cy="437346"/>
            <a:chOff x="4103397" y="3610129"/>
            <a:chExt cx="2225966" cy="437346"/>
          </a:xfrm>
        </p:grpSpPr>
        <p:sp>
          <p:nvSpPr>
            <p:cNvPr id="104" name="矩形: 圆角 103"/>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102" name="文本框 101"/>
          <p:cNvSpPr txBox="1"/>
          <p:nvPr/>
        </p:nvSpPr>
        <p:spPr>
          <a:xfrm>
            <a:off x="6313144"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103" name="矩形 102"/>
          <p:cNvSpPr/>
          <p:nvPr/>
        </p:nvSpPr>
        <p:spPr>
          <a:xfrm>
            <a:off x="6229025"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nvSpPr>
        <p:spPr>
          <a:xfrm>
            <a:off x="9182486"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2" name="组合 111"/>
          <p:cNvGrpSpPr/>
          <p:nvPr>
            <p:custDataLst>
              <p:tags r:id="rId9"/>
            </p:custDataLst>
          </p:nvPr>
        </p:nvGrpSpPr>
        <p:grpSpPr>
          <a:xfrm>
            <a:off x="9826261" y="1461964"/>
            <a:ext cx="1386205" cy="1339826"/>
            <a:chOff x="973" y="2081"/>
            <a:chExt cx="2690" cy="2600"/>
          </a:xfrm>
          <a:effectLst/>
        </p:grpSpPr>
        <p:grpSp>
          <p:nvGrpSpPr>
            <p:cNvPr id="119" name="组合 118"/>
            <p:cNvGrpSpPr/>
            <p:nvPr/>
          </p:nvGrpSpPr>
          <p:grpSpPr>
            <a:xfrm>
              <a:off x="1063" y="2081"/>
              <a:ext cx="2600" cy="2600"/>
              <a:chOff x="1282" y="3374"/>
              <a:chExt cx="2834" cy="2834"/>
            </a:xfrm>
          </p:grpSpPr>
          <p:sp>
            <p:nvSpPr>
              <p:cNvPr id="121" name="同心圆 6"/>
              <p:cNvSpPr/>
              <p:nvPr>
                <p:custDataLst>
                  <p:tags r:id="rId10"/>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22" name="空心弧 121"/>
              <p:cNvSpPr/>
              <p:nvPr>
                <p:custDataLst>
                  <p:tags r:id="rId11"/>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20" name="文本框 119"/>
            <p:cNvSpPr txBox="1"/>
            <p:nvPr>
              <p:custDataLst>
                <p:tags r:id="rId12"/>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66.5%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指标三</a:t>
              </a:r>
              <a:endParaRPr lang="zh-CN" altLang="en-US" sz="1200" b="1" dirty="0">
                <a:solidFill>
                  <a:schemeClr val="accent1"/>
                </a:solidFill>
                <a:latin typeface="+mn-ea"/>
                <a:cs typeface="+mn-ea"/>
              </a:endParaRPr>
            </a:p>
          </p:txBody>
        </p:sp>
      </p:grpSp>
      <p:sp>
        <p:nvSpPr>
          <p:cNvPr id="113" name="椭圆 112"/>
          <p:cNvSpPr/>
          <p:nvPr/>
        </p:nvSpPr>
        <p:spPr>
          <a:xfrm>
            <a:off x="9990467"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114" name="组合 113"/>
          <p:cNvGrpSpPr/>
          <p:nvPr/>
        </p:nvGrpSpPr>
        <p:grpSpPr>
          <a:xfrm>
            <a:off x="9406380" y="3443299"/>
            <a:ext cx="2225966" cy="437346"/>
            <a:chOff x="4103397" y="3610129"/>
            <a:chExt cx="2225966" cy="437346"/>
          </a:xfrm>
        </p:grpSpPr>
        <p:sp>
          <p:nvSpPr>
            <p:cNvPr id="117" name="矩形: 圆角 116"/>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文本框 117"/>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115" name="文本框 114"/>
          <p:cNvSpPr txBox="1"/>
          <p:nvPr/>
        </p:nvSpPr>
        <p:spPr>
          <a:xfrm>
            <a:off x="9269359"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116" name="矩形 115"/>
          <p:cNvSpPr/>
          <p:nvPr/>
        </p:nvSpPr>
        <p:spPr>
          <a:xfrm>
            <a:off x="9185240"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数据分析</a:t>
            </a:r>
            <a:endParaRPr lang="zh-CN" altLang="en-US" sz="2800" b="1" dirty="0">
              <a:latin typeface="微软雅黑" panose="020B0503020204020204" pitchFamily="34" charset="-122"/>
              <a:ea typeface="微软雅黑" panose="020B0503020204020204" pitchFamily="34" charset="-122"/>
            </a:endParaRPr>
          </a:p>
        </p:txBody>
      </p:sp>
      <p:sp>
        <p:nvSpPr>
          <p:cNvPr id="90" name="矩形: 圆角 89"/>
          <p:cNvSpPr/>
          <p:nvPr/>
        </p:nvSpPr>
        <p:spPr>
          <a:xfrm>
            <a:off x="3891051" y="1808245"/>
            <a:ext cx="3170149" cy="4600575"/>
          </a:xfrm>
          <a:prstGeom prst="roundRect">
            <a:avLst>
              <a:gd name="adj" fmla="val 3747"/>
            </a:avLst>
          </a:pr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4" name="矩形: 圆角 133"/>
          <p:cNvSpPr/>
          <p:nvPr/>
        </p:nvSpPr>
        <p:spPr>
          <a:xfrm>
            <a:off x="3891051" y="1287016"/>
            <a:ext cx="3170149" cy="737659"/>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5" name="矩形: 圆角 134"/>
          <p:cNvSpPr/>
          <p:nvPr/>
        </p:nvSpPr>
        <p:spPr>
          <a:xfrm>
            <a:off x="7943719" y="1808245"/>
            <a:ext cx="3170149" cy="4600575"/>
          </a:xfrm>
          <a:prstGeom prst="roundRect">
            <a:avLst>
              <a:gd name="adj" fmla="val 3747"/>
            </a:avLst>
          </a:pr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6" name="矩形: 圆角 135"/>
          <p:cNvSpPr/>
          <p:nvPr/>
        </p:nvSpPr>
        <p:spPr>
          <a:xfrm>
            <a:off x="7943719" y="1287016"/>
            <a:ext cx="3170149" cy="737659"/>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7" name="文本框 136"/>
          <p:cNvSpPr txBox="1"/>
          <p:nvPr/>
        </p:nvSpPr>
        <p:spPr>
          <a:xfrm>
            <a:off x="4728412" y="1440071"/>
            <a:ext cx="2105025" cy="461665"/>
          </a:xfrm>
          <a:prstGeom prst="rect">
            <a:avLst/>
          </a:prstGeom>
          <a:noFill/>
        </p:spPr>
        <p:txBody>
          <a:bodyPr wrap="square" rtlCol="0">
            <a:spAutoFit/>
          </a:bodyPr>
          <a:lstStyle/>
          <a:p>
            <a:r>
              <a:rPr lang="zh-CN" altLang="en-US" sz="2400" b="1" dirty="0">
                <a:solidFill>
                  <a:schemeClr val="bg1"/>
                </a:solidFill>
              </a:rPr>
              <a:t>重要指标分析</a:t>
            </a:r>
            <a:endParaRPr lang="zh-CN" altLang="en-US" sz="2400" b="1" dirty="0">
              <a:solidFill>
                <a:schemeClr val="bg1"/>
              </a:solidFill>
            </a:endParaRPr>
          </a:p>
        </p:txBody>
      </p:sp>
      <p:sp>
        <p:nvSpPr>
          <p:cNvPr id="138" name="矩形: 圆角 137"/>
          <p:cNvSpPr/>
          <p:nvPr/>
        </p:nvSpPr>
        <p:spPr>
          <a:xfrm>
            <a:off x="5410062" y="2269909"/>
            <a:ext cx="1443295" cy="151236"/>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9" name="矩形: 圆角 138"/>
          <p:cNvSpPr/>
          <p:nvPr/>
        </p:nvSpPr>
        <p:spPr>
          <a:xfrm>
            <a:off x="5411253" y="2271728"/>
            <a:ext cx="726905" cy="151236"/>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0" name="文本框 139"/>
          <p:cNvSpPr txBox="1"/>
          <p:nvPr/>
        </p:nvSpPr>
        <p:spPr>
          <a:xfrm>
            <a:off x="3964418" y="2153426"/>
            <a:ext cx="1315871" cy="307777"/>
          </a:xfrm>
          <a:prstGeom prst="rect">
            <a:avLst/>
          </a:prstGeom>
          <a:noFill/>
        </p:spPr>
        <p:txBody>
          <a:bodyPr wrap="square" rtlCol="0">
            <a:spAutoFit/>
          </a:bodyPr>
          <a:lstStyle/>
          <a:p>
            <a:pPr algn="ctr"/>
            <a:r>
              <a:rPr lang="zh-CN" altLang="en-US" sz="1400" dirty="0">
                <a:latin typeface="+mn-ea"/>
              </a:rPr>
              <a:t>指标一：</a:t>
            </a:r>
            <a:r>
              <a:rPr lang="en-US" altLang="zh-CN" sz="1400" dirty="0">
                <a:latin typeface="+mn-ea"/>
              </a:rPr>
              <a:t>40%</a:t>
            </a:r>
            <a:endParaRPr lang="zh-CN" altLang="en-US" sz="1400" dirty="0">
              <a:latin typeface="+mn-ea"/>
            </a:endParaRPr>
          </a:p>
        </p:txBody>
      </p:sp>
      <p:sp>
        <p:nvSpPr>
          <p:cNvPr id="141" name="矩形: 圆角 140"/>
          <p:cNvSpPr/>
          <p:nvPr/>
        </p:nvSpPr>
        <p:spPr>
          <a:xfrm>
            <a:off x="5410062" y="2608643"/>
            <a:ext cx="1443295" cy="149438"/>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2" name="矩形: 圆角 141"/>
          <p:cNvSpPr/>
          <p:nvPr/>
        </p:nvSpPr>
        <p:spPr>
          <a:xfrm>
            <a:off x="5411254" y="2610441"/>
            <a:ext cx="532832" cy="149438"/>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3" name="文本框 142"/>
          <p:cNvSpPr txBox="1"/>
          <p:nvPr/>
        </p:nvSpPr>
        <p:spPr>
          <a:xfrm>
            <a:off x="3964418" y="2528722"/>
            <a:ext cx="1315871" cy="307777"/>
          </a:xfrm>
          <a:prstGeom prst="rect">
            <a:avLst/>
          </a:prstGeom>
          <a:noFill/>
        </p:spPr>
        <p:txBody>
          <a:bodyPr wrap="square" rtlCol="0">
            <a:spAutoFit/>
          </a:bodyPr>
          <a:lstStyle/>
          <a:p>
            <a:pPr algn="ctr"/>
            <a:r>
              <a:rPr lang="zh-CN" altLang="en-US" sz="1400" dirty="0">
                <a:latin typeface="+mn-ea"/>
              </a:rPr>
              <a:t>指标二：</a:t>
            </a:r>
            <a:r>
              <a:rPr lang="en-US" altLang="zh-CN" sz="1400" dirty="0">
                <a:latin typeface="+mn-ea"/>
              </a:rPr>
              <a:t>28%</a:t>
            </a:r>
            <a:endParaRPr lang="zh-CN" altLang="en-US" sz="1400" dirty="0">
              <a:latin typeface="+mn-ea"/>
            </a:endParaRPr>
          </a:p>
        </p:txBody>
      </p:sp>
      <p:sp>
        <p:nvSpPr>
          <p:cNvPr id="144" name="矩形: 圆角 143"/>
          <p:cNvSpPr/>
          <p:nvPr/>
        </p:nvSpPr>
        <p:spPr>
          <a:xfrm>
            <a:off x="5410062" y="2947459"/>
            <a:ext cx="1443295" cy="149438"/>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5" name="矩形: 圆角 144"/>
          <p:cNvSpPr/>
          <p:nvPr/>
        </p:nvSpPr>
        <p:spPr>
          <a:xfrm>
            <a:off x="5411254" y="2949257"/>
            <a:ext cx="397409" cy="149438"/>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6" name="文本框 145"/>
          <p:cNvSpPr txBox="1"/>
          <p:nvPr/>
        </p:nvSpPr>
        <p:spPr>
          <a:xfrm>
            <a:off x="3956140" y="2867538"/>
            <a:ext cx="1315871" cy="307777"/>
          </a:xfrm>
          <a:prstGeom prst="rect">
            <a:avLst/>
          </a:prstGeom>
          <a:noFill/>
        </p:spPr>
        <p:txBody>
          <a:bodyPr wrap="square" rtlCol="0">
            <a:spAutoFit/>
          </a:bodyPr>
          <a:lstStyle/>
          <a:p>
            <a:pPr algn="ctr"/>
            <a:r>
              <a:rPr lang="zh-CN" altLang="en-US" sz="1400" dirty="0">
                <a:latin typeface="+mn-ea"/>
              </a:rPr>
              <a:t>指标三：</a:t>
            </a:r>
            <a:r>
              <a:rPr lang="en-US" altLang="zh-CN" sz="1400" dirty="0">
                <a:latin typeface="+mn-ea"/>
              </a:rPr>
              <a:t>20%</a:t>
            </a:r>
            <a:endParaRPr lang="zh-CN" altLang="en-US" sz="1400" dirty="0">
              <a:latin typeface="+mn-ea"/>
            </a:endParaRPr>
          </a:p>
        </p:txBody>
      </p:sp>
      <p:graphicFrame>
        <p:nvGraphicFramePr>
          <p:cNvPr id="147" name="图表 146"/>
          <p:cNvGraphicFramePr/>
          <p:nvPr/>
        </p:nvGraphicFramePr>
        <p:xfrm>
          <a:off x="3897562" y="3854003"/>
          <a:ext cx="3214198" cy="2319338"/>
        </p:xfrm>
        <a:graphic>
          <a:graphicData uri="http://schemas.openxmlformats.org/drawingml/2006/chart">
            <c:chart xmlns:c="http://schemas.openxmlformats.org/drawingml/2006/chart" xmlns:r="http://schemas.openxmlformats.org/officeDocument/2006/relationships" r:id="rId1"/>
          </a:graphicData>
        </a:graphic>
      </p:graphicFrame>
      <p:sp>
        <p:nvSpPr>
          <p:cNvPr id="148" name="文本框 147"/>
          <p:cNvSpPr txBox="1"/>
          <p:nvPr/>
        </p:nvSpPr>
        <p:spPr>
          <a:xfrm>
            <a:off x="4581194" y="3378620"/>
            <a:ext cx="1789863" cy="369332"/>
          </a:xfrm>
          <a:prstGeom prst="rect">
            <a:avLst/>
          </a:prstGeom>
          <a:noFill/>
        </p:spPr>
        <p:txBody>
          <a:bodyPr wrap="square" rtlCol="0">
            <a:spAutoFit/>
          </a:bodyPr>
          <a:lstStyle/>
          <a:p>
            <a:pPr algn="ctr"/>
            <a:r>
              <a:rPr lang="zh-CN" altLang="en-US" b="1" dirty="0"/>
              <a:t>指标变化图</a:t>
            </a:r>
            <a:endParaRPr lang="zh-CN" altLang="en-US" b="1" dirty="0"/>
          </a:p>
        </p:txBody>
      </p:sp>
      <p:sp>
        <p:nvSpPr>
          <p:cNvPr id="149" name="文本框 148"/>
          <p:cNvSpPr txBox="1"/>
          <p:nvPr/>
        </p:nvSpPr>
        <p:spPr>
          <a:xfrm>
            <a:off x="8714345" y="1423784"/>
            <a:ext cx="2105025" cy="461665"/>
          </a:xfrm>
          <a:prstGeom prst="rect">
            <a:avLst/>
          </a:prstGeom>
          <a:noFill/>
        </p:spPr>
        <p:txBody>
          <a:bodyPr wrap="square" rtlCol="0">
            <a:spAutoFit/>
          </a:bodyPr>
          <a:lstStyle/>
          <a:p>
            <a:r>
              <a:rPr lang="zh-CN" altLang="en-US" sz="2400" b="1" dirty="0">
                <a:solidFill>
                  <a:schemeClr val="bg1"/>
                </a:solidFill>
              </a:rPr>
              <a:t>分组分类分析</a:t>
            </a:r>
            <a:endParaRPr lang="zh-CN" altLang="en-US" sz="2400" b="1" dirty="0">
              <a:solidFill>
                <a:schemeClr val="bg1"/>
              </a:solidFill>
            </a:endParaRPr>
          </a:p>
        </p:txBody>
      </p:sp>
      <p:graphicFrame>
        <p:nvGraphicFramePr>
          <p:cNvPr id="150" name="图表 149"/>
          <p:cNvGraphicFramePr/>
          <p:nvPr/>
        </p:nvGraphicFramePr>
        <p:xfrm>
          <a:off x="7801903" y="2393931"/>
          <a:ext cx="3498093" cy="2841100"/>
        </p:xfrm>
        <a:graphic>
          <a:graphicData uri="http://schemas.openxmlformats.org/drawingml/2006/chart">
            <c:chart xmlns:c="http://schemas.openxmlformats.org/drawingml/2006/chart" xmlns:r="http://schemas.openxmlformats.org/officeDocument/2006/relationships" r:id="rId2"/>
          </a:graphicData>
        </a:graphic>
      </p:graphicFrame>
      <p:sp>
        <p:nvSpPr>
          <p:cNvPr id="151" name="文本框 150"/>
          <p:cNvSpPr txBox="1"/>
          <p:nvPr/>
        </p:nvSpPr>
        <p:spPr>
          <a:xfrm>
            <a:off x="8338966" y="2209265"/>
            <a:ext cx="2379654" cy="369332"/>
          </a:xfrm>
          <a:prstGeom prst="rect">
            <a:avLst/>
          </a:prstGeom>
          <a:noFill/>
        </p:spPr>
        <p:txBody>
          <a:bodyPr wrap="square" rtlCol="0">
            <a:spAutoFit/>
          </a:bodyPr>
          <a:lstStyle/>
          <a:p>
            <a:pPr algn="ctr"/>
            <a:r>
              <a:rPr lang="zh-CN" altLang="en-US" b="1" dirty="0"/>
              <a:t>分组分类占比图</a:t>
            </a:r>
            <a:endParaRPr lang="zh-CN" altLang="en-US" b="1" dirty="0"/>
          </a:p>
        </p:txBody>
      </p:sp>
      <p:cxnSp>
        <p:nvCxnSpPr>
          <p:cNvPr id="152" name="直接连接符 151"/>
          <p:cNvCxnSpPr/>
          <p:nvPr/>
        </p:nvCxnSpPr>
        <p:spPr>
          <a:xfrm>
            <a:off x="8104238" y="4776093"/>
            <a:ext cx="2849110" cy="13290"/>
          </a:xfrm>
          <a:prstGeom prst="line">
            <a:avLst/>
          </a:prstGeom>
          <a:ln w="19050">
            <a:gradFill flip="none" rotWithShape="1">
              <a:gsLst>
                <a:gs pos="50000">
                  <a:schemeClr val="accent1">
                    <a:lumMod val="75000"/>
                  </a:schemeClr>
                </a:gs>
                <a:gs pos="0">
                  <a:schemeClr val="accent1">
                    <a:lumMod val="75000"/>
                    <a:alpha val="60000"/>
                  </a:schemeClr>
                </a:gs>
                <a:gs pos="100000">
                  <a:schemeClr val="accent1">
                    <a:lumMod val="75000"/>
                    <a:alpha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3" name="文本框 152"/>
          <p:cNvSpPr txBox="1"/>
          <p:nvPr/>
        </p:nvSpPr>
        <p:spPr>
          <a:xfrm>
            <a:off x="8064310" y="5329883"/>
            <a:ext cx="3055400"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154" name="箭头: 五边形 153"/>
          <p:cNvSpPr/>
          <p:nvPr/>
        </p:nvSpPr>
        <p:spPr>
          <a:xfrm>
            <a:off x="8104238" y="4936724"/>
            <a:ext cx="771735" cy="312715"/>
          </a:xfrm>
          <a:prstGeom prst="homePlat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b="1" dirty="0"/>
              <a:t>总结</a:t>
            </a:r>
            <a:endParaRPr lang="zh-CN" altLang="en-US" sz="1400" b="1" dirty="0"/>
          </a:p>
        </p:txBody>
      </p:sp>
      <p:sp>
        <p:nvSpPr>
          <p:cNvPr id="173" name="图形 47" descr="数据分析饼图"/>
          <p:cNvSpPr/>
          <p:nvPr/>
        </p:nvSpPr>
        <p:spPr>
          <a:xfrm>
            <a:off x="8201849" y="1442033"/>
            <a:ext cx="436084" cy="425213"/>
          </a:xfrm>
          <a:custGeom>
            <a:avLst/>
            <a:gdLst>
              <a:gd name="connsiteX0" fmla="*/ 433613 w 436084"/>
              <a:gd name="connsiteY0" fmla="*/ 194693 h 425213"/>
              <a:gd name="connsiteX1" fmla="*/ 266267 w 436084"/>
              <a:gd name="connsiteY1" fmla="*/ 228956 h 425213"/>
              <a:gd name="connsiteX2" fmla="*/ 428332 w 436084"/>
              <a:gd name="connsiteY2" fmla="*/ 280258 h 425213"/>
              <a:gd name="connsiteX3" fmla="*/ 433613 w 436084"/>
              <a:gd name="connsiteY3" fmla="*/ 194693 h 425213"/>
              <a:gd name="connsiteX4" fmla="*/ 206719 w 436084"/>
              <a:gd name="connsiteY4" fmla="*/ 0 h 425213"/>
              <a:gd name="connsiteX5" fmla="*/ 210126 w 436084"/>
              <a:gd name="connsiteY5" fmla="*/ 184930 h 425213"/>
              <a:gd name="connsiteX6" fmla="*/ 391393 w 436084"/>
              <a:gd name="connsiteY6" fmla="*/ 147838 h 425213"/>
              <a:gd name="connsiteX7" fmla="*/ 206719 w 436084"/>
              <a:gd name="connsiteY7" fmla="*/ 0 h 425213"/>
              <a:gd name="connsiteX8" fmla="*/ 377099 w 436084"/>
              <a:gd name="connsiteY8" fmla="*/ 300328 h 425213"/>
              <a:gd name="connsiteX9" fmla="*/ 151573 w 436084"/>
              <a:gd name="connsiteY9" fmla="*/ 420272 h 425213"/>
              <a:gd name="connsiteX10" fmla="*/ 658 w 436084"/>
              <a:gd name="connsiteY10" fmla="*/ 214183 h 425213"/>
              <a:gd name="connsiteX11" fmla="*/ 183087 w 436084"/>
              <a:gd name="connsiteY11" fmla="*/ 35388 h 425213"/>
              <a:gd name="connsiteX12" fmla="*/ 186733 w 436084"/>
              <a:gd name="connsiteY12" fmla="*/ 230234 h 425213"/>
              <a:gd name="connsiteX13" fmla="*/ 186904 w 436084"/>
              <a:gd name="connsiteY13" fmla="*/ 240184 h 425213"/>
              <a:gd name="connsiteX14" fmla="*/ 377099 w 436084"/>
              <a:gd name="connsiteY14" fmla="*/ 300328 h 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36084" h="425213">
                <a:moveTo>
                  <a:pt x="433613" y="194693"/>
                </a:moveTo>
                <a:lnTo>
                  <a:pt x="266267" y="228956"/>
                </a:lnTo>
                <a:lnTo>
                  <a:pt x="428332" y="280258"/>
                </a:lnTo>
                <a:cubicBezTo>
                  <a:pt x="436391" y="252475"/>
                  <a:pt x="438193" y="223255"/>
                  <a:pt x="433613" y="194693"/>
                </a:cubicBezTo>
                <a:moveTo>
                  <a:pt x="206719" y="0"/>
                </a:moveTo>
                <a:lnTo>
                  <a:pt x="210126" y="184930"/>
                </a:lnTo>
                <a:lnTo>
                  <a:pt x="391393" y="147838"/>
                </a:lnTo>
                <a:cubicBezTo>
                  <a:pt x="370127" y="62610"/>
                  <a:pt x="294536" y="2096"/>
                  <a:pt x="206719" y="0"/>
                </a:cubicBezTo>
                <a:moveTo>
                  <a:pt x="377099" y="300328"/>
                </a:moveTo>
                <a:cubicBezTo>
                  <a:pt x="342188" y="390808"/>
                  <a:pt x="246112" y="441905"/>
                  <a:pt x="151573" y="420272"/>
                </a:cubicBezTo>
                <a:cubicBezTo>
                  <a:pt x="57035" y="398637"/>
                  <a:pt x="-7257" y="310841"/>
                  <a:pt x="658" y="214183"/>
                </a:cubicBezTo>
                <a:cubicBezTo>
                  <a:pt x="8572" y="117524"/>
                  <a:pt x="86289" y="41356"/>
                  <a:pt x="183087" y="35388"/>
                </a:cubicBezTo>
                <a:lnTo>
                  <a:pt x="186733" y="230234"/>
                </a:lnTo>
                <a:lnTo>
                  <a:pt x="186904" y="240184"/>
                </a:lnTo>
                <a:lnTo>
                  <a:pt x="377099" y="300328"/>
                </a:lnTo>
              </a:path>
            </a:pathLst>
          </a:custGeom>
          <a:solidFill>
            <a:schemeClr val="bg1"/>
          </a:solidFill>
          <a:ln w="1674" cap="flat">
            <a:noFill/>
            <a:prstDash val="solid"/>
            <a:miter/>
          </a:ln>
        </p:spPr>
        <p:txBody>
          <a:bodyPr rtlCol="0" anchor="ctr"/>
          <a:lstStyle/>
          <a:p>
            <a:endParaRPr lang="zh-CN" altLang="en-US"/>
          </a:p>
        </p:txBody>
      </p:sp>
      <p:grpSp>
        <p:nvGrpSpPr>
          <p:cNvPr id="174" name="图形 58" descr="数据展示"/>
          <p:cNvGrpSpPr/>
          <p:nvPr/>
        </p:nvGrpSpPr>
        <p:grpSpPr>
          <a:xfrm>
            <a:off x="4174826" y="1467720"/>
            <a:ext cx="406367" cy="406367"/>
            <a:chOff x="695026" y="1594720"/>
            <a:chExt cx="406367" cy="406367"/>
          </a:xfrm>
          <a:solidFill>
            <a:schemeClr val="bg1"/>
          </a:solidFill>
        </p:grpSpPr>
        <p:sp>
          <p:nvSpPr>
            <p:cNvPr id="175" name="任意多边形: 形状 174"/>
            <p:cNvSpPr/>
            <p:nvPr/>
          </p:nvSpPr>
          <p:spPr>
            <a:xfrm>
              <a:off x="765919" y="1891677"/>
              <a:ext cx="139548" cy="93782"/>
            </a:xfrm>
            <a:custGeom>
              <a:avLst/>
              <a:gdLst>
                <a:gd name="connsiteX0" fmla="*/ 2097 w 139548"/>
                <a:gd name="connsiteY0" fmla="*/ 85965 h 93782"/>
                <a:gd name="connsiteX1" fmla="*/ 7817 w 139548"/>
                <a:gd name="connsiteY1" fmla="*/ 64615 h 93782"/>
                <a:gd name="connsiteX2" fmla="*/ 116102 w 139548"/>
                <a:gd name="connsiteY2" fmla="*/ 2096 h 93782"/>
                <a:gd name="connsiteX3" fmla="*/ 137452 w 139548"/>
                <a:gd name="connsiteY3" fmla="*/ 7817 h 93782"/>
                <a:gd name="connsiteX4" fmla="*/ 131731 w 139548"/>
                <a:gd name="connsiteY4" fmla="*/ 29167 h 93782"/>
                <a:gd name="connsiteX5" fmla="*/ 23447 w 139548"/>
                <a:gd name="connsiteY5" fmla="*/ 91686 h 93782"/>
                <a:gd name="connsiteX6" fmla="*/ 2097 w 139548"/>
                <a:gd name="connsiteY6" fmla="*/ 85965 h 9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548" h="93782">
                  <a:moveTo>
                    <a:pt x="2097" y="85965"/>
                  </a:moveTo>
                  <a:cubicBezTo>
                    <a:pt x="-2219" y="78490"/>
                    <a:pt x="342" y="68930"/>
                    <a:pt x="7817" y="64615"/>
                  </a:cubicBezTo>
                  <a:lnTo>
                    <a:pt x="116102" y="2096"/>
                  </a:lnTo>
                  <a:cubicBezTo>
                    <a:pt x="123577" y="-2220"/>
                    <a:pt x="133136" y="342"/>
                    <a:pt x="137452" y="7817"/>
                  </a:cubicBezTo>
                  <a:cubicBezTo>
                    <a:pt x="141768" y="15292"/>
                    <a:pt x="139206" y="24851"/>
                    <a:pt x="131731" y="29167"/>
                  </a:cubicBezTo>
                  <a:lnTo>
                    <a:pt x="23447" y="91686"/>
                  </a:lnTo>
                  <a:cubicBezTo>
                    <a:pt x="15971" y="96002"/>
                    <a:pt x="6412" y="93440"/>
                    <a:pt x="2097" y="85965"/>
                  </a:cubicBezTo>
                  <a:close/>
                </a:path>
              </a:pathLst>
            </a:custGeom>
            <a:solidFill>
              <a:schemeClr val="bg1"/>
            </a:solidFill>
            <a:ln w="1563" cap="flat">
              <a:noFill/>
              <a:prstDash val="solid"/>
              <a:miter/>
            </a:ln>
          </p:spPr>
          <p:txBody>
            <a:bodyPr rtlCol="0" anchor="ctr"/>
            <a:lstStyle/>
            <a:p>
              <a:endParaRPr lang="zh-CN" altLang="en-US"/>
            </a:p>
          </p:txBody>
        </p:sp>
        <p:sp>
          <p:nvSpPr>
            <p:cNvPr id="176" name="任意多边形: 形状 175"/>
            <p:cNvSpPr/>
            <p:nvPr/>
          </p:nvSpPr>
          <p:spPr>
            <a:xfrm>
              <a:off x="890952" y="1891677"/>
              <a:ext cx="139548" cy="93780"/>
            </a:xfrm>
            <a:custGeom>
              <a:avLst/>
              <a:gdLst>
                <a:gd name="connsiteX0" fmla="*/ 2097 w 139548"/>
                <a:gd name="connsiteY0" fmla="*/ 7817 h 93780"/>
                <a:gd name="connsiteX1" fmla="*/ 23447 w 139548"/>
                <a:gd name="connsiteY1" fmla="*/ 2096 h 93780"/>
                <a:gd name="connsiteX2" fmla="*/ 131731 w 139548"/>
                <a:gd name="connsiteY2" fmla="*/ 64613 h 93780"/>
                <a:gd name="connsiteX3" fmla="*/ 137452 w 139548"/>
                <a:gd name="connsiteY3" fmla="*/ 85964 h 93780"/>
                <a:gd name="connsiteX4" fmla="*/ 116102 w 139548"/>
                <a:gd name="connsiteY4" fmla="*/ 91685 h 93780"/>
                <a:gd name="connsiteX5" fmla="*/ 7818 w 139548"/>
                <a:gd name="connsiteY5" fmla="*/ 29167 h 93780"/>
                <a:gd name="connsiteX6" fmla="*/ 2097 w 139548"/>
                <a:gd name="connsiteY6" fmla="*/ 7817 h 9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548" h="93780">
                  <a:moveTo>
                    <a:pt x="2097" y="7817"/>
                  </a:moveTo>
                  <a:cubicBezTo>
                    <a:pt x="6413" y="342"/>
                    <a:pt x="15972" y="-2220"/>
                    <a:pt x="23447" y="2096"/>
                  </a:cubicBezTo>
                  <a:lnTo>
                    <a:pt x="131731" y="64613"/>
                  </a:lnTo>
                  <a:cubicBezTo>
                    <a:pt x="139206" y="68930"/>
                    <a:pt x="141768" y="78489"/>
                    <a:pt x="137452" y="85964"/>
                  </a:cubicBezTo>
                  <a:cubicBezTo>
                    <a:pt x="133136" y="93439"/>
                    <a:pt x="123577" y="96001"/>
                    <a:pt x="116102" y="91685"/>
                  </a:cubicBezTo>
                  <a:lnTo>
                    <a:pt x="7818" y="29167"/>
                  </a:lnTo>
                  <a:cubicBezTo>
                    <a:pt x="341" y="24851"/>
                    <a:pt x="-2219" y="15292"/>
                    <a:pt x="2097" y="7817"/>
                  </a:cubicBezTo>
                  <a:close/>
                </a:path>
              </a:pathLst>
            </a:custGeom>
            <a:solidFill>
              <a:schemeClr val="bg1"/>
            </a:solidFill>
            <a:ln w="1563" cap="flat">
              <a:noFill/>
              <a:prstDash val="solid"/>
              <a:miter/>
            </a:ln>
          </p:spPr>
          <p:txBody>
            <a:bodyPr rtlCol="0" anchor="ctr"/>
            <a:lstStyle/>
            <a:p>
              <a:endParaRPr lang="zh-CN" altLang="en-US"/>
            </a:p>
          </p:txBody>
        </p:sp>
        <p:sp>
          <p:nvSpPr>
            <p:cNvPr id="177" name="任意多边形: 形状 176"/>
            <p:cNvSpPr/>
            <p:nvPr/>
          </p:nvSpPr>
          <p:spPr>
            <a:xfrm>
              <a:off x="882577" y="1876051"/>
              <a:ext cx="31260" cy="125035"/>
            </a:xfrm>
            <a:custGeom>
              <a:avLst/>
              <a:gdLst>
                <a:gd name="connsiteX0" fmla="*/ 0 w 31260"/>
                <a:gd name="connsiteY0" fmla="*/ 15629 h 125035"/>
                <a:gd name="connsiteX1" fmla="*/ 15629 w 31260"/>
                <a:gd name="connsiteY1" fmla="*/ 0 h 125035"/>
                <a:gd name="connsiteX2" fmla="*/ 31260 w 31260"/>
                <a:gd name="connsiteY2" fmla="*/ 15629 h 125035"/>
                <a:gd name="connsiteX3" fmla="*/ 31260 w 31260"/>
                <a:gd name="connsiteY3" fmla="*/ 109406 h 125035"/>
                <a:gd name="connsiteX4" fmla="*/ 15629 w 31260"/>
                <a:gd name="connsiteY4" fmla="*/ 125036 h 125035"/>
                <a:gd name="connsiteX5" fmla="*/ 0 w 31260"/>
                <a:gd name="connsiteY5" fmla="*/ 109406 h 125035"/>
                <a:gd name="connsiteX6" fmla="*/ 0 w 31260"/>
                <a:gd name="connsiteY6" fmla="*/ 15629 h 125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60" h="125035">
                  <a:moveTo>
                    <a:pt x="0" y="15629"/>
                  </a:moveTo>
                  <a:cubicBezTo>
                    <a:pt x="0" y="6999"/>
                    <a:pt x="6999" y="0"/>
                    <a:pt x="15629" y="0"/>
                  </a:cubicBezTo>
                  <a:cubicBezTo>
                    <a:pt x="24261" y="0"/>
                    <a:pt x="31260" y="6999"/>
                    <a:pt x="31260" y="15629"/>
                  </a:cubicBezTo>
                  <a:lnTo>
                    <a:pt x="31260" y="109406"/>
                  </a:lnTo>
                  <a:cubicBezTo>
                    <a:pt x="31260" y="118038"/>
                    <a:pt x="24261" y="125036"/>
                    <a:pt x="15629" y="125036"/>
                  </a:cubicBezTo>
                  <a:cubicBezTo>
                    <a:pt x="6999" y="125036"/>
                    <a:pt x="0" y="118038"/>
                    <a:pt x="0" y="109406"/>
                  </a:cubicBezTo>
                  <a:lnTo>
                    <a:pt x="0" y="15629"/>
                  </a:lnTo>
                  <a:close/>
                </a:path>
              </a:pathLst>
            </a:custGeom>
            <a:solidFill>
              <a:schemeClr val="bg1"/>
            </a:solidFill>
            <a:ln w="1563" cap="flat">
              <a:noFill/>
              <a:prstDash val="solid"/>
              <a:miter/>
            </a:ln>
          </p:spPr>
          <p:txBody>
            <a:bodyPr rtlCol="0" anchor="ctr"/>
            <a:lstStyle/>
            <a:p>
              <a:endParaRPr lang="zh-CN" altLang="en-US"/>
            </a:p>
          </p:txBody>
        </p:sp>
        <p:sp>
          <p:nvSpPr>
            <p:cNvPr id="178" name="任意多边形: 形状 177"/>
            <p:cNvSpPr/>
            <p:nvPr/>
          </p:nvSpPr>
          <p:spPr>
            <a:xfrm>
              <a:off x="695026" y="1594720"/>
              <a:ext cx="406367" cy="296960"/>
            </a:xfrm>
            <a:custGeom>
              <a:avLst/>
              <a:gdLst>
                <a:gd name="connsiteX0" fmla="*/ 0 w 406367"/>
                <a:gd name="connsiteY0" fmla="*/ 240268 h 296960"/>
                <a:gd name="connsiteX1" fmla="*/ 85311 w 406367"/>
                <a:gd name="connsiteY1" fmla="*/ 160367 h 296960"/>
                <a:gd name="connsiteX2" fmla="*/ 168342 w 406367"/>
                <a:gd name="connsiteY2" fmla="*/ 238841 h 296960"/>
                <a:gd name="connsiteX3" fmla="*/ 284262 w 406367"/>
                <a:gd name="connsiteY3" fmla="*/ 123082 h 296960"/>
                <a:gd name="connsiteX4" fmla="*/ 328219 w 406367"/>
                <a:gd name="connsiteY4" fmla="*/ 160528 h 296960"/>
                <a:gd name="connsiteX5" fmla="*/ 328219 w 406367"/>
                <a:gd name="connsiteY5" fmla="*/ 46889 h 296960"/>
                <a:gd name="connsiteX6" fmla="*/ 206114 w 406367"/>
                <a:gd name="connsiteY6" fmla="*/ 46889 h 296960"/>
                <a:gd name="connsiteX7" fmla="*/ 251374 w 406367"/>
                <a:gd name="connsiteY7" fmla="*/ 90195 h 296960"/>
                <a:gd name="connsiteX8" fmla="*/ 167691 w 406367"/>
                <a:gd name="connsiteY8" fmla="*/ 177951 h 296960"/>
                <a:gd name="connsiteX9" fmla="*/ 85311 w 406367"/>
                <a:gd name="connsiteY9" fmla="*/ 98501 h 296960"/>
                <a:gd name="connsiteX10" fmla="*/ 0 w 406367"/>
                <a:gd name="connsiteY10" fmla="*/ 180952 h 296960"/>
                <a:gd name="connsiteX11" fmla="*/ 0 w 406367"/>
                <a:gd name="connsiteY11" fmla="*/ 31259 h 296960"/>
                <a:gd name="connsiteX12" fmla="*/ 31259 w 406367"/>
                <a:gd name="connsiteY12" fmla="*/ 0 h 296960"/>
                <a:gd name="connsiteX13" fmla="*/ 375109 w 406367"/>
                <a:gd name="connsiteY13" fmla="*/ 0 h 296960"/>
                <a:gd name="connsiteX14" fmla="*/ 406367 w 406367"/>
                <a:gd name="connsiteY14" fmla="*/ 31259 h 296960"/>
                <a:gd name="connsiteX15" fmla="*/ 406367 w 406367"/>
                <a:gd name="connsiteY15" fmla="*/ 265702 h 296960"/>
                <a:gd name="connsiteX16" fmla="*/ 375109 w 406367"/>
                <a:gd name="connsiteY16" fmla="*/ 296961 h 296960"/>
                <a:gd name="connsiteX17" fmla="*/ 31259 w 406367"/>
                <a:gd name="connsiteY17" fmla="*/ 296961 h 296960"/>
                <a:gd name="connsiteX18" fmla="*/ 0 w 406367"/>
                <a:gd name="connsiteY18" fmla="*/ 265702 h 296960"/>
                <a:gd name="connsiteX19" fmla="*/ 0 w 406367"/>
                <a:gd name="connsiteY19" fmla="*/ 240268 h 29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367" h="296960">
                  <a:moveTo>
                    <a:pt x="0" y="240268"/>
                  </a:moveTo>
                  <a:lnTo>
                    <a:pt x="85311" y="160367"/>
                  </a:lnTo>
                  <a:lnTo>
                    <a:pt x="168342" y="238841"/>
                  </a:lnTo>
                  <a:lnTo>
                    <a:pt x="284262" y="123082"/>
                  </a:lnTo>
                  <a:lnTo>
                    <a:pt x="328219" y="160528"/>
                  </a:lnTo>
                  <a:lnTo>
                    <a:pt x="328219" y="46889"/>
                  </a:lnTo>
                  <a:lnTo>
                    <a:pt x="206114" y="46889"/>
                  </a:lnTo>
                  <a:lnTo>
                    <a:pt x="251374" y="90195"/>
                  </a:lnTo>
                  <a:lnTo>
                    <a:pt x="167691" y="177951"/>
                  </a:lnTo>
                  <a:lnTo>
                    <a:pt x="85311" y="98501"/>
                  </a:lnTo>
                  <a:lnTo>
                    <a:pt x="0" y="180952"/>
                  </a:lnTo>
                  <a:lnTo>
                    <a:pt x="0" y="31259"/>
                  </a:lnTo>
                  <a:cubicBezTo>
                    <a:pt x="0" y="13995"/>
                    <a:pt x="13995" y="0"/>
                    <a:pt x="31259" y="0"/>
                  </a:cubicBezTo>
                  <a:lnTo>
                    <a:pt x="375109" y="0"/>
                  </a:lnTo>
                  <a:cubicBezTo>
                    <a:pt x="392373" y="0"/>
                    <a:pt x="406367" y="13995"/>
                    <a:pt x="406367" y="31259"/>
                  </a:cubicBezTo>
                  <a:lnTo>
                    <a:pt x="406367" y="265702"/>
                  </a:lnTo>
                  <a:cubicBezTo>
                    <a:pt x="406367" y="282966"/>
                    <a:pt x="392373" y="296961"/>
                    <a:pt x="375109" y="296961"/>
                  </a:cubicBezTo>
                  <a:lnTo>
                    <a:pt x="31259" y="296961"/>
                  </a:lnTo>
                  <a:cubicBezTo>
                    <a:pt x="13995" y="296961"/>
                    <a:pt x="0" y="282966"/>
                    <a:pt x="0" y="265702"/>
                  </a:cubicBezTo>
                  <a:lnTo>
                    <a:pt x="0" y="240268"/>
                  </a:lnTo>
                  <a:close/>
                </a:path>
              </a:pathLst>
            </a:custGeom>
            <a:solidFill>
              <a:schemeClr val="bg1"/>
            </a:solidFill>
            <a:ln w="1563" cap="flat">
              <a:noFill/>
              <a:prstDash val="solid"/>
              <a:miter/>
            </a:ln>
          </p:spPr>
          <p:txBody>
            <a:bodyPr rtlCol="0" anchor="ctr"/>
            <a:lstStyle/>
            <a:p>
              <a:endParaRPr lang="zh-CN" alt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05</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总结与讨论</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Summary and Discussion</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研究总结</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结果讨论</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参考文献</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研究总结</a:t>
            </a:r>
            <a:endParaRPr lang="zh-CN" altLang="en-US" sz="2800" b="1" dirty="0">
              <a:latin typeface="微软雅黑" panose="020B0503020204020204" pitchFamily="34" charset="-122"/>
              <a:ea typeface="微软雅黑" panose="020B0503020204020204" pitchFamily="34" charset="-122"/>
            </a:endParaRPr>
          </a:p>
        </p:txBody>
      </p:sp>
      <p:sp>
        <p:nvSpPr>
          <p:cNvPr id="52" name="椭圆 51"/>
          <p:cNvSpPr/>
          <p:nvPr/>
        </p:nvSpPr>
        <p:spPr>
          <a:xfrm>
            <a:off x="3588384"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82620" y="2203292"/>
            <a:ext cx="2601096" cy="260109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七角星 4"/>
          <p:cNvSpPr/>
          <p:nvPr/>
        </p:nvSpPr>
        <p:spPr>
          <a:xfrm>
            <a:off x="3114674"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4176395"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3370913" y="3297542"/>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0" name="椭圆 69"/>
          <p:cNvSpPr/>
          <p:nvPr/>
        </p:nvSpPr>
        <p:spPr>
          <a:xfrm>
            <a:off x="6607863"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202099" y="2203292"/>
            <a:ext cx="2601096" cy="2601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七角星 4"/>
          <p:cNvSpPr/>
          <p:nvPr/>
        </p:nvSpPr>
        <p:spPr>
          <a:xfrm>
            <a:off x="6134153"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p:cNvSpPr txBox="1"/>
          <p:nvPr/>
        </p:nvSpPr>
        <p:spPr>
          <a:xfrm>
            <a:off x="7195874"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76" name="椭圆 75"/>
          <p:cNvSpPr/>
          <p:nvPr/>
        </p:nvSpPr>
        <p:spPr>
          <a:xfrm>
            <a:off x="9627342"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9221578" y="2203292"/>
            <a:ext cx="2601096" cy="260109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七角星 4"/>
          <p:cNvSpPr/>
          <p:nvPr/>
        </p:nvSpPr>
        <p:spPr>
          <a:xfrm>
            <a:off x="9153632"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10215353"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3324028" y="1152180"/>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25%</a:t>
            </a:r>
            <a:endParaRPr lang="zh-CN" altLang="en-US" sz="5400" b="1" dirty="0">
              <a:latin typeface="微软雅黑" panose="020B0503020204020204" pitchFamily="34" charset="-122"/>
              <a:ea typeface="微软雅黑" panose="020B0503020204020204" pitchFamily="34" charset="-122"/>
            </a:endParaRPr>
          </a:p>
        </p:txBody>
      </p:sp>
      <p:sp>
        <p:nvSpPr>
          <p:cNvPr id="87" name="文本框 86"/>
          <p:cNvSpPr txBox="1"/>
          <p:nvPr/>
        </p:nvSpPr>
        <p:spPr>
          <a:xfrm>
            <a:off x="5935863" y="1193898"/>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35%</a:t>
            </a:r>
            <a:endParaRPr lang="zh-CN" altLang="en-US" sz="5400" b="1" dirty="0">
              <a:latin typeface="微软雅黑" panose="020B0503020204020204" pitchFamily="34" charset="-122"/>
              <a:ea typeface="微软雅黑" panose="020B0503020204020204" pitchFamily="34" charset="-122"/>
            </a:endParaRPr>
          </a:p>
        </p:txBody>
      </p:sp>
      <p:sp>
        <p:nvSpPr>
          <p:cNvPr id="88" name="文本框 87"/>
          <p:cNvSpPr txBox="1"/>
          <p:nvPr/>
        </p:nvSpPr>
        <p:spPr>
          <a:xfrm>
            <a:off x="8675752" y="1180368"/>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40%</a:t>
            </a:r>
            <a:endParaRPr lang="zh-CN" altLang="en-US" sz="5400" b="1" dirty="0">
              <a:latin typeface="微软雅黑" panose="020B0503020204020204" pitchFamily="34" charset="-122"/>
              <a:ea typeface="微软雅黑" panose="020B0503020204020204" pitchFamily="34" charset="-122"/>
            </a:endParaRPr>
          </a:p>
        </p:txBody>
      </p:sp>
      <p:sp>
        <p:nvSpPr>
          <p:cNvPr id="96" name="右大括号 95"/>
          <p:cNvSpPr/>
          <p:nvPr/>
        </p:nvSpPr>
        <p:spPr>
          <a:xfrm rot="5400000">
            <a:off x="7481198" y="2503247"/>
            <a:ext cx="273071" cy="5708205"/>
          </a:xfrm>
          <a:prstGeom prst="rightBrace">
            <a:avLst>
              <a:gd name="adj1" fmla="val 7066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矩形: 圆角 98"/>
          <p:cNvSpPr/>
          <p:nvPr/>
        </p:nvSpPr>
        <p:spPr>
          <a:xfrm>
            <a:off x="3778318" y="5677632"/>
            <a:ext cx="7588182" cy="92422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6438062" y="3270092"/>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9438365" y="3240951"/>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4717273" y="5770413"/>
            <a:ext cx="6556307"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这里输入正文内容这里输入正文内容这里输入正文内容这里输入正文内容这里输入正文内容这里输入正文内容这里输入正文内容这里输入正文内容这里输入正文内容这里输入正文内容</a:t>
            </a:r>
            <a:endParaRPr lang="zh-CN" altLang="en-US" sz="1400" dirty="0">
              <a:solidFill>
                <a:schemeClr val="bg1"/>
              </a:solidFill>
            </a:endParaRPr>
          </a:p>
        </p:txBody>
      </p:sp>
      <p:sp>
        <p:nvSpPr>
          <p:cNvPr id="103" name="文本框 102"/>
          <p:cNvSpPr txBox="1"/>
          <p:nvPr/>
        </p:nvSpPr>
        <p:spPr>
          <a:xfrm>
            <a:off x="4146964" y="5961995"/>
            <a:ext cx="707248" cy="381000"/>
          </a:xfrm>
          <a:prstGeom prst="rect">
            <a:avLst/>
          </a:prstGeom>
          <a:noFill/>
        </p:spPr>
        <p:txBody>
          <a:bodyPr wrap="square" rtlCol="0">
            <a:spAutoFit/>
          </a:bodyPr>
          <a:lstStyle/>
          <a:p>
            <a:r>
              <a:rPr lang="zh-CN" altLang="en-US" dirty="0">
                <a:solidFill>
                  <a:schemeClr val="bg1"/>
                </a:solidFill>
              </a:rPr>
              <a:t>总结</a:t>
            </a:r>
            <a:endParaRPr lang="zh-CN" altLang="en-US" dirty="0">
              <a:solidFill>
                <a:schemeClr val="bg1"/>
              </a:solidFill>
            </a:endParaRPr>
          </a:p>
        </p:txBody>
      </p:sp>
      <p:sp>
        <p:nvSpPr>
          <p:cNvPr id="106" name="图片 9" descr="21543030"/>
          <p:cNvSpPr/>
          <p:nvPr/>
        </p:nvSpPr>
        <p:spPr>
          <a:xfrm flipV="1">
            <a:off x="3387585" y="2481288"/>
            <a:ext cx="419563" cy="419222"/>
          </a:xfrm>
          <a:custGeom>
            <a:avLst/>
            <a:gdLst>
              <a:gd name="connsiteX0" fmla="*/ 334079 w 419563"/>
              <a:gd name="connsiteY0" fmla="*/ 333852 h 419222"/>
              <a:gd name="connsiteX1" fmla="*/ 208530 w 419563"/>
              <a:gd name="connsiteY1" fmla="*/ 385859 h 419222"/>
              <a:gd name="connsiteX2" fmla="*/ 83111 w 419563"/>
              <a:gd name="connsiteY2" fmla="*/ 333852 h 419222"/>
              <a:gd name="connsiteX3" fmla="*/ 82993 w 419563"/>
              <a:gd name="connsiteY3" fmla="*/ 333852 h 419222"/>
              <a:gd name="connsiteX4" fmla="*/ 31103 w 419563"/>
              <a:gd name="connsiteY4" fmla="*/ 208433 h 419222"/>
              <a:gd name="connsiteX5" fmla="*/ 83111 w 419563"/>
              <a:gd name="connsiteY5" fmla="*/ 82778 h 419222"/>
              <a:gd name="connsiteX6" fmla="*/ 208530 w 419563"/>
              <a:gd name="connsiteY6" fmla="*/ 30771 h 419222"/>
              <a:gd name="connsiteX7" fmla="*/ 348846 w 419563"/>
              <a:gd name="connsiteY7" fmla="*/ 30771 h 419222"/>
              <a:gd name="connsiteX8" fmla="*/ 348846 w 419563"/>
              <a:gd name="connsiteY8" fmla="*/ 94225 h 419222"/>
              <a:gd name="connsiteX9" fmla="*/ 351942 w 419563"/>
              <a:gd name="connsiteY9" fmla="*/ 103738 h 419222"/>
              <a:gd name="connsiteX10" fmla="*/ 377255 w 419563"/>
              <a:gd name="connsiteY10" fmla="*/ 153340 h 419222"/>
              <a:gd name="connsiteX11" fmla="*/ 386075 w 419563"/>
              <a:gd name="connsiteY11" fmla="*/ 208433 h 419222"/>
              <a:gd name="connsiteX12" fmla="*/ 334994 w 419563"/>
              <a:gd name="connsiteY12" fmla="*/ 333171 h 419222"/>
              <a:gd name="connsiteX13" fmla="*/ 334079 w 419563"/>
              <a:gd name="connsiteY13" fmla="*/ 333852 h 419222"/>
              <a:gd name="connsiteX14" fmla="*/ 104070 w 419563"/>
              <a:gd name="connsiteY14" fmla="*/ 147148 h 419222"/>
              <a:gd name="connsiteX15" fmla="*/ 313107 w 419563"/>
              <a:gd name="connsiteY15" fmla="*/ 147148 h 419222"/>
              <a:gd name="connsiteX16" fmla="*/ 322841 w 419563"/>
              <a:gd name="connsiteY16" fmla="*/ 156660 h 419222"/>
              <a:gd name="connsiteX17" fmla="*/ 313107 w 419563"/>
              <a:gd name="connsiteY17" fmla="*/ 166395 h 419222"/>
              <a:gd name="connsiteX18" fmla="*/ 104070 w 419563"/>
              <a:gd name="connsiteY18" fmla="*/ 166395 h 419222"/>
              <a:gd name="connsiteX19" fmla="*/ 94218 w 419563"/>
              <a:gd name="connsiteY19" fmla="*/ 156660 h 419222"/>
              <a:gd name="connsiteX20" fmla="*/ 104070 w 419563"/>
              <a:gd name="connsiteY20" fmla="*/ 147148 h 419222"/>
              <a:gd name="connsiteX21" fmla="*/ 104070 w 419563"/>
              <a:gd name="connsiteY21" fmla="*/ 198697 h 419222"/>
              <a:gd name="connsiteX22" fmla="*/ 313107 w 419563"/>
              <a:gd name="connsiteY22" fmla="*/ 198697 h 419222"/>
              <a:gd name="connsiteX23" fmla="*/ 322841 w 419563"/>
              <a:gd name="connsiteY23" fmla="*/ 208433 h 419222"/>
              <a:gd name="connsiteX24" fmla="*/ 313107 w 419563"/>
              <a:gd name="connsiteY24" fmla="*/ 217932 h 419222"/>
              <a:gd name="connsiteX25" fmla="*/ 104070 w 419563"/>
              <a:gd name="connsiteY25" fmla="*/ 217932 h 419222"/>
              <a:gd name="connsiteX26" fmla="*/ 94218 w 419563"/>
              <a:gd name="connsiteY26" fmla="*/ 208433 h 419222"/>
              <a:gd name="connsiteX27" fmla="*/ 104070 w 419563"/>
              <a:gd name="connsiteY27" fmla="*/ 198697 h 419222"/>
              <a:gd name="connsiteX28" fmla="*/ 104070 w 419563"/>
              <a:gd name="connsiteY28" fmla="*/ 250235 h 419222"/>
              <a:gd name="connsiteX29" fmla="*/ 313107 w 419563"/>
              <a:gd name="connsiteY29" fmla="*/ 250235 h 419222"/>
              <a:gd name="connsiteX30" fmla="*/ 322841 w 419563"/>
              <a:gd name="connsiteY30" fmla="*/ 259971 h 419222"/>
              <a:gd name="connsiteX31" fmla="*/ 313107 w 419563"/>
              <a:gd name="connsiteY31" fmla="*/ 269482 h 419222"/>
              <a:gd name="connsiteX32" fmla="*/ 104070 w 419563"/>
              <a:gd name="connsiteY32" fmla="*/ 269482 h 419222"/>
              <a:gd name="connsiteX33" fmla="*/ 94218 w 419563"/>
              <a:gd name="connsiteY33" fmla="*/ 259971 h 419222"/>
              <a:gd name="connsiteX34" fmla="*/ 104070 w 419563"/>
              <a:gd name="connsiteY34" fmla="*/ 250235 h 419222"/>
              <a:gd name="connsiteX35" fmla="*/ 208530 w 419563"/>
              <a:gd name="connsiteY35" fmla="*/ 417927 h 419222"/>
              <a:gd name="connsiteX36" fmla="*/ 356986 w 419563"/>
              <a:gd name="connsiteY36" fmla="*/ 356654 h 419222"/>
              <a:gd name="connsiteX37" fmla="*/ 357665 w 419563"/>
              <a:gd name="connsiteY37" fmla="*/ 355845 h 419222"/>
              <a:gd name="connsiteX38" fmla="*/ 418260 w 419563"/>
              <a:gd name="connsiteY38" fmla="*/ 208433 h 419222"/>
              <a:gd name="connsiteX39" fmla="*/ 408065 w 419563"/>
              <a:gd name="connsiteY39" fmla="*/ 143253 h 419222"/>
              <a:gd name="connsiteX40" fmla="*/ 381031 w 419563"/>
              <a:gd name="connsiteY40" fmla="*/ 89194 h 419222"/>
              <a:gd name="connsiteX41" fmla="*/ 381031 w 419563"/>
              <a:gd name="connsiteY41" fmla="*/ 14513 h 419222"/>
              <a:gd name="connsiteX42" fmla="*/ 364997 w 419563"/>
              <a:gd name="connsiteY42" fmla="*/ -1296 h 419222"/>
              <a:gd name="connsiteX43" fmla="*/ 364541 w 419563"/>
              <a:gd name="connsiteY43" fmla="*/ -1296 h 419222"/>
              <a:gd name="connsiteX44" fmla="*/ 208530 w 419563"/>
              <a:gd name="connsiteY44" fmla="*/ -1296 h 419222"/>
              <a:gd name="connsiteX45" fmla="*/ 60203 w 419563"/>
              <a:gd name="connsiteY45" fmla="*/ 59987 h 419222"/>
              <a:gd name="connsiteX46" fmla="*/ 60203 w 419563"/>
              <a:gd name="connsiteY46" fmla="*/ 60094 h 419222"/>
              <a:gd name="connsiteX47" fmla="*/ 60203 w 419563"/>
              <a:gd name="connsiteY47" fmla="*/ 59987 h 419222"/>
              <a:gd name="connsiteX48" fmla="*/ -1304 w 419563"/>
              <a:gd name="connsiteY48" fmla="*/ 208433 h 419222"/>
              <a:gd name="connsiteX49" fmla="*/ 60203 w 419563"/>
              <a:gd name="connsiteY49" fmla="*/ 356654 h 419222"/>
              <a:gd name="connsiteX50" fmla="*/ 208530 w 419563"/>
              <a:gd name="connsiteY50" fmla="*/ 417927 h 41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9563" h="419222">
                <a:moveTo>
                  <a:pt x="334079" y="333852"/>
                </a:moveTo>
                <a:cubicBezTo>
                  <a:pt x="301999" y="365932"/>
                  <a:pt x="257559" y="385859"/>
                  <a:pt x="208530" y="385859"/>
                </a:cubicBezTo>
                <a:cubicBezTo>
                  <a:pt x="159620" y="385859"/>
                  <a:pt x="115179" y="365932"/>
                  <a:pt x="83111" y="333852"/>
                </a:cubicBezTo>
                <a:lnTo>
                  <a:pt x="82993" y="333852"/>
                </a:lnTo>
                <a:cubicBezTo>
                  <a:pt x="50926" y="301785"/>
                  <a:pt x="31103" y="257449"/>
                  <a:pt x="31103" y="208433"/>
                </a:cubicBezTo>
                <a:cubicBezTo>
                  <a:pt x="31103" y="159404"/>
                  <a:pt x="51148" y="114963"/>
                  <a:pt x="83111" y="82778"/>
                </a:cubicBezTo>
                <a:cubicBezTo>
                  <a:pt x="115179" y="50932"/>
                  <a:pt x="159398" y="30771"/>
                  <a:pt x="208530" y="30771"/>
                </a:cubicBezTo>
                <a:lnTo>
                  <a:pt x="348846" y="30771"/>
                </a:lnTo>
                <a:lnTo>
                  <a:pt x="348846" y="94225"/>
                </a:lnTo>
                <a:cubicBezTo>
                  <a:pt x="348846" y="97663"/>
                  <a:pt x="349762" y="100875"/>
                  <a:pt x="351942" y="103738"/>
                </a:cubicBezTo>
                <a:cubicBezTo>
                  <a:pt x="362827" y="118517"/>
                  <a:pt x="371530" y="135241"/>
                  <a:pt x="377255" y="153340"/>
                </a:cubicBezTo>
                <a:cubicBezTo>
                  <a:pt x="382978" y="170512"/>
                  <a:pt x="386075" y="189066"/>
                  <a:pt x="386075" y="208433"/>
                </a:cubicBezTo>
                <a:cubicBezTo>
                  <a:pt x="386075" y="257108"/>
                  <a:pt x="366487" y="301209"/>
                  <a:pt x="334994" y="333171"/>
                </a:cubicBezTo>
                <a:lnTo>
                  <a:pt x="334079" y="333852"/>
                </a:lnTo>
                <a:moveTo>
                  <a:pt x="104070" y="147148"/>
                </a:moveTo>
                <a:lnTo>
                  <a:pt x="313107" y="147148"/>
                </a:lnTo>
                <a:cubicBezTo>
                  <a:pt x="318491" y="147148"/>
                  <a:pt x="322841" y="151275"/>
                  <a:pt x="322841" y="156660"/>
                </a:cubicBezTo>
                <a:cubicBezTo>
                  <a:pt x="322841" y="162043"/>
                  <a:pt x="318491" y="166395"/>
                  <a:pt x="313107" y="166395"/>
                </a:cubicBezTo>
                <a:lnTo>
                  <a:pt x="104070" y="166395"/>
                </a:lnTo>
                <a:cubicBezTo>
                  <a:pt x="98570" y="166395"/>
                  <a:pt x="94218" y="162043"/>
                  <a:pt x="94218" y="156660"/>
                </a:cubicBezTo>
                <a:cubicBezTo>
                  <a:pt x="94218" y="151275"/>
                  <a:pt x="98570" y="147148"/>
                  <a:pt x="104070" y="147148"/>
                </a:cubicBezTo>
                <a:moveTo>
                  <a:pt x="104070" y="198697"/>
                </a:moveTo>
                <a:lnTo>
                  <a:pt x="313107" y="198697"/>
                </a:lnTo>
                <a:cubicBezTo>
                  <a:pt x="318491" y="198697"/>
                  <a:pt x="322841" y="203048"/>
                  <a:pt x="322841" y="208433"/>
                </a:cubicBezTo>
                <a:cubicBezTo>
                  <a:pt x="322841" y="213698"/>
                  <a:pt x="318491" y="217932"/>
                  <a:pt x="313107" y="217932"/>
                </a:cubicBezTo>
                <a:lnTo>
                  <a:pt x="104070" y="217932"/>
                </a:lnTo>
                <a:cubicBezTo>
                  <a:pt x="98570" y="217932"/>
                  <a:pt x="94218" y="213698"/>
                  <a:pt x="94218" y="208433"/>
                </a:cubicBezTo>
                <a:cubicBezTo>
                  <a:pt x="94218" y="203048"/>
                  <a:pt x="98570" y="198697"/>
                  <a:pt x="104070" y="198697"/>
                </a:cubicBezTo>
                <a:moveTo>
                  <a:pt x="104070" y="250235"/>
                </a:moveTo>
                <a:lnTo>
                  <a:pt x="313107" y="250235"/>
                </a:lnTo>
                <a:cubicBezTo>
                  <a:pt x="318491" y="250235"/>
                  <a:pt x="322841" y="254703"/>
                  <a:pt x="322841" y="259971"/>
                </a:cubicBezTo>
                <a:cubicBezTo>
                  <a:pt x="322841" y="265354"/>
                  <a:pt x="318491" y="269482"/>
                  <a:pt x="313107" y="269482"/>
                </a:cubicBezTo>
                <a:lnTo>
                  <a:pt x="104070" y="269482"/>
                </a:lnTo>
                <a:cubicBezTo>
                  <a:pt x="98570" y="269482"/>
                  <a:pt x="94218" y="265354"/>
                  <a:pt x="94218" y="259971"/>
                </a:cubicBezTo>
                <a:cubicBezTo>
                  <a:pt x="94218" y="254703"/>
                  <a:pt x="98570" y="250235"/>
                  <a:pt x="104070" y="250235"/>
                </a:cubicBezTo>
                <a:moveTo>
                  <a:pt x="208530" y="417927"/>
                </a:moveTo>
                <a:cubicBezTo>
                  <a:pt x="266377" y="417927"/>
                  <a:pt x="318844" y="394678"/>
                  <a:pt x="356986" y="356654"/>
                </a:cubicBezTo>
                <a:lnTo>
                  <a:pt x="357665" y="355845"/>
                </a:lnTo>
                <a:cubicBezTo>
                  <a:pt x="395234" y="317819"/>
                  <a:pt x="418260" y="265705"/>
                  <a:pt x="418260" y="208433"/>
                </a:cubicBezTo>
                <a:cubicBezTo>
                  <a:pt x="418260" y="185749"/>
                  <a:pt x="414718" y="163873"/>
                  <a:pt x="408065" y="143253"/>
                </a:cubicBezTo>
                <a:cubicBezTo>
                  <a:pt x="401651" y="123784"/>
                  <a:pt x="392491" y="105684"/>
                  <a:pt x="381031" y="89194"/>
                </a:cubicBezTo>
                <a:lnTo>
                  <a:pt x="381031" y="14513"/>
                </a:lnTo>
                <a:cubicBezTo>
                  <a:pt x="381031" y="5799"/>
                  <a:pt x="373818" y="-1296"/>
                  <a:pt x="364997" y="-1296"/>
                </a:cubicBezTo>
                <a:lnTo>
                  <a:pt x="364541" y="-1296"/>
                </a:lnTo>
                <a:lnTo>
                  <a:pt x="208530" y="-1296"/>
                </a:lnTo>
                <a:cubicBezTo>
                  <a:pt x="150812" y="-1296"/>
                  <a:pt x="98346" y="22068"/>
                  <a:pt x="60203" y="59987"/>
                </a:cubicBezTo>
                <a:lnTo>
                  <a:pt x="60203" y="60094"/>
                </a:lnTo>
                <a:lnTo>
                  <a:pt x="60203" y="59987"/>
                </a:lnTo>
                <a:cubicBezTo>
                  <a:pt x="22285" y="98014"/>
                  <a:pt x="-1304" y="150466"/>
                  <a:pt x="-1304" y="208433"/>
                </a:cubicBezTo>
                <a:cubicBezTo>
                  <a:pt x="-1304" y="266163"/>
                  <a:pt x="22285" y="318617"/>
                  <a:pt x="60203" y="356654"/>
                </a:cubicBezTo>
                <a:cubicBezTo>
                  <a:pt x="98112" y="394678"/>
                  <a:pt x="150812" y="417927"/>
                  <a:pt x="208530" y="417927"/>
                </a:cubicBezTo>
              </a:path>
            </a:pathLst>
          </a:custGeom>
          <a:solidFill>
            <a:schemeClr val="accent1"/>
          </a:solidFill>
          <a:ln w="156" cap="flat">
            <a:noFill/>
            <a:prstDash val="solid"/>
            <a:miter/>
          </a:ln>
        </p:spPr>
        <p:txBody>
          <a:bodyPr rtlCol="0" anchor="ctr"/>
          <a:lstStyle/>
          <a:p>
            <a:endParaRPr lang="zh-CN" altLang="en-US"/>
          </a:p>
        </p:txBody>
      </p:sp>
      <p:sp>
        <p:nvSpPr>
          <p:cNvPr id="107" name="图片 8" descr="21543018"/>
          <p:cNvSpPr/>
          <p:nvPr/>
        </p:nvSpPr>
        <p:spPr>
          <a:xfrm flipV="1">
            <a:off x="6460431" y="2473273"/>
            <a:ext cx="388901" cy="493605"/>
          </a:xfrm>
          <a:custGeom>
            <a:avLst/>
            <a:gdLst>
              <a:gd name="connsiteX0" fmla="*/ 120653 w 388901"/>
              <a:gd name="connsiteY0" fmla="*/ 117147 h 493605"/>
              <a:gd name="connsiteX1" fmla="*/ 120653 w 388901"/>
              <a:gd name="connsiteY1" fmla="*/ 78344 h 493605"/>
              <a:gd name="connsiteX2" fmla="*/ 151921 w 388901"/>
              <a:gd name="connsiteY2" fmla="*/ 78344 h 493605"/>
              <a:gd name="connsiteX3" fmla="*/ 170921 w 388901"/>
              <a:gd name="connsiteY3" fmla="*/ 59203 h 493605"/>
              <a:gd name="connsiteX4" fmla="*/ 170921 w 388901"/>
              <a:gd name="connsiteY4" fmla="*/ 58943 h 493605"/>
              <a:gd name="connsiteX5" fmla="*/ 177380 w 388901"/>
              <a:gd name="connsiteY5" fmla="*/ 43446 h 493605"/>
              <a:gd name="connsiteX6" fmla="*/ 177380 w 388901"/>
              <a:gd name="connsiteY6" fmla="*/ 43171 h 493605"/>
              <a:gd name="connsiteX7" fmla="*/ 193015 w 388901"/>
              <a:gd name="connsiteY7" fmla="*/ 36698 h 493605"/>
              <a:gd name="connsiteX8" fmla="*/ 208647 w 388901"/>
              <a:gd name="connsiteY8" fmla="*/ 42896 h 493605"/>
              <a:gd name="connsiteX9" fmla="*/ 208924 w 388901"/>
              <a:gd name="connsiteY9" fmla="*/ 43171 h 493605"/>
              <a:gd name="connsiteX10" fmla="*/ 215382 w 388901"/>
              <a:gd name="connsiteY10" fmla="*/ 58943 h 493605"/>
              <a:gd name="connsiteX11" fmla="*/ 215382 w 388901"/>
              <a:gd name="connsiteY11" fmla="*/ 59203 h 493605"/>
              <a:gd name="connsiteX12" fmla="*/ 234246 w 388901"/>
              <a:gd name="connsiteY12" fmla="*/ 78344 h 493605"/>
              <a:gd name="connsiteX13" fmla="*/ 265512 w 388901"/>
              <a:gd name="connsiteY13" fmla="*/ 78344 h 493605"/>
              <a:gd name="connsiteX14" fmla="*/ 265512 w 388901"/>
              <a:gd name="connsiteY14" fmla="*/ 117147 h 493605"/>
              <a:gd name="connsiteX15" fmla="*/ 193015 w 388901"/>
              <a:gd name="connsiteY15" fmla="*/ 103140 h 493605"/>
              <a:gd name="connsiteX16" fmla="*/ 120653 w 388901"/>
              <a:gd name="connsiteY16" fmla="*/ 117147 h 493605"/>
              <a:gd name="connsiteX17" fmla="*/ 303512 w 388901"/>
              <a:gd name="connsiteY17" fmla="*/ 137498 h 493605"/>
              <a:gd name="connsiteX18" fmla="*/ 303512 w 388901"/>
              <a:gd name="connsiteY18" fmla="*/ 59203 h 493605"/>
              <a:gd name="connsiteX19" fmla="*/ 284513 w 388901"/>
              <a:gd name="connsiteY19" fmla="*/ 40204 h 493605"/>
              <a:gd name="connsiteX20" fmla="*/ 284113 w 388901"/>
              <a:gd name="connsiteY20" fmla="*/ 40204 h 493605"/>
              <a:gd name="connsiteX21" fmla="*/ 250154 w 388901"/>
              <a:gd name="connsiteY21" fmla="*/ 40204 h 493605"/>
              <a:gd name="connsiteX22" fmla="*/ 235596 w 388901"/>
              <a:gd name="connsiteY22" fmla="*/ 16358 h 493605"/>
              <a:gd name="connsiteX23" fmla="*/ 193015 w 388901"/>
              <a:gd name="connsiteY23" fmla="*/ -1301 h 493605"/>
              <a:gd name="connsiteX24" fmla="*/ 150707 w 388901"/>
              <a:gd name="connsiteY24" fmla="*/ 16358 h 493605"/>
              <a:gd name="connsiteX25" fmla="*/ 135752 w 388901"/>
              <a:gd name="connsiteY25" fmla="*/ 40204 h 493605"/>
              <a:gd name="connsiteX26" fmla="*/ 101514 w 388901"/>
              <a:gd name="connsiteY26" fmla="*/ 40204 h 493605"/>
              <a:gd name="connsiteX27" fmla="*/ 82790 w 388901"/>
              <a:gd name="connsiteY27" fmla="*/ 59203 h 493605"/>
              <a:gd name="connsiteX28" fmla="*/ 82790 w 388901"/>
              <a:gd name="connsiteY28" fmla="*/ 59606 h 493605"/>
              <a:gd name="connsiteX29" fmla="*/ 82790 w 388901"/>
              <a:gd name="connsiteY29" fmla="*/ 137498 h 493605"/>
              <a:gd name="connsiteX30" fmla="*/ 55427 w 388901"/>
              <a:gd name="connsiteY30" fmla="*/ 160143 h 493605"/>
              <a:gd name="connsiteX31" fmla="*/ -1299 w 388901"/>
              <a:gd name="connsiteY31" fmla="*/ 297715 h 493605"/>
              <a:gd name="connsiteX32" fmla="*/ 55427 w 388901"/>
              <a:gd name="connsiteY32" fmla="*/ 435301 h 493605"/>
              <a:gd name="connsiteX33" fmla="*/ 193015 w 388901"/>
              <a:gd name="connsiteY33" fmla="*/ 492304 h 493605"/>
              <a:gd name="connsiteX34" fmla="*/ 330599 w 388901"/>
              <a:gd name="connsiteY34" fmla="*/ 435301 h 493605"/>
              <a:gd name="connsiteX35" fmla="*/ 387602 w 388901"/>
              <a:gd name="connsiteY35" fmla="*/ 297715 h 493605"/>
              <a:gd name="connsiteX36" fmla="*/ 330599 w 388901"/>
              <a:gd name="connsiteY36" fmla="*/ 160143 h 493605"/>
              <a:gd name="connsiteX37" fmla="*/ 303512 w 388901"/>
              <a:gd name="connsiteY37" fmla="*/ 137498 h 493605"/>
              <a:gd name="connsiteX38" fmla="*/ 201099 w 388901"/>
              <a:gd name="connsiteY38" fmla="*/ 278852 h 493605"/>
              <a:gd name="connsiteX39" fmla="*/ 185066 w 388901"/>
              <a:gd name="connsiteY39" fmla="*/ 278852 h 493605"/>
              <a:gd name="connsiteX40" fmla="*/ 164452 w 388901"/>
              <a:gd name="connsiteY40" fmla="*/ 292457 h 493605"/>
              <a:gd name="connsiteX41" fmla="*/ 140192 w 388901"/>
              <a:gd name="connsiteY41" fmla="*/ 297177 h 493605"/>
              <a:gd name="connsiteX42" fmla="*/ 115933 w 388901"/>
              <a:gd name="connsiteY42" fmla="*/ 292457 h 493605"/>
              <a:gd name="connsiteX43" fmla="*/ 95459 w 388901"/>
              <a:gd name="connsiteY43" fmla="*/ 278852 h 493605"/>
              <a:gd name="connsiteX44" fmla="*/ 79561 w 388901"/>
              <a:gd name="connsiteY44" fmla="*/ 278852 h 493605"/>
              <a:gd name="connsiteX45" fmla="*/ 79561 w 388901"/>
              <a:gd name="connsiteY45" fmla="*/ 295024 h 493605"/>
              <a:gd name="connsiteX46" fmla="*/ 107311 w 388901"/>
              <a:gd name="connsiteY46" fmla="*/ 313349 h 493605"/>
              <a:gd name="connsiteX47" fmla="*/ 140192 w 388901"/>
              <a:gd name="connsiteY47" fmla="*/ 320082 h 493605"/>
              <a:gd name="connsiteX48" fmla="*/ 173336 w 388901"/>
              <a:gd name="connsiteY48" fmla="*/ 313349 h 493605"/>
              <a:gd name="connsiteX49" fmla="*/ 193015 w 388901"/>
              <a:gd name="connsiteY49" fmla="*/ 301895 h 493605"/>
              <a:gd name="connsiteX50" fmla="*/ 212953 w 388901"/>
              <a:gd name="connsiteY50" fmla="*/ 313349 h 493605"/>
              <a:gd name="connsiteX51" fmla="*/ 245710 w 388901"/>
              <a:gd name="connsiteY51" fmla="*/ 320082 h 493605"/>
              <a:gd name="connsiteX52" fmla="*/ 278717 w 388901"/>
              <a:gd name="connsiteY52" fmla="*/ 313349 h 493605"/>
              <a:gd name="connsiteX53" fmla="*/ 306740 w 388901"/>
              <a:gd name="connsiteY53" fmla="*/ 295024 h 493605"/>
              <a:gd name="connsiteX54" fmla="*/ 306740 w 388901"/>
              <a:gd name="connsiteY54" fmla="*/ 278852 h 493605"/>
              <a:gd name="connsiteX55" fmla="*/ 290846 w 388901"/>
              <a:gd name="connsiteY55" fmla="*/ 278852 h 493605"/>
              <a:gd name="connsiteX56" fmla="*/ 270094 w 388901"/>
              <a:gd name="connsiteY56" fmla="*/ 292457 h 493605"/>
              <a:gd name="connsiteX57" fmla="*/ 245710 w 388901"/>
              <a:gd name="connsiteY57" fmla="*/ 297177 h 493605"/>
              <a:gd name="connsiteX58" fmla="*/ 221579 w 388901"/>
              <a:gd name="connsiteY58" fmla="*/ 292457 h 493605"/>
              <a:gd name="connsiteX59" fmla="*/ 201099 w 388901"/>
              <a:gd name="connsiteY59" fmla="*/ 278852 h 493605"/>
              <a:gd name="connsiteX60" fmla="*/ 274136 w 388901"/>
              <a:gd name="connsiteY60" fmla="*/ 163771 h 493605"/>
              <a:gd name="connsiteX61" fmla="*/ 274412 w 388901"/>
              <a:gd name="connsiteY61" fmla="*/ 163771 h 493605"/>
              <a:gd name="connsiteX62" fmla="*/ 274675 w 388901"/>
              <a:gd name="connsiteY62" fmla="*/ 164047 h 493605"/>
              <a:gd name="connsiteX63" fmla="*/ 274950 w 388901"/>
              <a:gd name="connsiteY63" fmla="*/ 164047 h 493605"/>
              <a:gd name="connsiteX64" fmla="*/ 303788 w 388901"/>
              <a:gd name="connsiteY64" fmla="*/ 186952 h 493605"/>
              <a:gd name="connsiteX65" fmla="*/ 349738 w 388901"/>
              <a:gd name="connsiteY65" fmla="*/ 297715 h 493605"/>
              <a:gd name="connsiteX66" fmla="*/ 303788 w 388901"/>
              <a:gd name="connsiteY66" fmla="*/ 408492 h 493605"/>
              <a:gd name="connsiteX67" fmla="*/ 193015 w 388901"/>
              <a:gd name="connsiteY67" fmla="*/ 454440 h 493605"/>
              <a:gd name="connsiteX68" fmla="*/ 82514 w 388901"/>
              <a:gd name="connsiteY68" fmla="*/ 408492 h 493605"/>
              <a:gd name="connsiteX69" fmla="*/ 36441 w 388901"/>
              <a:gd name="connsiteY69" fmla="*/ 297715 h 493605"/>
              <a:gd name="connsiteX70" fmla="*/ 82514 w 388901"/>
              <a:gd name="connsiteY70" fmla="*/ 186952 h 493605"/>
              <a:gd name="connsiteX71" fmla="*/ 111090 w 388901"/>
              <a:gd name="connsiteY71" fmla="*/ 164047 h 493605"/>
              <a:gd name="connsiteX72" fmla="*/ 111628 w 388901"/>
              <a:gd name="connsiteY72" fmla="*/ 164047 h 493605"/>
              <a:gd name="connsiteX73" fmla="*/ 111891 w 388901"/>
              <a:gd name="connsiteY73" fmla="*/ 163771 h 493605"/>
              <a:gd name="connsiteX74" fmla="*/ 112167 w 388901"/>
              <a:gd name="connsiteY74" fmla="*/ 163771 h 493605"/>
              <a:gd name="connsiteX75" fmla="*/ 193015 w 388901"/>
              <a:gd name="connsiteY75" fmla="*/ 141142 h 493605"/>
              <a:gd name="connsiteX76" fmla="*/ 274136 w 388901"/>
              <a:gd name="connsiteY76" fmla="*/ 163771 h 49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88901" h="493605">
                <a:moveTo>
                  <a:pt x="120653" y="117147"/>
                </a:moveTo>
                <a:lnTo>
                  <a:pt x="120653" y="78344"/>
                </a:lnTo>
                <a:lnTo>
                  <a:pt x="151921" y="78344"/>
                </a:lnTo>
                <a:cubicBezTo>
                  <a:pt x="162421" y="78344"/>
                  <a:pt x="170921" y="69858"/>
                  <a:pt x="170921" y="59203"/>
                </a:cubicBezTo>
                <a:lnTo>
                  <a:pt x="170921" y="58943"/>
                </a:lnTo>
                <a:cubicBezTo>
                  <a:pt x="170921" y="52870"/>
                  <a:pt x="173336" y="47214"/>
                  <a:pt x="177380" y="43446"/>
                </a:cubicBezTo>
                <a:lnTo>
                  <a:pt x="177380" y="43171"/>
                </a:lnTo>
                <a:cubicBezTo>
                  <a:pt x="181299" y="39266"/>
                  <a:pt x="187081" y="36698"/>
                  <a:pt x="193015" y="36698"/>
                </a:cubicBezTo>
                <a:cubicBezTo>
                  <a:pt x="199209" y="36698"/>
                  <a:pt x="204745" y="39266"/>
                  <a:pt x="208647" y="42896"/>
                </a:cubicBezTo>
                <a:lnTo>
                  <a:pt x="208924" y="43171"/>
                </a:lnTo>
                <a:cubicBezTo>
                  <a:pt x="212691" y="47214"/>
                  <a:pt x="215382" y="52607"/>
                  <a:pt x="215382" y="58943"/>
                </a:cubicBezTo>
                <a:lnTo>
                  <a:pt x="215382" y="59203"/>
                </a:lnTo>
                <a:cubicBezTo>
                  <a:pt x="215382" y="69858"/>
                  <a:pt x="223744" y="78344"/>
                  <a:pt x="234246" y="78344"/>
                </a:cubicBezTo>
                <a:lnTo>
                  <a:pt x="265512" y="78344"/>
                </a:lnTo>
                <a:lnTo>
                  <a:pt x="265512" y="117147"/>
                </a:lnTo>
                <a:cubicBezTo>
                  <a:pt x="243007" y="108121"/>
                  <a:pt x="218886" y="103140"/>
                  <a:pt x="193015" y="103140"/>
                </a:cubicBezTo>
                <a:cubicBezTo>
                  <a:pt x="167680" y="103140"/>
                  <a:pt x="143020" y="108121"/>
                  <a:pt x="120653" y="117147"/>
                </a:cubicBezTo>
                <a:moveTo>
                  <a:pt x="303512" y="137498"/>
                </a:moveTo>
                <a:lnTo>
                  <a:pt x="303512" y="59203"/>
                </a:lnTo>
                <a:cubicBezTo>
                  <a:pt x="303512" y="48967"/>
                  <a:pt x="295026" y="40204"/>
                  <a:pt x="284513" y="40204"/>
                </a:cubicBezTo>
                <a:lnTo>
                  <a:pt x="284113" y="40204"/>
                </a:lnTo>
                <a:lnTo>
                  <a:pt x="250154" y="40204"/>
                </a:lnTo>
                <a:cubicBezTo>
                  <a:pt x="247448" y="31042"/>
                  <a:pt x="242329" y="23094"/>
                  <a:pt x="235596" y="16358"/>
                </a:cubicBezTo>
                <a:cubicBezTo>
                  <a:pt x="224819" y="5445"/>
                  <a:pt x="209724" y="-1301"/>
                  <a:pt x="193015" y="-1301"/>
                </a:cubicBezTo>
                <a:cubicBezTo>
                  <a:pt x="176579" y="-1301"/>
                  <a:pt x="161484" y="5445"/>
                  <a:pt x="150707" y="16358"/>
                </a:cubicBezTo>
                <a:cubicBezTo>
                  <a:pt x="143959" y="23094"/>
                  <a:pt x="138978" y="31182"/>
                  <a:pt x="135752" y="40204"/>
                </a:cubicBezTo>
                <a:lnTo>
                  <a:pt x="101514" y="40204"/>
                </a:lnTo>
                <a:cubicBezTo>
                  <a:pt x="91138" y="40204"/>
                  <a:pt x="82790" y="48967"/>
                  <a:pt x="82790" y="59203"/>
                </a:cubicBezTo>
                <a:lnTo>
                  <a:pt x="82790" y="59606"/>
                </a:lnTo>
                <a:lnTo>
                  <a:pt x="82790" y="137498"/>
                </a:lnTo>
                <a:cubicBezTo>
                  <a:pt x="73090" y="144232"/>
                  <a:pt x="63927" y="151642"/>
                  <a:pt x="55427" y="160143"/>
                </a:cubicBezTo>
                <a:cubicBezTo>
                  <a:pt x="20130" y="195301"/>
                  <a:pt x="-1299" y="243955"/>
                  <a:pt x="-1299" y="297715"/>
                </a:cubicBezTo>
                <a:cubicBezTo>
                  <a:pt x="-1299" y="351487"/>
                  <a:pt x="20130" y="400128"/>
                  <a:pt x="55427" y="435301"/>
                </a:cubicBezTo>
                <a:cubicBezTo>
                  <a:pt x="90738" y="470611"/>
                  <a:pt x="139253" y="492304"/>
                  <a:pt x="193015" y="492304"/>
                </a:cubicBezTo>
                <a:cubicBezTo>
                  <a:pt x="246787" y="492304"/>
                  <a:pt x="295427" y="470611"/>
                  <a:pt x="330599" y="435301"/>
                </a:cubicBezTo>
                <a:cubicBezTo>
                  <a:pt x="365897" y="400128"/>
                  <a:pt x="387602" y="351487"/>
                  <a:pt x="387602" y="297715"/>
                </a:cubicBezTo>
                <a:cubicBezTo>
                  <a:pt x="387602" y="243955"/>
                  <a:pt x="365897" y="195301"/>
                  <a:pt x="330599" y="160143"/>
                </a:cubicBezTo>
                <a:cubicBezTo>
                  <a:pt x="322375" y="151642"/>
                  <a:pt x="313213" y="144232"/>
                  <a:pt x="303512" y="137498"/>
                </a:cubicBezTo>
                <a:moveTo>
                  <a:pt x="201099" y="278852"/>
                </a:moveTo>
                <a:cubicBezTo>
                  <a:pt x="196795" y="274270"/>
                  <a:pt x="189508" y="274270"/>
                  <a:pt x="185066" y="278852"/>
                </a:cubicBezTo>
                <a:cubicBezTo>
                  <a:pt x="179133" y="284509"/>
                  <a:pt x="172122" y="289367"/>
                  <a:pt x="164452" y="292457"/>
                </a:cubicBezTo>
                <a:cubicBezTo>
                  <a:pt x="157178" y="295702"/>
                  <a:pt x="148954" y="297177"/>
                  <a:pt x="140192" y="297177"/>
                </a:cubicBezTo>
                <a:cubicBezTo>
                  <a:pt x="131568" y="297177"/>
                  <a:pt x="123344" y="295702"/>
                  <a:pt x="115933" y="292457"/>
                </a:cubicBezTo>
                <a:cubicBezTo>
                  <a:pt x="108387" y="289367"/>
                  <a:pt x="101255" y="284509"/>
                  <a:pt x="95459" y="278852"/>
                </a:cubicBezTo>
                <a:cubicBezTo>
                  <a:pt x="91013" y="274270"/>
                  <a:pt x="83867" y="274270"/>
                  <a:pt x="79561" y="278852"/>
                </a:cubicBezTo>
                <a:cubicBezTo>
                  <a:pt x="74842" y="283295"/>
                  <a:pt x="74842" y="290442"/>
                  <a:pt x="79561" y="295024"/>
                </a:cubicBezTo>
                <a:cubicBezTo>
                  <a:pt x="87232" y="302709"/>
                  <a:pt x="96809" y="309167"/>
                  <a:pt x="107311" y="313349"/>
                </a:cubicBezTo>
                <a:cubicBezTo>
                  <a:pt x="117425" y="317791"/>
                  <a:pt x="128601" y="320082"/>
                  <a:pt x="140192" y="320082"/>
                </a:cubicBezTo>
                <a:cubicBezTo>
                  <a:pt x="151784" y="320082"/>
                  <a:pt x="162960" y="317791"/>
                  <a:pt x="173336" y="313349"/>
                </a:cubicBezTo>
                <a:cubicBezTo>
                  <a:pt x="180346" y="310382"/>
                  <a:pt x="187081" y="306615"/>
                  <a:pt x="193015" y="301895"/>
                </a:cubicBezTo>
                <a:cubicBezTo>
                  <a:pt x="199209" y="306615"/>
                  <a:pt x="205957" y="310382"/>
                  <a:pt x="212953" y="313349"/>
                </a:cubicBezTo>
                <a:cubicBezTo>
                  <a:pt x="223068" y="317791"/>
                  <a:pt x="234246" y="320082"/>
                  <a:pt x="245710" y="320082"/>
                </a:cubicBezTo>
                <a:cubicBezTo>
                  <a:pt x="257426" y="320082"/>
                  <a:pt x="268617" y="317791"/>
                  <a:pt x="278717" y="313349"/>
                </a:cubicBezTo>
                <a:cubicBezTo>
                  <a:pt x="289494" y="309167"/>
                  <a:pt x="298794" y="302709"/>
                  <a:pt x="306740" y="295024"/>
                </a:cubicBezTo>
                <a:cubicBezTo>
                  <a:pt x="311200" y="290442"/>
                  <a:pt x="311200" y="283295"/>
                  <a:pt x="306740" y="278852"/>
                </a:cubicBezTo>
                <a:cubicBezTo>
                  <a:pt x="302439" y="274270"/>
                  <a:pt x="295026" y="274270"/>
                  <a:pt x="290846" y="278852"/>
                </a:cubicBezTo>
                <a:cubicBezTo>
                  <a:pt x="284787" y="284509"/>
                  <a:pt x="277917" y="289367"/>
                  <a:pt x="270094" y="292457"/>
                </a:cubicBezTo>
                <a:cubicBezTo>
                  <a:pt x="262683" y="295702"/>
                  <a:pt x="254735" y="297177"/>
                  <a:pt x="245710" y="297177"/>
                </a:cubicBezTo>
                <a:cubicBezTo>
                  <a:pt x="237349" y="297177"/>
                  <a:pt x="229123" y="295702"/>
                  <a:pt x="221579" y="292457"/>
                </a:cubicBezTo>
                <a:cubicBezTo>
                  <a:pt x="213905" y="289367"/>
                  <a:pt x="206894" y="284509"/>
                  <a:pt x="201099" y="278852"/>
                </a:cubicBezTo>
                <a:moveTo>
                  <a:pt x="274136" y="163771"/>
                </a:moveTo>
                <a:lnTo>
                  <a:pt x="274412" y="163771"/>
                </a:lnTo>
                <a:lnTo>
                  <a:pt x="274675" y="164047"/>
                </a:lnTo>
                <a:lnTo>
                  <a:pt x="274950" y="164047"/>
                </a:lnTo>
                <a:cubicBezTo>
                  <a:pt x="285452" y="170518"/>
                  <a:pt x="295166" y="178330"/>
                  <a:pt x="303788" y="186952"/>
                </a:cubicBezTo>
                <a:cubicBezTo>
                  <a:pt x="332352" y="215378"/>
                  <a:pt x="349738" y="254455"/>
                  <a:pt x="349738" y="297715"/>
                </a:cubicBezTo>
                <a:cubicBezTo>
                  <a:pt x="349738" y="340974"/>
                  <a:pt x="332352" y="380053"/>
                  <a:pt x="303788" y="408492"/>
                </a:cubicBezTo>
                <a:cubicBezTo>
                  <a:pt x="275351" y="436778"/>
                  <a:pt x="236272" y="454440"/>
                  <a:pt x="193015" y="454440"/>
                </a:cubicBezTo>
                <a:cubicBezTo>
                  <a:pt x="149755" y="454440"/>
                  <a:pt x="110677" y="436778"/>
                  <a:pt x="82514" y="408492"/>
                </a:cubicBezTo>
                <a:cubicBezTo>
                  <a:pt x="54226" y="380053"/>
                  <a:pt x="36441" y="340974"/>
                  <a:pt x="36441" y="297715"/>
                </a:cubicBezTo>
                <a:cubicBezTo>
                  <a:pt x="36441" y="254455"/>
                  <a:pt x="54226" y="215378"/>
                  <a:pt x="82514" y="186952"/>
                </a:cubicBezTo>
                <a:cubicBezTo>
                  <a:pt x="90876" y="178330"/>
                  <a:pt x="100575" y="170518"/>
                  <a:pt x="111090" y="164047"/>
                </a:cubicBezTo>
                <a:lnTo>
                  <a:pt x="111628" y="164047"/>
                </a:lnTo>
                <a:lnTo>
                  <a:pt x="111891" y="163771"/>
                </a:lnTo>
                <a:lnTo>
                  <a:pt x="112167" y="163771"/>
                </a:lnTo>
                <a:cubicBezTo>
                  <a:pt x="135612" y="149489"/>
                  <a:pt x="163375" y="141142"/>
                  <a:pt x="193015" y="141142"/>
                </a:cubicBezTo>
                <a:cubicBezTo>
                  <a:pt x="222928" y="141142"/>
                  <a:pt x="250417" y="149489"/>
                  <a:pt x="274136" y="163771"/>
                </a:cubicBezTo>
              </a:path>
            </a:pathLst>
          </a:custGeom>
          <a:solidFill>
            <a:schemeClr val="accent1"/>
          </a:solidFill>
          <a:ln w="184" cap="flat">
            <a:noFill/>
            <a:prstDash val="solid"/>
            <a:miter/>
          </a:ln>
        </p:spPr>
        <p:txBody>
          <a:bodyPr rtlCol="0" anchor="ctr"/>
          <a:lstStyle/>
          <a:p>
            <a:endParaRPr lang="zh-CN" altLang="en-US"/>
          </a:p>
        </p:txBody>
      </p:sp>
      <p:sp>
        <p:nvSpPr>
          <p:cNvPr id="108" name="图片 7" descr="21543004"/>
          <p:cNvSpPr/>
          <p:nvPr/>
        </p:nvSpPr>
        <p:spPr>
          <a:xfrm flipV="1">
            <a:off x="9363438" y="2511127"/>
            <a:ext cx="591204" cy="452335"/>
          </a:xfrm>
          <a:custGeom>
            <a:avLst/>
            <a:gdLst>
              <a:gd name="connsiteX0" fmla="*/ 203342 w 591204"/>
              <a:gd name="connsiteY0" fmla="*/ 222036 h 452335"/>
              <a:gd name="connsiteX1" fmla="*/ 140912 w 591204"/>
              <a:gd name="connsiteY1" fmla="*/ 177738 h 452335"/>
              <a:gd name="connsiteX2" fmla="*/ 154439 w 591204"/>
              <a:gd name="connsiteY2" fmla="*/ 151582 h 452335"/>
              <a:gd name="connsiteX3" fmla="*/ 156418 w 591204"/>
              <a:gd name="connsiteY3" fmla="*/ 152106 h 452335"/>
              <a:gd name="connsiteX4" fmla="*/ 158383 w 591204"/>
              <a:gd name="connsiteY4" fmla="*/ 152767 h 452335"/>
              <a:gd name="connsiteX5" fmla="*/ 162072 w 591204"/>
              <a:gd name="connsiteY5" fmla="*/ 154478 h 452335"/>
              <a:gd name="connsiteX6" fmla="*/ 175747 w 591204"/>
              <a:gd name="connsiteY6" fmla="*/ 146980 h 452335"/>
              <a:gd name="connsiteX7" fmla="*/ 244222 w 591204"/>
              <a:gd name="connsiteY7" fmla="*/ 45754 h 452335"/>
              <a:gd name="connsiteX8" fmla="*/ 373839 w 591204"/>
              <a:gd name="connsiteY8" fmla="*/ 45754 h 452335"/>
              <a:gd name="connsiteX9" fmla="*/ 442327 w 591204"/>
              <a:gd name="connsiteY9" fmla="*/ 146980 h 452335"/>
              <a:gd name="connsiteX10" fmla="*/ 455869 w 591204"/>
              <a:gd name="connsiteY10" fmla="*/ 154478 h 452335"/>
              <a:gd name="connsiteX11" fmla="*/ 459811 w 591204"/>
              <a:gd name="connsiteY11" fmla="*/ 152767 h 452335"/>
              <a:gd name="connsiteX12" fmla="*/ 461522 w 591204"/>
              <a:gd name="connsiteY12" fmla="*/ 152106 h 452335"/>
              <a:gd name="connsiteX13" fmla="*/ 463622 w 591204"/>
              <a:gd name="connsiteY13" fmla="*/ 151582 h 452335"/>
              <a:gd name="connsiteX14" fmla="*/ 477300 w 591204"/>
              <a:gd name="connsiteY14" fmla="*/ 177738 h 452335"/>
              <a:gd name="connsiteX15" fmla="*/ 414719 w 591204"/>
              <a:gd name="connsiteY15" fmla="*/ 222036 h 452335"/>
              <a:gd name="connsiteX16" fmla="*/ 203342 w 591204"/>
              <a:gd name="connsiteY16" fmla="*/ 222036 h 452335"/>
              <a:gd name="connsiteX17" fmla="*/ 205981 w 591204"/>
              <a:gd name="connsiteY17" fmla="*/ 322213 h 452335"/>
              <a:gd name="connsiteX18" fmla="*/ 170740 w 591204"/>
              <a:gd name="connsiteY18" fmla="*/ 308537 h 452335"/>
              <a:gd name="connsiteX19" fmla="*/ 170740 w 591204"/>
              <a:gd name="connsiteY19" fmla="*/ 251489 h 452335"/>
              <a:gd name="connsiteX20" fmla="*/ 195980 w 591204"/>
              <a:gd name="connsiteY20" fmla="*/ 258059 h 452335"/>
              <a:gd name="connsiteX21" fmla="*/ 421961 w 591204"/>
              <a:gd name="connsiteY21" fmla="*/ 258059 h 452335"/>
              <a:gd name="connsiteX22" fmla="*/ 447456 w 591204"/>
              <a:gd name="connsiteY22" fmla="*/ 251489 h 452335"/>
              <a:gd name="connsiteX23" fmla="*/ 447456 w 591204"/>
              <a:gd name="connsiteY23" fmla="*/ 308537 h 452335"/>
              <a:gd name="connsiteX24" fmla="*/ 412229 w 591204"/>
              <a:gd name="connsiteY24" fmla="*/ 322213 h 452335"/>
              <a:gd name="connsiteX25" fmla="*/ 205981 w 591204"/>
              <a:gd name="connsiteY25" fmla="*/ 322213 h 452335"/>
              <a:gd name="connsiteX26" fmla="*/ 309038 w 591204"/>
              <a:gd name="connsiteY26" fmla="*/ 412388 h 452335"/>
              <a:gd name="connsiteX27" fmla="*/ 95549 w 591204"/>
              <a:gd name="connsiteY27" fmla="*/ 320234 h 452335"/>
              <a:gd name="connsiteX28" fmla="*/ 148395 w 591204"/>
              <a:gd name="connsiteY28" fmla="*/ 300124 h 452335"/>
              <a:gd name="connsiteX29" fmla="*/ 148395 w 591204"/>
              <a:gd name="connsiteY29" fmla="*/ 308537 h 452335"/>
              <a:gd name="connsiteX30" fmla="*/ 200852 w 591204"/>
              <a:gd name="connsiteY30" fmla="*/ 343507 h 452335"/>
              <a:gd name="connsiteX31" fmla="*/ 417358 w 591204"/>
              <a:gd name="connsiteY31" fmla="*/ 343507 h 452335"/>
              <a:gd name="connsiteX32" fmla="*/ 469665 w 591204"/>
              <a:gd name="connsiteY32" fmla="*/ 308537 h 452335"/>
              <a:gd name="connsiteX33" fmla="*/ 469665 w 591204"/>
              <a:gd name="connsiteY33" fmla="*/ 300124 h 452335"/>
              <a:gd name="connsiteX34" fmla="*/ 522379 w 591204"/>
              <a:gd name="connsiteY34" fmla="*/ 320234 h 452335"/>
              <a:gd name="connsiteX35" fmla="*/ 309038 w 591204"/>
              <a:gd name="connsiteY35" fmla="*/ 412388 h 452335"/>
              <a:gd name="connsiteX36" fmla="*/ 37450 w 591204"/>
              <a:gd name="connsiteY36" fmla="*/ 230451 h 452335"/>
              <a:gd name="connsiteX37" fmla="*/ 37450 w 591204"/>
              <a:gd name="connsiteY37" fmla="*/ 230194 h 452335"/>
              <a:gd name="connsiteX38" fmla="*/ 33641 w 591204"/>
              <a:gd name="connsiteY38" fmla="*/ 221511 h 452335"/>
              <a:gd name="connsiteX39" fmla="*/ 46253 w 591204"/>
              <a:gd name="connsiteY39" fmla="*/ 208630 h 452335"/>
              <a:gd name="connsiteX40" fmla="*/ 46389 w 591204"/>
              <a:gd name="connsiteY40" fmla="*/ 208630 h 452335"/>
              <a:gd name="connsiteX41" fmla="*/ 46522 w 591204"/>
              <a:gd name="connsiteY41" fmla="*/ 208630 h 452335"/>
              <a:gd name="connsiteX42" fmla="*/ 46779 w 591204"/>
              <a:gd name="connsiteY42" fmla="*/ 208630 h 452335"/>
              <a:gd name="connsiteX43" fmla="*/ 59405 w 591204"/>
              <a:gd name="connsiteY43" fmla="*/ 221511 h 452335"/>
              <a:gd name="connsiteX44" fmla="*/ 55716 w 591204"/>
              <a:gd name="connsiteY44" fmla="*/ 230194 h 452335"/>
              <a:gd name="connsiteX45" fmla="*/ 55595 w 591204"/>
              <a:gd name="connsiteY45" fmla="*/ 230451 h 452335"/>
              <a:gd name="connsiteX46" fmla="*/ 37450 w 591204"/>
              <a:gd name="connsiteY46" fmla="*/ 230451 h 452335"/>
              <a:gd name="connsiteX47" fmla="*/ 230696 w 591204"/>
              <a:gd name="connsiteY47" fmla="*/ 28279 h 452335"/>
              <a:gd name="connsiteX48" fmla="*/ 158127 w 591204"/>
              <a:gd name="connsiteY48" fmla="*/ 129763 h 452335"/>
              <a:gd name="connsiteX49" fmla="*/ 154439 w 591204"/>
              <a:gd name="connsiteY49" fmla="*/ 129237 h 452335"/>
              <a:gd name="connsiteX50" fmla="*/ 118687 w 591204"/>
              <a:gd name="connsiteY50" fmla="*/ 177738 h 452335"/>
              <a:gd name="connsiteX51" fmla="*/ 132095 w 591204"/>
              <a:gd name="connsiteY51" fmla="*/ 215602 h 452335"/>
              <a:gd name="connsiteX52" fmla="*/ 131838 w 591204"/>
              <a:gd name="connsiteY52" fmla="*/ 218482 h 452335"/>
              <a:gd name="connsiteX53" fmla="*/ 131703 w 591204"/>
              <a:gd name="connsiteY53" fmla="*/ 266860 h 452335"/>
              <a:gd name="connsiteX54" fmla="*/ 57696 w 591204"/>
              <a:gd name="connsiteY54" fmla="*/ 295263 h 452335"/>
              <a:gd name="connsiteX55" fmla="*/ 57696 w 591204"/>
              <a:gd name="connsiteY55" fmla="*/ 254505 h 452335"/>
              <a:gd name="connsiteX56" fmla="*/ 81616 w 591204"/>
              <a:gd name="connsiteY56" fmla="*/ 221511 h 452335"/>
              <a:gd name="connsiteX57" fmla="*/ 72947 w 591204"/>
              <a:gd name="connsiteY57" fmla="*/ 198115 h 452335"/>
              <a:gd name="connsiteX58" fmla="*/ 93057 w 591204"/>
              <a:gd name="connsiteY58" fmla="*/ 163011 h 452335"/>
              <a:gd name="connsiteX59" fmla="*/ 89247 w 591204"/>
              <a:gd name="connsiteY59" fmla="*/ 147638 h 452335"/>
              <a:gd name="connsiteX60" fmla="*/ 73861 w 591204"/>
              <a:gd name="connsiteY60" fmla="*/ 152106 h 452335"/>
              <a:gd name="connsiteX61" fmla="*/ 57696 w 591204"/>
              <a:gd name="connsiteY61" fmla="*/ 179714 h 452335"/>
              <a:gd name="connsiteX62" fmla="*/ 57696 w 591204"/>
              <a:gd name="connsiteY62" fmla="*/ 147368 h 452335"/>
              <a:gd name="connsiteX63" fmla="*/ 46522 w 591204"/>
              <a:gd name="connsiteY63" fmla="*/ 136467 h 452335"/>
              <a:gd name="connsiteX64" fmla="*/ 35350 w 591204"/>
              <a:gd name="connsiteY64" fmla="*/ 147368 h 452335"/>
              <a:gd name="connsiteX65" fmla="*/ 35350 w 591204"/>
              <a:gd name="connsiteY65" fmla="*/ 179714 h 452335"/>
              <a:gd name="connsiteX66" fmla="*/ 19305 w 591204"/>
              <a:gd name="connsiteY66" fmla="*/ 152106 h 452335"/>
              <a:gd name="connsiteX67" fmla="*/ 4322 w 591204"/>
              <a:gd name="connsiteY67" fmla="*/ 147638 h 452335"/>
              <a:gd name="connsiteX68" fmla="*/ 124 w 591204"/>
              <a:gd name="connsiteY68" fmla="*/ 163011 h 452335"/>
              <a:gd name="connsiteX69" fmla="*/ 20234 w 591204"/>
              <a:gd name="connsiteY69" fmla="*/ 198115 h 452335"/>
              <a:gd name="connsiteX70" fmla="*/ 11419 w 591204"/>
              <a:gd name="connsiteY70" fmla="*/ 221511 h 452335"/>
              <a:gd name="connsiteX71" fmla="*/ 35350 w 591204"/>
              <a:gd name="connsiteY71" fmla="*/ 254505 h 452335"/>
              <a:gd name="connsiteX72" fmla="*/ 35350 w 591204"/>
              <a:gd name="connsiteY72" fmla="*/ 304456 h 452335"/>
              <a:gd name="connsiteX73" fmla="*/ 29307 w 591204"/>
              <a:gd name="connsiteY73" fmla="*/ 325887 h 452335"/>
              <a:gd name="connsiteX74" fmla="*/ 39160 w 591204"/>
              <a:gd name="connsiteY74" fmla="*/ 336265 h 452335"/>
              <a:gd name="connsiteX75" fmla="*/ 39429 w 591204"/>
              <a:gd name="connsiteY75" fmla="*/ 336265 h 452335"/>
              <a:gd name="connsiteX76" fmla="*/ 301810 w 591204"/>
              <a:gd name="connsiteY76" fmla="*/ 449580 h 452335"/>
              <a:gd name="connsiteX77" fmla="*/ 309038 w 591204"/>
              <a:gd name="connsiteY77" fmla="*/ 451035 h 452335"/>
              <a:gd name="connsiteX78" fmla="*/ 316401 w 591204"/>
              <a:gd name="connsiteY78" fmla="*/ 449580 h 452335"/>
              <a:gd name="connsiteX79" fmla="*/ 578646 w 591204"/>
              <a:gd name="connsiteY79" fmla="*/ 336265 h 452335"/>
              <a:gd name="connsiteX80" fmla="*/ 588631 w 591204"/>
              <a:gd name="connsiteY80" fmla="*/ 325887 h 452335"/>
              <a:gd name="connsiteX81" fmla="*/ 578257 w 591204"/>
              <a:gd name="connsiteY81" fmla="*/ 301967 h 452335"/>
              <a:gd name="connsiteX82" fmla="*/ 486237 w 591204"/>
              <a:gd name="connsiteY82" fmla="*/ 266860 h 452335"/>
              <a:gd name="connsiteX83" fmla="*/ 486237 w 591204"/>
              <a:gd name="connsiteY83" fmla="*/ 218482 h 452335"/>
              <a:gd name="connsiteX84" fmla="*/ 485967 w 591204"/>
              <a:gd name="connsiteY84" fmla="*/ 215602 h 452335"/>
              <a:gd name="connsiteX85" fmla="*/ 499375 w 591204"/>
              <a:gd name="connsiteY85" fmla="*/ 177738 h 452335"/>
              <a:gd name="connsiteX86" fmla="*/ 463622 w 591204"/>
              <a:gd name="connsiteY86" fmla="*/ 129237 h 452335"/>
              <a:gd name="connsiteX87" fmla="*/ 459947 w 591204"/>
              <a:gd name="connsiteY87" fmla="*/ 129763 h 452335"/>
              <a:gd name="connsiteX88" fmla="*/ 387517 w 591204"/>
              <a:gd name="connsiteY88" fmla="*/ 28279 h 452335"/>
              <a:gd name="connsiteX89" fmla="*/ 230696 w 591204"/>
              <a:gd name="connsiteY89" fmla="*/ 28279 h 45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91204" h="452335">
                <a:moveTo>
                  <a:pt x="203342" y="222036"/>
                </a:moveTo>
                <a:cubicBezTo>
                  <a:pt x="177054" y="216652"/>
                  <a:pt x="140912" y="211778"/>
                  <a:pt x="140912" y="177738"/>
                </a:cubicBezTo>
                <a:cubicBezTo>
                  <a:pt x="140912" y="171424"/>
                  <a:pt x="144061" y="151582"/>
                  <a:pt x="154439" y="151582"/>
                </a:cubicBezTo>
                <a:cubicBezTo>
                  <a:pt x="155233" y="151582"/>
                  <a:pt x="155894" y="151839"/>
                  <a:pt x="156418" y="152106"/>
                </a:cubicBezTo>
                <a:cubicBezTo>
                  <a:pt x="157212" y="152106"/>
                  <a:pt x="157858" y="152365"/>
                  <a:pt x="158383" y="152767"/>
                </a:cubicBezTo>
                <a:cubicBezTo>
                  <a:pt x="159311" y="153550"/>
                  <a:pt x="160753" y="154208"/>
                  <a:pt x="162072" y="154478"/>
                </a:cubicBezTo>
                <a:cubicBezTo>
                  <a:pt x="168116" y="156443"/>
                  <a:pt x="174161" y="152887"/>
                  <a:pt x="175747" y="146980"/>
                </a:cubicBezTo>
                <a:cubicBezTo>
                  <a:pt x="187310" y="107148"/>
                  <a:pt x="211755" y="71261"/>
                  <a:pt x="244222" y="45754"/>
                </a:cubicBezTo>
                <a:cubicBezTo>
                  <a:pt x="286289" y="12504"/>
                  <a:pt x="331908" y="12504"/>
                  <a:pt x="373839" y="45754"/>
                </a:cubicBezTo>
                <a:cubicBezTo>
                  <a:pt x="406183" y="71261"/>
                  <a:pt x="430898" y="107148"/>
                  <a:pt x="442327" y="146980"/>
                </a:cubicBezTo>
                <a:cubicBezTo>
                  <a:pt x="443902" y="152887"/>
                  <a:pt x="450080" y="156443"/>
                  <a:pt x="455869" y="154478"/>
                </a:cubicBezTo>
                <a:cubicBezTo>
                  <a:pt x="457578" y="154208"/>
                  <a:pt x="458629" y="153550"/>
                  <a:pt x="459811" y="152767"/>
                </a:cubicBezTo>
                <a:cubicBezTo>
                  <a:pt x="460474" y="152365"/>
                  <a:pt x="460996" y="152106"/>
                  <a:pt x="461522" y="152106"/>
                </a:cubicBezTo>
                <a:cubicBezTo>
                  <a:pt x="462183" y="151839"/>
                  <a:pt x="462843" y="151582"/>
                  <a:pt x="463622" y="151582"/>
                </a:cubicBezTo>
                <a:cubicBezTo>
                  <a:pt x="473880" y="151582"/>
                  <a:pt x="477300" y="171424"/>
                  <a:pt x="477300" y="177738"/>
                </a:cubicBezTo>
                <a:cubicBezTo>
                  <a:pt x="477300" y="211778"/>
                  <a:pt x="440888" y="216652"/>
                  <a:pt x="414719" y="222036"/>
                </a:cubicBezTo>
                <a:cubicBezTo>
                  <a:pt x="348343" y="235578"/>
                  <a:pt x="269733" y="235578"/>
                  <a:pt x="203342" y="222036"/>
                </a:cubicBezTo>
                <a:moveTo>
                  <a:pt x="205981" y="322213"/>
                </a:moveTo>
                <a:cubicBezTo>
                  <a:pt x="184160" y="317084"/>
                  <a:pt x="170740" y="311955"/>
                  <a:pt x="170740" y="308537"/>
                </a:cubicBezTo>
                <a:lnTo>
                  <a:pt x="170740" y="251489"/>
                </a:lnTo>
                <a:cubicBezTo>
                  <a:pt x="178238" y="253979"/>
                  <a:pt x="186786" y="256350"/>
                  <a:pt x="195980" y="258059"/>
                </a:cubicBezTo>
                <a:cubicBezTo>
                  <a:pt x="267362" y="272906"/>
                  <a:pt x="350833" y="272906"/>
                  <a:pt x="421961" y="258059"/>
                </a:cubicBezTo>
                <a:cubicBezTo>
                  <a:pt x="431424" y="256350"/>
                  <a:pt x="439837" y="253979"/>
                  <a:pt x="447456" y="251489"/>
                </a:cubicBezTo>
                <a:lnTo>
                  <a:pt x="447456" y="308537"/>
                </a:lnTo>
                <a:cubicBezTo>
                  <a:pt x="447456" y="311955"/>
                  <a:pt x="434048" y="317084"/>
                  <a:pt x="412229" y="322213"/>
                </a:cubicBezTo>
                <a:cubicBezTo>
                  <a:pt x="348343" y="336535"/>
                  <a:pt x="269733" y="336535"/>
                  <a:pt x="205981" y="322213"/>
                </a:cubicBezTo>
                <a:moveTo>
                  <a:pt x="309038" y="412388"/>
                </a:moveTo>
                <a:lnTo>
                  <a:pt x="95549" y="320234"/>
                </a:lnTo>
                <a:lnTo>
                  <a:pt x="148395" y="300124"/>
                </a:lnTo>
                <a:lnTo>
                  <a:pt x="148395" y="308537"/>
                </a:lnTo>
                <a:cubicBezTo>
                  <a:pt x="148395" y="323908"/>
                  <a:pt x="168384" y="336145"/>
                  <a:pt x="200852" y="343507"/>
                </a:cubicBezTo>
                <a:cubicBezTo>
                  <a:pt x="268290" y="358745"/>
                  <a:pt x="350052" y="358745"/>
                  <a:pt x="417358" y="343507"/>
                </a:cubicBezTo>
                <a:cubicBezTo>
                  <a:pt x="449553" y="336145"/>
                  <a:pt x="469665" y="323908"/>
                  <a:pt x="469665" y="308537"/>
                </a:cubicBezTo>
                <a:lnTo>
                  <a:pt x="469665" y="300124"/>
                </a:lnTo>
                <a:lnTo>
                  <a:pt x="522379" y="320234"/>
                </a:lnTo>
                <a:lnTo>
                  <a:pt x="309038" y="412388"/>
                </a:lnTo>
                <a:moveTo>
                  <a:pt x="37450" y="230451"/>
                </a:moveTo>
                <a:lnTo>
                  <a:pt x="37450" y="230194"/>
                </a:lnTo>
                <a:cubicBezTo>
                  <a:pt x="35081" y="228215"/>
                  <a:pt x="33641" y="224929"/>
                  <a:pt x="33641" y="221511"/>
                </a:cubicBezTo>
                <a:cubicBezTo>
                  <a:pt x="33641" y="214149"/>
                  <a:pt x="39295" y="208898"/>
                  <a:pt x="46253" y="208630"/>
                </a:cubicBezTo>
                <a:lnTo>
                  <a:pt x="46389" y="208630"/>
                </a:lnTo>
                <a:lnTo>
                  <a:pt x="46522" y="208630"/>
                </a:lnTo>
                <a:lnTo>
                  <a:pt x="46779" y="208630"/>
                </a:lnTo>
                <a:cubicBezTo>
                  <a:pt x="53751" y="208898"/>
                  <a:pt x="59405" y="214149"/>
                  <a:pt x="59405" y="221511"/>
                </a:cubicBezTo>
                <a:cubicBezTo>
                  <a:pt x="59405" y="224929"/>
                  <a:pt x="57965" y="228215"/>
                  <a:pt x="55716" y="230194"/>
                </a:cubicBezTo>
                <a:lnTo>
                  <a:pt x="55595" y="230451"/>
                </a:lnTo>
                <a:cubicBezTo>
                  <a:pt x="50860" y="235310"/>
                  <a:pt x="42311" y="235310"/>
                  <a:pt x="37450" y="230451"/>
                </a:cubicBezTo>
                <a:moveTo>
                  <a:pt x="230696" y="28279"/>
                </a:moveTo>
                <a:cubicBezTo>
                  <a:pt x="197689" y="54044"/>
                  <a:pt x="171669" y="89931"/>
                  <a:pt x="158127" y="129763"/>
                </a:cubicBezTo>
                <a:cubicBezTo>
                  <a:pt x="156808" y="129237"/>
                  <a:pt x="155758" y="129237"/>
                  <a:pt x="154439" y="129237"/>
                </a:cubicBezTo>
                <a:cubicBezTo>
                  <a:pt x="129994" y="129237"/>
                  <a:pt x="118687" y="157358"/>
                  <a:pt x="118687" y="177738"/>
                </a:cubicBezTo>
                <a:cubicBezTo>
                  <a:pt x="118687" y="191144"/>
                  <a:pt x="122901" y="205734"/>
                  <a:pt x="132095" y="215602"/>
                </a:cubicBezTo>
                <a:cubicBezTo>
                  <a:pt x="131838" y="216516"/>
                  <a:pt x="131703" y="217313"/>
                  <a:pt x="131838" y="218482"/>
                </a:cubicBezTo>
                <a:lnTo>
                  <a:pt x="131703" y="266860"/>
                </a:lnTo>
                <a:lnTo>
                  <a:pt x="57696" y="295263"/>
                </a:lnTo>
                <a:lnTo>
                  <a:pt x="57696" y="254505"/>
                </a:lnTo>
                <a:cubicBezTo>
                  <a:pt x="71763" y="249900"/>
                  <a:pt x="81616" y="236238"/>
                  <a:pt x="81616" y="221511"/>
                </a:cubicBezTo>
                <a:cubicBezTo>
                  <a:pt x="81616" y="212438"/>
                  <a:pt x="78331" y="204161"/>
                  <a:pt x="72947" y="198115"/>
                </a:cubicBezTo>
                <a:lnTo>
                  <a:pt x="93057" y="163011"/>
                </a:lnTo>
                <a:cubicBezTo>
                  <a:pt x="96087" y="157626"/>
                  <a:pt x="94242" y="150790"/>
                  <a:pt x="89247" y="147638"/>
                </a:cubicBezTo>
                <a:cubicBezTo>
                  <a:pt x="83729" y="144746"/>
                  <a:pt x="77025" y="146710"/>
                  <a:pt x="73861" y="152106"/>
                </a:cubicBezTo>
                <a:lnTo>
                  <a:pt x="57696" y="179714"/>
                </a:lnTo>
                <a:lnTo>
                  <a:pt x="57696" y="147368"/>
                </a:lnTo>
                <a:cubicBezTo>
                  <a:pt x="57696" y="141324"/>
                  <a:pt x="52567" y="136467"/>
                  <a:pt x="46522" y="136467"/>
                </a:cubicBezTo>
                <a:cubicBezTo>
                  <a:pt x="40479" y="136467"/>
                  <a:pt x="35350" y="141324"/>
                  <a:pt x="35350" y="147368"/>
                </a:cubicBezTo>
                <a:lnTo>
                  <a:pt x="35350" y="179714"/>
                </a:lnTo>
                <a:lnTo>
                  <a:pt x="19305" y="152106"/>
                </a:lnTo>
                <a:cubicBezTo>
                  <a:pt x="16424" y="146710"/>
                  <a:pt x="9587" y="144746"/>
                  <a:pt x="4322" y="147638"/>
                </a:cubicBezTo>
                <a:cubicBezTo>
                  <a:pt x="-1196" y="150790"/>
                  <a:pt x="-2771" y="157626"/>
                  <a:pt x="124" y="163011"/>
                </a:cubicBezTo>
                <a:lnTo>
                  <a:pt x="20234" y="198115"/>
                </a:lnTo>
                <a:cubicBezTo>
                  <a:pt x="14836" y="204161"/>
                  <a:pt x="11419" y="212438"/>
                  <a:pt x="11419" y="221511"/>
                </a:cubicBezTo>
                <a:cubicBezTo>
                  <a:pt x="11419" y="236238"/>
                  <a:pt x="21284" y="249900"/>
                  <a:pt x="35350" y="254505"/>
                </a:cubicBezTo>
                <a:lnTo>
                  <a:pt x="35350" y="304456"/>
                </a:lnTo>
                <a:cubicBezTo>
                  <a:pt x="29037" y="309331"/>
                  <a:pt x="26412" y="317744"/>
                  <a:pt x="29307" y="325887"/>
                </a:cubicBezTo>
                <a:cubicBezTo>
                  <a:pt x="31016" y="330626"/>
                  <a:pt x="34826" y="334300"/>
                  <a:pt x="39160" y="336265"/>
                </a:cubicBezTo>
                <a:lnTo>
                  <a:pt x="39429" y="336265"/>
                </a:lnTo>
                <a:lnTo>
                  <a:pt x="301810" y="449580"/>
                </a:lnTo>
                <a:cubicBezTo>
                  <a:pt x="304177" y="450508"/>
                  <a:pt x="306669" y="451035"/>
                  <a:pt x="309038" y="451035"/>
                </a:cubicBezTo>
                <a:cubicBezTo>
                  <a:pt x="311526" y="451035"/>
                  <a:pt x="313897" y="450508"/>
                  <a:pt x="316401" y="449580"/>
                </a:cubicBezTo>
                <a:lnTo>
                  <a:pt x="578646" y="336265"/>
                </a:lnTo>
                <a:cubicBezTo>
                  <a:pt x="583114" y="334300"/>
                  <a:pt x="586925" y="330626"/>
                  <a:pt x="588631" y="325887"/>
                </a:cubicBezTo>
                <a:cubicBezTo>
                  <a:pt x="592321" y="316292"/>
                  <a:pt x="587717" y="305387"/>
                  <a:pt x="578257" y="301967"/>
                </a:cubicBezTo>
                <a:lnTo>
                  <a:pt x="486237" y="266860"/>
                </a:lnTo>
                <a:lnTo>
                  <a:pt x="486237" y="218482"/>
                </a:lnTo>
                <a:cubicBezTo>
                  <a:pt x="486237" y="217313"/>
                  <a:pt x="486237" y="216516"/>
                  <a:pt x="485967" y="215602"/>
                </a:cubicBezTo>
                <a:cubicBezTo>
                  <a:pt x="495444" y="205734"/>
                  <a:pt x="499375" y="191144"/>
                  <a:pt x="499375" y="177738"/>
                </a:cubicBezTo>
                <a:cubicBezTo>
                  <a:pt x="499375" y="157358"/>
                  <a:pt x="488080" y="129237"/>
                  <a:pt x="463622" y="129237"/>
                </a:cubicBezTo>
                <a:cubicBezTo>
                  <a:pt x="462317" y="129237"/>
                  <a:pt x="461255" y="129237"/>
                  <a:pt x="459947" y="129763"/>
                </a:cubicBezTo>
                <a:cubicBezTo>
                  <a:pt x="446271" y="89931"/>
                  <a:pt x="420252" y="54044"/>
                  <a:pt x="387517" y="28279"/>
                </a:cubicBezTo>
                <a:cubicBezTo>
                  <a:pt x="337171" y="-11160"/>
                  <a:pt x="280906" y="-11160"/>
                  <a:pt x="230696" y="28279"/>
                </a:cubicBezTo>
              </a:path>
            </a:pathLst>
          </a:custGeom>
          <a:solidFill>
            <a:schemeClr val="accent1"/>
          </a:solidFill>
          <a:ln w="222" cap="flat">
            <a:noFill/>
            <a:prstDash val="solid"/>
            <a:miter/>
          </a:ln>
        </p:spPr>
        <p:txBody>
          <a:bodyPr rtlCol="0" anchor="ctr"/>
          <a:lstStyle/>
          <a:p>
            <a:endParaRPr lang="zh-CN" altLang="en-US"/>
          </a:p>
        </p:txBody>
      </p:sp>
      <p:grpSp>
        <p:nvGrpSpPr>
          <p:cNvPr id="109" name="图形 104" descr="活动总结"/>
          <p:cNvGrpSpPr/>
          <p:nvPr/>
        </p:nvGrpSpPr>
        <p:grpSpPr>
          <a:xfrm>
            <a:off x="3924086" y="5991476"/>
            <a:ext cx="299034" cy="322038"/>
            <a:chOff x="3924086" y="5991476"/>
            <a:chExt cx="299034" cy="322038"/>
          </a:xfrm>
          <a:solidFill>
            <a:schemeClr val="bg1"/>
          </a:solidFill>
        </p:grpSpPr>
        <p:sp>
          <p:nvSpPr>
            <p:cNvPr id="110" name="任意多边形: 形状 109"/>
            <p:cNvSpPr/>
            <p:nvPr/>
          </p:nvSpPr>
          <p:spPr>
            <a:xfrm>
              <a:off x="4073606" y="5991476"/>
              <a:ext cx="115014" cy="322038"/>
            </a:xfrm>
            <a:custGeom>
              <a:avLst/>
              <a:gdLst>
                <a:gd name="connsiteX0" fmla="*/ 14372 w 115014"/>
                <a:gd name="connsiteY0" fmla="*/ 84015 h 322038"/>
                <a:gd name="connsiteX1" fmla="*/ 100629 w 115014"/>
                <a:gd name="connsiteY1" fmla="*/ 84015 h 322038"/>
                <a:gd name="connsiteX2" fmla="*/ 0 w 115014"/>
                <a:gd name="connsiteY2" fmla="*/ 0 h 322038"/>
                <a:gd name="connsiteX3" fmla="*/ 0 w 115014"/>
                <a:gd name="connsiteY3" fmla="*/ 70006 h 322038"/>
                <a:gd name="connsiteX4" fmla="*/ 14372 w 115014"/>
                <a:gd name="connsiteY4" fmla="*/ 84015 h 322038"/>
                <a:gd name="connsiteX5" fmla="*/ 20105 w 115014"/>
                <a:gd name="connsiteY5" fmla="*/ 292641 h 322038"/>
                <a:gd name="connsiteX6" fmla="*/ 18686 w 115014"/>
                <a:gd name="connsiteY6" fmla="*/ 292641 h 322038"/>
                <a:gd name="connsiteX7" fmla="*/ 7185 w 115014"/>
                <a:gd name="connsiteY7" fmla="*/ 322038 h 322038"/>
                <a:gd name="connsiteX8" fmla="*/ 37373 w 115014"/>
                <a:gd name="connsiteY8" fmla="*/ 313635 h 322038"/>
                <a:gd name="connsiteX9" fmla="*/ 38802 w 115014"/>
                <a:gd name="connsiteY9" fmla="*/ 313635 h 322038"/>
                <a:gd name="connsiteX10" fmla="*/ 115014 w 115014"/>
                <a:gd name="connsiteY10" fmla="*/ 249235 h 322038"/>
                <a:gd name="connsiteX11" fmla="*/ 94874 w 115014"/>
                <a:gd name="connsiteY11" fmla="*/ 228228 h 322038"/>
                <a:gd name="connsiteX12" fmla="*/ 20105 w 115014"/>
                <a:gd name="connsiteY12" fmla="*/ 292641 h 3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014" h="322038">
                  <a:moveTo>
                    <a:pt x="14372" y="84015"/>
                  </a:moveTo>
                  <a:lnTo>
                    <a:pt x="100629" y="84015"/>
                  </a:lnTo>
                  <a:lnTo>
                    <a:pt x="0" y="0"/>
                  </a:lnTo>
                  <a:lnTo>
                    <a:pt x="0" y="70006"/>
                  </a:lnTo>
                  <a:cubicBezTo>
                    <a:pt x="-11" y="78409"/>
                    <a:pt x="5733" y="84015"/>
                    <a:pt x="14372" y="84015"/>
                  </a:cubicBezTo>
                  <a:moveTo>
                    <a:pt x="20105" y="292641"/>
                  </a:moveTo>
                  <a:lnTo>
                    <a:pt x="18686" y="292641"/>
                  </a:lnTo>
                  <a:lnTo>
                    <a:pt x="7185" y="322038"/>
                  </a:lnTo>
                  <a:lnTo>
                    <a:pt x="37373" y="313635"/>
                  </a:lnTo>
                  <a:lnTo>
                    <a:pt x="38802" y="313635"/>
                  </a:lnTo>
                  <a:lnTo>
                    <a:pt x="115014" y="249235"/>
                  </a:lnTo>
                  <a:lnTo>
                    <a:pt x="94874" y="228228"/>
                  </a:lnTo>
                  <a:lnTo>
                    <a:pt x="20105" y="292641"/>
                  </a:lnTo>
                </a:path>
              </a:pathLst>
            </a:custGeom>
            <a:solidFill>
              <a:schemeClr val="bg1"/>
            </a:solidFill>
            <a:ln w="1228" cap="flat">
              <a:noFill/>
              <a:prstDash val="solid"/>
              <a:miter/>
            </a:ln>
          </p:spPr>
          <p:txBody>
            <a:bodyPr rtlCol="0" anchor="ctr"/>
            <a:lstStyle/>
            <a:p>
              <a:endParaRPr lang="zh-CN" altLang="en-US"/>
            </a:p>
          </p:txBody>
        </p:sp>
        <p:sp>
          <p:nvSpPr>
            <p:cNvPr id="111" name="任意多边形: 形状 110"/>
            <p:cNvSpPr/>
            <p:nvPr/>
          </p:nvSpPr>
          <p:spPr>
            <a:xfrm>
              <a:off x="3924086" y="5991476"/>
              <a:ext cx="299034" cy="322038"/>
            </a:xfrm>
            <a:custGeom>
              <a:avLst/>
              <a:gdLst>
                <a:gd name="connsiteX0" fmla="*/ 255392 w 299034"/>
                <a:gd name="connsiteY0" fmla="*/ 98011 h 322038"/>
                <a:gd name="connsiteX1" fmla="*/ 156082 w 299034"/>
                <a:gd name="connsiteY1" fmla="*/ 98011 h 322038"/>
                <a:gd name="connsiteX2" fmla="*/ 141886 w 299034"/>
                <a:gd name="connsiteY2" fmla="*/ 84015 h 322038"/>
                <a:gd name="connsiteX3" fmla="*/ 141886 w 299034"/>
                <a:gd name="connsiteY3" fmla="*/ 0 h 322038"/>
                <a:gd name="connsiteX4" fmla="*/ 28380 w 299034"/>
                <a:gd name="connsiteY4" fmla="*/ 0 h 322038"/>
                <a:gd name="connsiteX5" fmla="*/ 0 w 299034"/>
                <a:gd name="connsiteY5" fmla="*/ 28005 h 322038"/>
                <a:gd name="connsiteX6" fmla="*/ 0 w 299034"/>
                <a:gd name="connsiteY6" fmla="*/ 294045 h 322038"/>
                <a:gd name="connsiteX7" fmla="*/ 28380 w 299034"/>
                <a:gd name="connsiteY7" fmla="*/ 322038 h 322038"/>
                <a:gd name="connsiteX8" fmla="*/ 110684 w 299034"/>
                <a:gd name="connsiteY8" fmla="*/ 322038 h 322038"/>
                <a:gd name="connsiteX9" fmla="*/ 255392 w 299034"/>
                <a:gd name="connsiteY9" fmla="*/ 180621 h 322038"/>
                <a:gd name="connsiteX10" fmla="*/ 255392 w 299034"/>
                <a:gd name="connsiteY10" fmla="*/ 98011 h 322038"/>
                <a:gd name="connsiteX11" fmla="*/ 163186 w 299034"/>
                <a:gd name="connsiteY11" fmla="*/ 182026 h 322038"/>
                <a:gd name="connsiteX12" fmla="*/ 49667 w 299034"/>
                <a:gd name="connsiteY12" fmla="*/ 182026 h 322038"/>
                <a:gd name="connsiteX13" fmla="*/ 42563 w 299034"/>
                <a:gd name="connsiteY13" fmla="*/ 175015 h 322038"/>
                <a:gd name="connsiteX14" fmla="*/ 49667 w 299034"/>
                <a:gd name="connsiteY14" fmla="*/ 168017 h 322038"/>
                <a:gd name="connsiteX15" fmla="*/ 163186 w 299034"/>
                <a:gd name="connsiteY15" fmla="*/ 168017 h 322038"/>
                <a:gd name="connsiteX16" fmla="*/ 170278 w 299034"/>
                <a:gd name="connsiteY16" fmla="*/ 175015 h 322038"/>
                <a:gd name="connsiteX17" fmla="*/ 163186 w 299034"/>
                <a:gd name="connsiteY17" fmla="*/ 182026 h 322038"/>
                <a:gd name="connsiteX18" fmla="*/ 205749 w 299034"/>
                <a:gd name="connsiteY18" fmla="*/ 140025 h 322038"/>
                <a:gd name="connsiteX19" fmla="*/ 49667 w 299034"/>
                <a:gd name="connsiteY19" fmla="*/ 140025 h 322038"/>
                <a:gd name="connsiteX20" fmla="*/ 42563 w 299034"/>
                <a:gd name="connsiteY20" fmla="*/ 133026 h 322038"/>
                <a:gd name="connsiteX21" fmla="*/ 49667 w 299034"/>
                <a:gd name="connsiteY21" fmla="*/ 126028 h 322038"/>
                <a:gd name="connsiteX22" fmla="*/ 205749 w 299034"/>
                <a:gd name="connsiteY22" fmla="*/ 126028 h 322038"/>
                <a:gd name="connsiteX23" fmla="*/ 212854 w 299034"/>
                <a:gd name="connsiteY23" fmla="*/ 133026 h 322038"/>
                <a:gd name="connsiteX24" fmla="*/ 205749 w 299034"/>
                <a:gd name="connsiteY24" fmla="*/ 140025 h 322038"/>
                <a:gd name="connsiteX25" fmla="*/ 297967 w 299034"/>
                <a:gd name="connsiteY25" fmla="*/ 218432 h 322038"/>
                <a:gd name="connsiteX26" fmla="*/ 286618 w 299034"/>
                <a:gd name="connsiteY26" fmla="*/ 204425 h 322038"/>
                <a:gd name="connsiteX27" fmla="*/ 282361 w 299034"/>
                <a:gd name="connsiteY27" fmla="*/ 204425 h 322038"/>
                <a:gd name="connsiteX28" fmla="*/ 268178 w 299034"/>
                <a:gd name="connsiteY28" fmla="*/ 215625 h 322038"/>
                <a:gd name="connsiteX29" fmla="*/ 268178 w 299034"/>
                <a:gd name="connsiteY29" fmla="*/ 219814 h 322038"/>
                <a:gd name="connsiteX30" fmla="*/ 279538 w 299034"/>
                <a:gd name="connsiteY30" fmla="*/ 233822 h 322038"/>
                <a:gd name="connsiteX31" fmla="*/ 283784 w 299034"/>
                <a:gd name="connsiteY31" fmla="*/ 233822 h 322038"/>
                <a:gd name="connsiteX32" fmla="*/ 297967 w 299034"/>
                <a:gd name="connsiteY32" fmla="*/ 222623 h 322038"/>
                <a:gd name="connsiteX33" fmla="*/ 297967 w 299034"/>
                <a:gd name="connsiteY33" fmla="*/ 218432 h 3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9034" h="322038">
                  <a:moveTo>
                    <a:pt x="255392" y="98011"/>
                  </a:moveTo>
                  <a:lnTo>
                    <a:pt x="156082" y="98011"/>
                  </a:lnTo>
                  <a:cubicBezTo>
                    <a:pt x="147567" y="98011"/>
                    <a:pt x="141886" y="92405"/>
                    <a:pt x="141886" y="84015"/>
                  </a:cubicBezTo>
                  <a:lnTo>
                    <a:pt x="141886" y="0"/>
                  </a:lnTo>
                  <a:lnTo>
                    <a:pt x="28380" y="0"/>
                  </a:lnTo>
                  <a:cubicBezTo>
                    <a:pt x="12725" y="45"/>
                    <a:pt x="46" y="12557"/>
                    <a:pt x="0" y="28005"/>
                  </a:cubicBezTo>
                  <a:lnTo>
                    <a:pt x="0" y="294045"/>
                  </a:lnTo>
                  <a:cubicBezTo>
                    <a:pt x="52" y="309487"/>
                    <a:pt x="12730" y="321993"/>
                    <a:pt x="28380" y="322038"/>
                  </a:cubicBezTo>
                  <a:lnTo>
                    <a:pt x="110684" y="322038"/>
                  </a:lnTo>
                  <a:lnTo>
                    <a:pt x="255392" y="180621"/>
                  </a:lnTo>
                  <a:lnTo>
                    <a:pt x="255392" y="98011"/>
                  </a:lnTo>
                  <a:moveTo>
                    <a:pt x="163186" y="182026"/>
                  </a:moveTo>
                  <a:lnTo>
                    <a:pt x="49667" y="182026"/>
                  </a:lnTo>
                  <a:cubicBezTo>
                    <a:pt x="45410" y="182026"/>
                    <a:pt x="42563" y="179229"/>
                    <a:pt x="42563" y="175015"/>
                  </a:cubicBezTo>
                  <a:cubicBezTo>
                    <a:pt x="42563" y="170815"/>
                    <a:pt x="45410" y="168017"/>
                    <a:pt x="49667" y="168017"/>
                  </a:cubicBezTo>
                  <a:lnTo>
                    <a:pt x="163186" y="168017"/>
                  </a:lnTo>
                  <a:cubicBezTo>
                    <a:pt x="167431" y="168017"/>
                    <a:pt x="170278" y="170815"/>
                    <a:pt x="170278" y="175015"/>
                  </a:cubicBezTo>
                  <a:cubicBezTo>
                    <a:pt x="170278" y="179229"/>
                    <a:pt x="166009" y="182026"/>
                    <a:pt x="163186" y="182026"/>
                  </a:cubicBezTo>
                  <a:moveTo>
                    <a:pt x="205749" y="140025"/>
                  </a:moveTo>
                  <a:lnTo>
                    <a:pt x="49667" y="140025"/>
                  </a:lnTo>
                  <a:cubicBezTo>
                    <a:pt x="45410" y="140025"/>
                    <a:pt x="42563" y="137227"/>
                    <a:pt x="42563" y="133026"/>
                  </a:cubicBezTo>
                  <a:cubicBezTo>
                    <a:pt x="42563" y="128824"/>
                    <a:pt x="45410" y="126028"/>
                    <a:pt x="49667" y="126028"/>
                  </a:cubicBezTo>
                  <a:lnTo>
                    <a:pt x="205749" y="126028"/>
                  </a:lnTo>
                  <a:cubicBezTo>
                    <a:pt x="209983" y="126028"/>
                    <a:pt x="212854" y="128824"/>
                    <a:pt x="212854" y="133026"/>
                  </a:cubicBezTo>
                  <a:cubicBezTo>
                    <a:pt x="212841" y="137216"/>
                    <a:pt x="208572" y="140025"/>
                    <a:pt x="205749" y="140025"/>
                  </a:cubicBezTo>
                  <a:moveTo>
                    <a:pt x="297967" y="218432"/>
                  </a:moveTo>
                  <a:lnTo>
                    <a:pt x="286618" y="204425"/>
                  </a:lnTo>
                  <a:cubicBezTo>
                    <a:pt x="285195" y="203032"/>
                    <a:pt x="283784" y="203032"/>
                    <a:pt x="282361" y="204425"/>
                  </a:cubicBezTo>
                  <a:lnTo>
                    <a:pt x="268178" y="215625"/>
                  </a:lnTo>
                  <a:cubicBezTo>
                    <a:pt x="266766" y="217028"/>
                    <a:pt x="266766" y="218432"/>
                    <a:pt x="268178" y="219814"/>
                  </a:cubicBezTo>
                  <a:lnTo>
                    <a:pt x="279538" y="233822"/>
                  </a:lnTo>
                  <a:cubicBezTo>
                    <a:pt x="280950" y="235227"/>
                    <a:pt x="282361" y="235227"/>
                    <a:pt x="283784" y="233822"/>
                  </a:cubicBezTo>
                  <a:lnTo>
                    <a:pt x="297967" y="222623"/>
                  </a:lnTo>
                  <a:cubicBezTo>
                    <a:pt x="299390" y="222634"/>
                    <a:pt x="299390" y="219814"/>
                    <a:pt x="297967" y="218432"/>
                  </a:cubicBezTo>
                </a:path>
              </a:pathLst>
            </a:custGeom>
            <a:solidFill>
              <a:schemeClr val="bg1"/>
            </a:solidFill>
            <a:ln w="1228" cap="flat">
              <a:noFill/>
              <a:prstDash val="solid"/>
              <a:miter/>
            </a:ln>
          </p:spPr>
          <p:txBody>
            <a:bodyPr rtlCol="0" anchor="ctr"/>
            <a:lstStyle/>
            <a:p>
              <a:endParaRPr lang="zh-CN" alt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研究总结</a:t>
            </a:r>
            <a:endParaRPr lang="zh-CN" altLang="en-US" sz="2800" b="1" dirty="0">
              <a:latin typeface="微软雅黑" panose="020B0503020204020204" pitchFamily="34" charset="-122"/>
              <a:ea typeface="微软雅黑" panose="020B0503020204020204" pitchFamily="34" charset="-122"/>
            </a:endParaRPr>
          </a:p>
        </p:txBody>
      </p:sp>
      <p:sp>
        <p:nvSpPr>
          <p:cNvPr id="13" name="矩形 12"/>
          <p:cNvSpPr/>
          <p:nvPr/>
        </p:nvSpPr>
        <p:spPr>
          <a:xfrm>
            <a:off x="6400800" y="1952625"/>
            <a:ext cx="5305427" cy="1711325"/>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email"/>
          <a:srcRect/>
          <a:stretch>
            <a:fillRect/>
          </a:stretch>
        </p:blipFill>
        <p:spPr>
          <a:xfrm>
            <a:off x="3292474" y="1643312"/>
            <a:ext cx="2803525" cy="1868466"/>
          </a:xfrm>
          <a:prstGeom prst="rect">
            <a:avLst/>
          </a:prstGeom>
          <a:effectLst>
            <a:outerShdw blurRad="63500" sx="102000" sy="102000" algn="ctr" rotWithShape="0">
              <a:prstClr val="black">
                <a:alpha val="40000"/>
              </a:prstClr>
            </a:outerShdw>
          </a:effectLst>
        </p:spPr>
      </p:pic>
      <p:sp>
        <p:nvSpPr>
          <p:cNvPr id="17" name="矩形 16"/>
          <p:cNvSpPr/>
          <p:nvPr/>
        </p:nvSpPr>
        <p:spPr>
          <a:xfrm>
            <a:off x="6400800" y="1320800"/>
            <a:ext cx="2209800" cy="510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这里填写标题</a:t>
            </a:r>
            <a:endParaRPr lang="zh-CN" altLang="en-US" dirty="0"/>
          </a:p>
        </p:txBody>
      </p:sp>
      <p:sp>
        <p:nvSpPr>
          <p:cNvPr id="18" name="矩形: 圆角 17"/>
          <p:cNvSpPr/>
          <p:nvPr/>
        </p:nvSpPr>
        <p:spPr>
          <a:xfrm>
            <a:off x="6940551" y="2077472"/>
            <a:ext cx="1276350" cy="298450"/>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主要内容</a:t>
            </a:r>
            <a:endParaRPr lang="zh-CN" altLang="en-US" sz="1400" dirty="0">
              <a:solidFill>
                <a:schemeClr val="bg1"/>
              </a:solidFill>
            </a:endParaRPr>
          </a:p>
        </p:txBody>
      </p:sp>
      <p:sp>
        <p:nvSpPr>
          <p:cNvPr id="19" name="文本框 18"/>
          <p:cNvSpPr txBox="1"/>
          <p:nvPr/>
        </p:nvSpPr>
        <p:spPr>
          <a:xfrm>
            <a:off x="6880225" y="2492375"/>
            <a:ext cx="4768849" cy="1169551"/>
          </a:xfrm>
          <a:prstGeom prst="rect">
            <a:avLst/>
          </a:prstGeom>
          <a:noFill/>
        </p:spPr>
        <p:txBody>
          <a:bodyPr wrap="square" rtlCol="0">
            <a:spAutoFit/>
          </a:bodyPr>
          <a:lstStyle/>
          <a:p>
            <a:r>
              <a:rPr lang="zh-CN" altLang="en-US" sz="1400" dirty="0"/>
              <a:t>这里填写正文内容这里填写正文内容这里填写正文内容这里填写正文内容这里填写正文内容这里填写正文内容这里填写正文内容这里填写正文内容这里填写正文内容这里填写正文内容</a:t>
            </a:r>
            <a:endParaRPr lang="zh-CN" altLang="en-US" sz="1400" dirty="0"/>
          </a:p>
          <a:p>
            <a:endParaRPr lang="zh-CN" altLang="en-US" sz="1400" dirty="0"/>
          </a:p>
        </p:txBody>
      </p:sp>
      <p:pic>
        <p:nvPicPr>
          <p:cNvPr id="24" name="图片 23"/>
          <p:cNvPicPr>
            <a:picLocks noChangeAspect="1"/>
          </p:cNvPicPr>
          <p:nvPr/>
        </p:nvPicPr>
        <p:blipFill>
          <a:blip r:embed="rId2" cstate="email"/>
          <a:srcRect/>
          <a:stretch>
            <a:fillRect/>
          </a:stretch>
        </p:blipFill>
        <p:spPr>
          <a:xfrm>
            <a:off x="9132889" y="4380084"/>
            <a:ext cx="2670969" cy="1783264"/>
          </a:xfrm>
          <a:prstGeom prst="rect">
            <a:avLst/>
          </a:prstGeom>
          <a:effectLst>
            <a:outerShdw blurRad="63500" sx="102000" sy="102000" algn="ctr" rotWithShape="0">
              <a:prstClr val="black">
                <a:alpha val="40000"/>
              </a:prstClr>
            </a:outerShdw>
          </a:effectLst>
        </p:spPr>
      </p:pic>
      <p:cxnSp>
        <p:nvCxnSpPr>
          <p:cNvPr id="25" name="直接连接符 24"/>
          <p:cNvCxnSpPr/>
          <p:nvPr/>
        </p:nvCxnSpPr>
        <p:spPr>
          <a:xfrm>
            <a:off x="8707438" y="1575850"/>
            <a:ext cx="299878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292476" y="4731966"/>
            <a:ext cx="5414962" cy="1711325"/>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292474" y="4082392"/>
            <a:ext cx="2209800" cy="510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这里填写标题</a:t>
            </a:r>
            <a:endParaRPr lang="zh-CN" altLang="en-US" dirty="0"/>
          </a:p>
        </p:txBody>
      </p:sp>
      <p:sp>
        <p:nvSpPr>
          <p:cNvPr id="28" name="矩形: 圆角 27"/>
          <p:cNvSpPr/>
          <p:nvPr/>
        </p:nvSpPr>
        <p:spPr>
          <a:xfrm>
            <a:off x="3832226" y="4856813"/>
            <a:ext cx="1276350" cy="298450"/>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主要内容</a:t>
            </a:r>
            <a:endParaRPr lang="zh-CN" altLang="en-US" sz="1400" dirty="0">
              <a:solidFill>
                <a:schemeClr val="bg1"/>
              </a:solidFill>
            </a:endParaRPr>
          </a:p>
        </p:txBody>
      </p:sp>
      <p:sp>
        <p:nvSpPr>
          <p:cNvPr id="29" name="文本框 28"/>
          <p:cNvSpPr txBox="1"/>
          <p:nvPr/>
        </p:nvSpPr>
        <p:spPr>
          <a:xfrm>
            <a:off x="3771900" y="5271716"/>
            <a:ext cx="4838699" cy="1169551"/>
          </a:xfrm>
          <a:prstGeom prst="rect">
            <a:avLst/>
          </a:prstGeom>
          <a:noFill/>
        </p:spPr>
        <p:txBody>
          <a:bodyPr wrap="square" rtlCol="0">
            <a:spAutoFit/>
          </a:bodyPr>
          <a:lstStyle/>
          <a:p>
            <a:r>
              <a:rPr lang="zh-CN" altLang="en-US" sz="1400" dirty="0"/>
              <a:t>这里填写正文内容这里填写正文内容这里填写正文内容这里填写正文内容这里填写正文内容这里填写正文内容这里填写正文内容这里填写正文内容这里填写正文内容这里填写正文内容</a:t>
            </a:r>
            <a:endParaRPr lang="zh-CN" altLang="en-US" sz="1400" dirty="0"/>
          </a:p>
          <a:p>
            <a:endParaRPr lang="zh-CN" altLang="en-US" sz="1400" dirty="0"/>
          </a:p>
        </p:txBody>
      </p:sp>
      <p:cxnSp>
        <p:nvCxnSpPr>
          <p:cNvPr id="34" name="直接连接符 33"/>
          <p:cNvCxnSpPr/>
          <p:nvPr/>
        </p:nvCxnSpPr>
        <p:spPr>
          <a:xfrm>
            <a:off x="5691187" y="4315216"/>
            <a:ext cx="303371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图形 19" descr="订阅内容"/>
          <p:cNvSpPr/>
          <p:nvPr/>
        </p:nvSpPr>
        <p:spPr>
          <a:xfrm>
            <a:off x="6581775" y="2077472"/>
            <a:ext cx="298451" cy="298451"/>
          </a:xfrm>
          <a:custGeom>
            <a:avLst/>
            <a:gdLst>
              <a:gd name="connsiteX0" fmla="*/ 183584 w 298451"/>
              <a:gd name="connsiteY0" fmla="*/ 291510 h 298451"/>
              <a:gd name="connsiteX1" fmla="*/ 42906 w 298451"/>
              <a:gd name="connsiteY1" fmla="*/ 291510 h 298451"/>
              <a:gd name="connsiteX2" fmla="*/ 12567 w 298451"/>
              <a:gd name="connsiteY2" fmla="*/ 279313 h 298451"/>
              <a:gd name="connsiteX3" fmla="*/ 0 w 298451"/>
              <a:gd name="connsiteY3" fmla="*/ 249866 h 298451"/>
              <a:gd name="connsiteX4" fmla="*/ 0 w 298451"/>
              <a:gd name="connsiteY4" fmla="*/ 41644 h 298451"/>
              <a:gd name="connsiteX5" fmla="*/ 42906 w 298451"/>
              <a:gd name="connsiteY5" fmla="*/ 0 h 298451"/>
              <a:gd name="connsiteX6" fmla="*/ 193079 w 298451"/>
              <a:gd name="connsiteY6" fmla="*/ 0 h 298451"/>
              <a:gd name="connsiteX7" fmla="*/ 223417 w 298451"/>
              <a:gd name="connsiteY7" fmla="*/ 12198 h 298451"/>
              <a:gd name="connsiteX8" fmla="*/ 235985 w 298451"/>
              <a:gd name="connsiteY8" fmla="*/ 41644 h 298451"/>
              <a:gd name="connsiteX9" fmla="*/ 235985 w 298451"/>
              <a:gd name="connsiteY9" fmla="*/ 159636 h 298451"/>
              <a:gd name="connsiteX10" fmla="*/ 177088 w 298451"/>
              <a:gd name="connsiteY10" fmla="*/ 187400 h 298451"/>
              <a:gd name="connsiteX11" fmla="*/ 53633 w 298451"/>
              <a:gd name="connsiteY11" fmla="*/ 187400 h 298451"/>
              <a:gd name="connsiteX12" fmla="*/ 42906 w 298451"/>
              <a:gd name="connsiteY12" fmla="*/ 197811 h 298451"/>
              <a:gd name="connsiteX13" fmla="*/ 53633 w 298451"/>
              <a:gd name="connsiteY13" fmla="*/ 208223 h 298451"/>
              <a:gd name="connsiteX14" fmla="*/ 164841 w 298451"/>
              <a:gd name="connsiteY14" fmla="*/ 208223 h 298451"/>
              <a:gd name="connsiteX15" fmla="*/ 159636 w 298451"/>
              <a:gd name="connsiteY15" fmla="*/ 235985 h 298451"/>
              <a:gd name="connsiteX16" fmla="*/ 183584 w 298451"/>
              <a:gd name="connsiteY16" fmla="*/ 291510 h 298451"/>
              <a:gd name="connsiteX17" fmla="*/ 182351 w 298451"/>
              <a:gd name="connsiteY17" fmla="*/ 62466 h 298451"/>
              <a:gd name="connsiteX18" fmla="*/ 117992 w 298451"/>
              <a:gd name="connsiteY18" fmla="*/ 62466 h 298451"/>
              <a:gd name="connsiteX19" fmla="*/ 107265 w 298451"/>
              <a:gd name="connsiteY19" fmla="*/ 72878 h 298451"/>
              <a:gd name="connsiteX20" fmla="*/ 117992 w 298451"/>
              <a:gd name="connsiteY20" fmla="*/ 83289 h 298451"/>
              <a:gd name="connsiteX21" fmla="*/ 182351 w 298451"/>
              <a:gd name="connsiteY21" fmla="*/ 83289 h 298451"/>
              <a:gd name="connsiteX22" fmla="*/ 193079 w 298451"/>
              <a:gd name="connsiteY22" fmla="*/ 72878 h 298451"/>
              <a:gd name="connsiteX23" fmla="*/ 182351 w 298451"/>
              <a:gd name="connsiteY23" fmla="*/ 62466 h 298451"/>
              <a:gd name="connsiteX24" fmla="*/ 182351 w 298451"/>
              <a:gd name="connsiteY24" fmla="*/ 104111 h 298451"/>
              <a:gd name="connsiteX25" fmla="*/ 53633 w 298451"/>
              <a:gd name="connsiteY25" fmla="*/ 104111 h 298451"/>
              <a:gd name="connsiteX26" fmla="*/ 42906 w 298451"/>
              <a:gd name="connsiteY26" fmla="*/ 114522 h 298451"/>
              <a:gd name="connsiteX27" fmla="*/ 53633 w 298451"/>
              <a:gd name="connsiteY27" fmla="*/ 124933 h 298451"/>
              <a:gd name="connsiteX28" fmla="*/ 182351 w 298451"/>
              <a:gd name="connsiteY28" fmla="*/ 124933 h 298451"/>
              <a:gd name="connsiteX29" fmla="*/ 193079 w 298451"/>
              <a:gd name="connsiteY29" fmla="*/ 114522 h 298451"/>
              <a:gd name="connsiteX30" fmla="*/ 182351 w 298451"/>
              <a:gd name="connsiteY30" fmla="*/ 104111 h 298451"/>
              <a:gd name="connsiteX31" fmla="*/ 182351 w 298451"/>
              <a:gd name="connsiteY31" fmla="*/ 145756 h 298451"/>
              <a:gd name="connsiteX32" fmla="*/ 53633 w 298451"/>
              <a:gd name="connsiteY32" fmla="*/ 145756 h 298451"/>
              <a:gd name="connsiteX33" fmla="*/ 42906 w 298451"/>
              <a:gd name="connsiteY33" fmla="*/ 156166 h 298451"/>
              <a:gd name="connsiteX34" fmla="*/ 53633 w 298451"/>
              <a:gd name="connsiteY34" fmla="*/ 166578 h 298451"/>
              <a:gd name="connsiteX35" fmla="*/ 182351 w 298451"/>
              <a:gd name="connsiteY35" fmla="*/ 166578 h 298451"/>
              <a:gd name="connsiteX36" fmla="*/ 193079 w 298451"/>
              <a:gd name="connsiteY36" fmla="*/ 156166 h 298451"/>
              <a:gd name="connsiteX37" fmla="*/ 182351 w 298451"/>
              <a:gd name="connsiteY37" fmla="*/ 145756 h 298451"/>
              <a:gd name="connsiteX38" fmla="*/ 235985 w 298451"/>
              <a:gd name="connsiteY38" fmla="*/ 298451 h 298451"/>
              <a:gd name="connsiteX39" fmla="*/ 173518 w 298451"/>
              <a:gd name="connsiteY39" fmla="*/ 235985 h 298451"/>
              <a:gd name="connsiteX40" fmla="*/ 235985 w 298451"/>
              <a:gd name="connsiteY40" fmla="*/ 173518 h 298451"/>
              <a:gd name="connsiteX41" fmla="*/ 298451 w 298451"/>
              <a:gd name="connsiteY41" fmla="*/ 235985 h 298451"/>
              <a:gd name="connsiteX42" fmla="*/ 235985 w 298451"/>
              <a:gd name="connsiteY42" fmla="*/ 298451 h 298451"/>
              <a:gd name="connsiteX43" fmla="*/ 221271 w 298451"/>
              <a:gd name="connsiteY43" fmla="*/ 208222 h 298451"/>
              <a:gd name="connsiteX44" fmla="*/ 215162 w 298451"/>
              <a:gd name="connsiteY44" fmla="*/ 214331 h 298451"/>
              <a:gd name="connsiteX45" fmla="*/ 215162 w 298451"/>
              <a:gd name="connsiteY45" fmla="*/ 264411 h 298451"/>
              <a:gd name="connsiteX46" fmla="*/ 216056 w 298451"/>
              <a:gd name="connsiteY46" fmla="*/ 267592 h 298451"/>
              <a:gd name="connsiteX47" fmla="*/ 224453 w 298451"/>
              <a:gd name="connsiteY47" fmla="*/ 269626 h 298451"/>
              <a:gd name="connsiteX48" fmla="*/ 235985 w 298451"/>
              <a:gd name="connsiteY48" fmla="*/ 262594 h 298451"/>
              <a:gd name="connsiteX49" fmla="*/ 247516 w 298451"/>
              <a:gd name="connsiteY49" fmla="*/ 269626 h 298451"/>
              <a:gd name="connsiteX50" fmla="*/ 250698 w 298451"/>
              <a:gd name="connsiteY50" fmla="*/ 270520 h 298451"/>
              <a:gd name="connsiteX51" fmla="*/ 256807 w 298451"/>
              <a:gd name="connsiteY51" fmla="*/ 264411 h 298451"/>
              <a:gd name="connsiteX52" fmla="*/ 256807 w 298451"/>
              <a:gd name="connsiteY52" fmla="*/ 214331 h 298451"/>
              <a:gd name="connsiteX53" fmla="*/ 250698 w 298451"/>
              <a:gd name="connsiteY53" fmla="*/ 208222 h 298451"/>
              <a:gd name="connsiteX54" fmla="*/ 221271 w 298451"/>
              <a:gd name="connsiteY54" fmla="*/ 208222 h 298451"/>
              <a:gd name="connsiteX55" fmla="*/ 233010 w 298451"/>
              <a:gd name="connsiteY55" fmla="*/ 230089 h 298451"/>
              <a:gd name="connsiteX56" fmla="*/ 233010 w 298451"/>
              <a:gd name="connsiteY56" fmla="*/ 223693 h 298451"/>
              <a:gd name="connsiteX57" fmla="*/ 235985 w 298451"/>
              <a:gd name="connsiteY57" fmla="*/ 220717 h 298451"/>
              <a:gd name="connsiteX58" fmla="*/ 238959 w 298451"/>
              <a:gd name="connsiteY58" fmla="*/ 223693 h 298451"/>
              <a:gd name="connsiteX59" fmla="*/ 238959 w 298451"/>
              <a:gd name="connsiteY59" fmla="*/ 230089 h 298451"/>
              <a:gd name="connsiteX60" fmla="*/ 244829 w 298451"/>
              <a:gd name="connsiteY60" fmla="*/ 230089 h 298451"/>
              <a:gd name="connsiteX61" fmla="*/ 247883 w 298451"/>
              <a:gd name="connsiteY61" fmla="*/ 233144 h 298451"/>
              <a:gd name="connsiteX62" fmla="*/ 247883 w 298451"/>
              <a:gd name="connsiteY62" fmla="*/ 233283 h 298451"/>
              <a:gd name="connsiteX63" fmla="*/ 244829 w 298451"/>
              <a:gd name="connsiteY63" fmla="*/ 236337 h 298451"/>
              <a:gd name="connsiteX64" fmla="*/ 238959 w 298451"/>
              <a:gd name="connsiteY64" fmla="*/ 236337 h 298451"/>
              <a:gd name="connsiteX65" fmla="*/ 238959 w 298451"/>
              <a:gd name="connsiteY65" fmla="*/ 242735 h 298451"/>
              <a:gd name="connsiteX66" fmla="*/ 235985 w 298451"/>
              <a:gd name="connsiteY66" fmla="*/ 245709 h 298451"/>
              <a:gd name="connsiteX67" fmla="*/ 233010 w 298451"/>
              <a:gd name="connsiteY67" fmla="*/ 242735 h 298451"/>
              <a:gd name="connsiteX68" fmla="*/ 233010 w 298451"/>
              <a:gd name="connsiteY68" fmla="*/ 236337 h 298451"/>
              <a:gd name="connsiteX69" fmla="*/ 227141 w 298451"/>
              <a:gd name="connsiteY69" fmla="*/ 236337 h 298451"/>
              <a:gd name="connsiteX70" fmla="*/ 224087 w 298451"/>
              <a:gd name="connsiteY70" fmla="*/ 233283 h 298451"/>
              <a:gd name="connsiteX71" fmla="*/ 224087 w 298451"/>
              <a:gd name="connsiteY71" fmla="*/ 233144 h 298451"/>
              <a:gd name="connsiteX72" fmla="*/ 227141 w 298451"/>
              <a:gd name="connsiteY72" fmla="*/ 230089 h 298451"/>
              <a:gd name="connsiteX73" fmla="*/ 233010 w 298451"/>
              <a:gd name="connsiteY73" fmla="*/ 230089 h 2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8451" h="298451">
                <a:moveTo>
                  <a:pt x="183584" y="291510"/>
                </a:moveTo>
                <a:lnTo>
                  <a:pt x="42906" y="291510"/>
                </a:lnTo>
                <a:cubicBezTo>
                  <a:pt x="31528" y="291510"/>
                  <a:pt x="20613" y="287124"/>
                  <a:pt x="12567" y="279313"/>
                </a:cubicBezTo>
                <a:cubicBezTo>
                  <a:pt x="4520" y="271504"/>
                  <a:pt x="0" y="260911"/>
                  <a:pt x="0" y="249866"/>
                </a:cubicBezTo>
                <a:lnTo>
                  <a:pt x="0" y="41644"/>
                </a:lnTo>
                <a:cubicBezTo>
                  <a:pt x="0" y="18645"/>
                  <a:pt x="19210" y="0"/>
                  <a:pt x="42906" y="0"/>
                </a:cubicBezTo>
                <a:lnTo>
                  <a:pt x="193079" y="0"/>
                </a:lnTo>
                <a:cubicBezTo>
                  <a:pt x="204459" y="0"/>
                  <a:pt x="215372" y="4387"/>
                  <a:pt x="223417" y="12198"/>
                </a:cubicBezTo>
                <a:cubicBezTo>
                  <a:pt x="231465" y="20007"/>
                  <a:pt x="235985" y="30600"/>
                  <a:pt x="235985" y="41644"/>
                </a:cubicBezTo>
                <a:lnTo>
                  <a:pt x="235985" y="159636"/>
                </a:lnTo>
                <a:cubicBezTo>
                  <a:pt x="212276" y="159636"/>
                  <a:pt x="191091" y="170444"/>
                  <a:pt x="177088" y="187400"/>
                </a:cubicBezTo>
                <a:lnTo>
                  <a:pt x="53633" y="187400"/>
                </a:lnTo>
                <a:cubicBezTo>
                  <a:pt x="47708" y="187400"/>
                  <a:pt x="42906" y="192061"/>
                  <a:pt x="42906" y="197811"/>
                </a:cubicBezTo>
                <a:cubicBezTo>
                  <a:pt x="42906" y="203560"/>
                  <a:pt x="47708" y="208223"/>
                  <a:pt x="53633" y="208223"/>
                </a:cubicBezTo>
                <a:lnTo>
                  <a:pt x="164841" y="208223"/>
                </a:lnTo>
                <a:cubicBezTo>
                  <a:pt x="161481" y="216827"/>
                  <a:pt x="159636" y="226190"/>
                  <a:pt x="159636" y="235985"/>
                </a:cubicBezTo>
                <a:cubicBezTo>
                  <a:pt x="159636" y="257863"/>
                  <a:pt x="168838" y="277591"/>
                  <a:pt x="183584" y="291510"/>
                </a:cubicBezTo>
                <a:moveTo>
                  <a:pt x="182351" y="62466"/>
                </a:moveTo>
                <a:lnTo>
                  <a:pt x="117992" y="62466"/>
                </a:lnTo>
                <a:cubicBezTo>
                  <a:pt x="112069" y="62466"/>
                  <a:pt x="107265" y="67127"/>
                  <a:pt x="107265" y="72878"/>
                </a:cubicBezTo>
                <a:cubicBezTo>
                  <a:pt x="107265" y="78627"/>
                  <a:pt x="112069" y="83289"/>
                  <a:pt x="117992" y="83289"/>
                </a:cubicBezTo>
                <a:lnTo>
                  <a:pt x="182351" y="83289"/>
                </a:lnTo>
                <a:cubicBezTo>
                  <a:pt x="188276" y="83289"/>
                  <a:pt x="193079" y="78627"/>
                  <a:pt x="193079" y="72878"/>
                </a:cubicBezTo>
                <a:cubicBezTo>
                  <a:pt x="193079" y="67127"/>
                  <a:pt x="188276" y="62466"/>
                  <a:pt x="182351" y="62466"/>
                </a:cubicBezTo>
                <a:moveTo>
                  <a:pt x="182351" y="104111"/>
                </a:moveTo>
                <a:lnTo>
                  <a:pt x="53633" y="104111"/>
                </a:lnTo>
                <a:cubicBezTo>
                  <a:pt x="47708" y="104111"/>
                  <a:pt x="42906" y="108773"/>
                  <a:pt x="42906" y="114522"/>
                </a:cubicBezTo>
                <a:cubicBezTo>
                  <a:pt x="42906" y="120272"/>
                  <a:pt x="47708" y="124933"/>
                  <a:pt x="53633" y="124933"/>
                </a:cubicBezTo>
                <a:lnTo>
                  <a:pt x="182351" y="124933"/>
                </a:lnTo>
                <a:cubicBezTo>
                  <a:pt x="188276" y="124933"/>
                  <a:pt x="193079" y="120272"/>
                  <a:pt x="193079" y="114522"/>
                </a:cubicBezTo>
                <a:cubicBezTo>
                  <a:pt x="193079" y="108773"/>
                  <a:pt x="188276" y="104111"/>
                  <a:pt x="182351" y="104111"/>
                </a:cubicBezTo>
                <a:moveTo>
                  <a:pt x="182351" y="145756"/>
                </a:moveTo>
                <a:lnTo>
                  <a:pt x="53633" y="145756"/>
                </a:lnTo>
                <a:cubicBezTo>
                  <a:pt x="47708" y="145756"/>
                  <a:pt x="42906" y="150417"/>
                  <a:pt x="42906" y="156166"/>
                </a:cubicBezTo>
                <a:cubicBezTo>
                  <a:pt x="42906" y="161917"/>
                  <a:pt x="47708" y="166578"/>
                  <a:pt x="53633" y="166578"/>
                </a:cubicBezTo>
                <a:lnTo>
                  <a:pt x="182351" y="166578"/>
                </a:lnTo>
                <a:cubicBezTo>
                  <a:pt x="188276" y="166578"/>
                  <a:pt x="193079" y="161917"/>
                  <a:pt x="193079" y="156166"/>
                </a:cubicBezTo>
                <a:cubicBezTo>
                  <a:pt x="193079" y="150417"/>
                  <a:pt x="188276" y="145756"/>
                  <a:pt x="182351" y="145756"/>
                </a:cubicBezTo>
                <a:moveTo>
                  <a:pt x="235985" y="298451"/>
                </a:moveTo>
                <a:cubicBezTo>
                  <a:pt x="201485" y="298451"/>
                  <a:pt x="173518" y="270484"/>
                  <a:pt x="173518" y="235985"/>
                </a:cubicBezTo>
                <a:cubicBezTo>
                  <a:pt x="173518" y="201485"/>
                  <a:pt x="201485" y="173518"/>
                  <a:pt x="235985" y="173518"/>
                </a:cubicBezTo>
                <a:cubicBezTo>
                  <a:pt x="270484" y="173518"/>
                  <a:pt x="298451" y="201485"/>
                  <a:pt x="298451" y="235985"/>
                </a:cubicBezTo>
                <a:cubicBezTo>
                  <a:pt x="298451" y="270484"/>
                  <a:pt x="270484" y="298451"/>
                  <a:pt x="235985" y="298451"/>
                </a:cubicBezTo>
                <a:moveTo>
                  <a:pt x="221271" y="208222"/>
                </a:moveTo>
                <a:cubicBezTo>
                  <a:pt x="217897" y="208222"/>
                  <a:pt x="215162" y="210957"/>
                  <a:pt x="215162" y="214331"/>
                </a:cubicBezTo>
                <a:lnTo>
                  <a:pt x="215162" y="264411"/>
                </a:lnTo>
                <a:cubicBezTo>
                  <a:pt x="215162" y="265533"/>
                  <a:pt x="215471" y="266633"/>
                  <a:pt x="216056" y="267592"/>
                </a:cubicBezTo>
                <a:cubicBezTo>
                  <a:pt x="217813" y="270472"/>
                  <a:pt x="221572" y="271383"/>
                  <a:pt x="224453" y="269626"/>
                </a:cubicBezTo>
                <a:lnTo>
                  <a:pt x="235985" y="262594"/>
                </a:lnTo>
                <a:lnTo>
                  <a:pt x="247516" y="269626"/>
                </a:lnTo>
                <a:cubicBezTo>
                  <a:pt x="248474" y="270211"/>
                  <a:pt x="249575" y="270520"/>
                  <a:pt x="250698" y="270520"/>
                </a:cubicBezTo>
                <a:cubicBezTo>
                  <a:pt x="254072" y="270520"/>
                  <a:pt x="256807" y="267785"/>
                  <a:pt x="256807" y="264411"/>
                </a:cubicBezTo>
                <a:lnTo>
                  <a:pt x="256807" y="214331"/>
                </a:lnTo>
                <a:cubicBezTo>
                  <a:pt x="256807" y="210957"/>
                  <a:pt x="254072" y="208222"/>
                  <a:pt x="250698" y="208222"/>
                </a:cubicBezTo>
                <a:lnTo>
                  <a:pt x="221271" y="208222"/>
                </a:lnTo>
                <a:moveTo>
                  <a:pt x="233010" y="230089"/>
                </a:moveTo>
                <a:lnTo>
                  <a:pt x="233010" y="223693"/>
                </a:lnTo>
                <a:cubicBezTo>
                  <a:pt x="233010" y="222050"/>
                  <a:pt x="234342" y="220717"/>
                  <a:pt x="235985" y="220717"/>
                </a:cubicBezTo>
                <a:cubicBezTo>
                  <a:pt x="237628" y="220717"/>
                  <a:pt x="238959" y="222050"/>
                  <a:pt x="238959" y="223693"/>
                </a:cubicBezTo>
                <a:lnTo>
                  <a:pt x="238959" y="230089"/>
                </a:lnTo>
                <a:lnTo>
                  <a:pt x="244829" y="230089"/>
                </a:lnTo>
                <a:cubicBezTo>
                  <a:pt x="246516" y="230089"/>
                  <a:pt x="247883" y="231457"/>
                  <a:pt x="247883" y="233144"/>
                </a:cubicBezTo>
                <a:lnTo>
                  <a:pt x="247883" y="233283"/>
                </a:lnTo>
                <a:cubicBezTo>
                  <a:pt x="247883" y="234970"/>
                  <a:pt x="246516" y="236337"/>
                  <a:pt x="244829" y="236337"/>
                </a:cubicBezTo>
                <a:lnTo>
                  <a:pt x="238959" y="236337"/>
                </a:lnTo>
                <a:lnTo>
                  <a:pt x="238959" y="242735"/>
                </a:lnTo>
                <a:cubicBezTo>
                  <a:pt x="238959" y="244378"/>
                  <a:pt x="237628" y="245709"/>
                  <a:pt x="235985" y="245709"/>
                </a:cubicBezTo>
                <a:cubicBezTo>
                  <a:pt x="234342" y="245709"/>
                  <a:pt x="233010" y="244378"/>
                  <a:pt x="233010" y="242735"/>
                </a:cubicBezTo>
                <a:lnTo>
                  <a:pt x="233010" y="236337"/>
                </a:lnTo>
                <a:lnTo>
                  <a:pt x="227141" y="236337"/>
                </a:lnTo>
                <a:cubicBezTo>
                  <a:pt x="225454" y="236337"/>
                  <a:pt x="224087" y="234970"/>
                  <a:pt x="224087" y="233283"/>
                </a:cubicBezTo>
                <a:lnTo>
                  <a:pt x="224087" y="233144"/>
                </a:lnTo>
                <a:cubicBezTo>
                  <a:pt x="224087" y="231457"/>
                  <a:pt x="225454" y="230089"/>
                  <a:pt x="227141" y="230089"/>
                </a:cubicBezTo>
                <a:lnTo>
                  <a:pt x="233010" y="230089"/>
                </a:lnTo>
              </a:path>
            </a:pathLst>
          </a:custGeom>
          <a:solidFill>
            <a:schemeClr val="accent1">
              <a:lumMod val="60000"/>
              <a:lumOff val="40000"/>
            </a:schemeClr>
          </a:solidFill>
          <a:ln w="1153" cap="flat">
            <a:noFill/>
            <a:prstDash val="solid"/>
            <a:miter/>
          </a:ln>
        </p:spPr>
        <p:txBody>
          <a:bodyPr rtlCol="0" anchor="ctr"/>
          <a:lstStyle/>
          <a:p>
            <a:endParaRPr lang="zh-CN" altLang="en-US"/>
          </a:p>
        </p:txBody>
      </p:sp>
      <p:sp>
        <p:nvSpPr>
          <p:cNvPr id="41" name="图形 29" descr="订阅内容"/>
          <p:cNvSpPr/>
          <p:nvPr/>
        </p:nvSpPr>
        <p:spPr>
          <a:xfrm>
            <a:off x="3473450" y="4856813"/>
            <a:ext cx="298451" cy="298451"/>
          </a:xfrm>
          <a:custGeom>
            <a:avLst/>
            <a:gdLst>
              <a:gd name="connsiteX0" fmla="*/ 183584 w 298451"/>
              <a:gd name="connsiteY0" fmla="*/ 291510 h 298451"/>
              <a:gd name="connsiteX1" fmla="*/ 42906 w 298451"/>
              <a:gd name="connsiteY1" fmla="*/ 291510 h 298451"/>
              <a:gd name="connsiteX2" fmla="*/ 12567 w 298451"/>
              <a:gd name="connsiteY2" fmla="*/ 279313 h 298451"/>
              <a:gd name="connsiteX3" fmla="*/ 0 w 298451"/>
              <a:gd name="connsiteY3" fmla="*/ 249866 h 298451"/>
              <a:gd name="connsiteX4" fmla="*/ 0 w 298451"/>
              <a:gd name="connsiteY4" fmla="*/ 41644 h 298451"/>
              <a:gd name="connsiteX5" fmla="*/ 42906 w 298451"/>
              <a:gd name="connsiteY5" fmla="*/ 0 h 298451"/>
              <a:gd name="connsiteX6" fmla="*/ 193079 w 298451"/>
              <a:gd name="connsiteY6" fmla="*/ 0 h 298451"/>
              <a:gd name="connsiteX7" fmla="*/ 223417 w 298451"/>
              <a:gd name="connsiteY7" fmla="*/ 12198 h 298451"/>
              <a:gd name="connsiteX8" fmla="*/ 235985 w 298451"/>
              <a:gd name="connsiteY8" fmla="*/ 41644 h 298451"/>
              <a:gd name="connsiteX9" fmla="*/ 235985 w 298451"/>
              <a:gd name="connsiteY9" fmla="*/ 159636 h 298451"/>
              <a:gd name="connsiteX10" fmla="*/ 177088 w 298451"/>
              <a:gd name="connsiteY10" fmla="*/ 187400 h 298451"/>
              <a:gd name="connsiteX11" fmla="*/ 53633 w 298451"/>
              <a:gd name="connsiteY11" fmla="*/ 187400 h 298451"/>
              <a:gd name="connsiteX12" fmla="*/ 42906 w 298451"/>
              <a:gd name="connsiteY12" fmla="*/ 197811 h 298451"/>
              <a:gd name="connsiteX13" fmla="*/ 53633 w 298451"/>
              <a:gd name="connsiteY13" fmla="*/ 208223 h 298451"/>
              <a:gd name="connsiteX14" fmla="*/ 164841 w 298451"/>
              <a:gd name="connsiteY14" fmla="*/ 208223 h 298451"/>
              <a:gd name="connsiteX15" fmla="*/ 159636 w 298451"/>
              <a:gd name="connsiteY15" fmla="*/ 235985 h 298451"/>
              <a:gd name="connsiteX16" fmla="*/ 183584 w 298451"/>
              <a:gd name="connsiteY16" fmla="*/ 291510 h 298451"/>
              <a:gd name="connsiteX17" fmla="*/ 182351 w 298451"/>
              <a:gd name="connsiteY17" fmla="*/ 62466 h 298451"/>
              <a:gd name="connsiteX18" fmla="*/ 117992 w 298451"/>
              <a:gd name="connsiteY18" fmla="*/ 62466 h 298451"/>
              <a:gd name="connsiteX19" fmla="*/ 107265 w 298451"/>
              <a:gd name="connsiteY19" fmla="*/ 72878 h 298451"/>
              <a:gd name="connsiteX20" fmla="*/ 117992 w 298451"/>
              <a:gd name="connsiteY20" fmla="*/ 83289 h 298451"/>
              <a:gd name="connsiteX21" fmla="*/ 182351 w 298451"/>
              <a:gd name="connsiteY21" fmla="*/ 83289 h 298451"/>
              <a:gd name="connsiteX22" fmla="*/ 193079 w 298451"/>
              <a:gd name="connsiteY22" fmla="*/ 72878 h 298451"/>
              <a:gd name="connsiteX23" fmla="*/ 182351 w 298451"/>
              <a:gd name="connsiteY23" fmla="*/ 62466 h 298451"/>
              <a:gd name="connsiteX24" fmla="*/ 182351 w 298451"/>
              <a:gd name="connsiteY24" fmla="*/ 104111 h 298451"/>
              <a:gd name="connsiteX25" fmla="*/ 53633 w 298451"/>
              <a:gd name="connsiteY25" fmla="*/ 104111 h 298451"/>
              <a:gd name="connsiteX26" fmla="*/ 42906 w 298451"/>
              <a:gd name="connsiteY26" fmla="*/ 114522 h 298451"/>
              <a:gd name="connsiteX27" fmla="*/ 53633 w 298451"/>
              <a:gd name="connsiteY27" fmla="*/ 124933 h 298451"/>
              <a:gd name="connsiteX28" fmla="*/ 182351 w 298451"/>
              <a:gd name="connsiteY28" fmla="*/ 124933 h 298451"/>
              <a:gd name="connsiteX29" fmla="*/ 193079 w 298451"/>
              <a:gd name="connsiteY29" fmla="*/ 114522 h 298451"/>
              <a:gd name="connsiteX30" fmla="*/ 182351 w 298451"/>
              <a:gd name="connsiteY30" fmla="*/ 104111 h 298451"/>
              <a:gd name="connsiteX31" fmla="*/ 182351 w 298451"/>
              <a:gd name="connsiteY31" fmla="*/ 145756 h 298451"/>
              <a:gd name="connsiteX32" fmla="*/ 53633 w 298451"/>
              <a:gd name="connsiteY32" fmla="*/ 145756 h 298451"/>
              <a:gd name="connsiteX33" fmla="*/ 42906 w 298451"/>
              <a:gd name="connsiteY33" fmla="*/ 156166 h 298451"/>
              <a:gd name="connsiteX34" fmla="*/ 53633 w 298451"/>
              <a:gd name="connsiteY34" fmla="*/ 166578 h 298451"/>
              <a:gd name="connsiteX35" fmla="*/ 182351 w 298451"/>
              <a:gd name="connsiteY35" fmla="*/ 166578 h 298451"/>
              <a:gd name="connsiteX36" fmla="*/ 193079 w 298451"/>
              <a:gd name="connsiteY36" fmla="*/ 156166 h 298451"/>
              <a:gd name="connsiteX37" fmla="*/ 182351 w 298451"/>
              <a:gd name="connsiteY37" fmla="*/ 145756 h 298451"/>
              <a:gd name="connsiteX38" fmla="*/ 235985 w 298451"/>
              <a:gd name="connsiteY38" fmla="*/ 298451 h 298451"/>
              <a:gd name="connsiteX39" fmla="*/ 173518 w 298451"/>
              <a:gd name="connsiteY39" fmla="*/ 235985 h 298451"/>
              <a:gd name="connsiteX40" fmla="*/ 235985 w 298451"/>
              <a:gd name="connsiteY40" fmla="*/ 173518 h 298451"/>
              <a:gd name="connsiteX41" fmla="*/ 298451 w 298451"/>
              <a:gd name="connsiteY41" fmla="*/ 235985 h 298451"/>
              <a:gd name="connsiteX42" fmla="*/ 235985 w 298451"/>
              <a:gd name="connsiteY42" fmla="*/ 298451 h 298451"/>
              <a:gd name="connsiteX43" fmla="*/ 221271 w 298451"/>
              <a:gd name="connsiteY43" fmla="*/ 208222 h 298451"/>
              <a:gd name="connsiteX44" fmla="*/ 215162 w 298451"/>
              <a:gd name="connsiteY44" fmla="*/ 214331 h 298451"/>
              <a:gd name="connsiteX45" fmla="*/ 215162 w 298451"/>
              <a:gd name="connsiteY45" fmla="*/ 264411 h 298451"/>
              <a:gd name="connsiteX46" fmla="*/ 216056 w 298451"/>
              <a:gd name="connsiteY46" fmla="*/ 267592 h 298451"/>
              <a:gd name="connsiteX47" fmla="*/ 224453 w 298451"/>
              <a:gd name="connsiteY47" fmla="*/ 269626 h 298451"/>
              <a:gd name="connsiteX48" fmla="*/ 235985 w 298451"/>
              <a:gd name="connsiteY48" fmla="*/ 262594 h 298451"/>
              <a:gd name="connsiteX49" fmla="*/ 247516 w 298451"/>
              <a:gd name="connsiteY49" fmla="*/ 269626 h 298451"/>
              <a:gd name="connsiteX50" fmla="*/ 250698 w 298451"/>
              <a:gd name="connsiteY50" fmla="*/ 270520 h 298451"/>
              <a:gd name="connsiteX51" fmla="*/ 256807 w 298451"/>
              <a:gd name="connsiteY51" fmla="*/ 264411 h 298451"/>
              <a:gd name="connsiteX52" fmla="*/ 256807 w 298451"/>
              <a:gd name="connsiteY52" fmla="*/ 214331 h 298451"/>
              <a:gd name="connsiteX53" fmla="*/ 250698 w 298451"/>
              <a:gd name="connsiteY53" fmla="*/ 208222 h 298451"/>
              <a:gd name="connsiteX54" fmla="*/ 221271 w 298451"/>
              <a:gd name="connsiteY54" fmla="*/ 208222 h 298451"/>
              <a:gd name="connsiteX55" fmla="*/ 233010 w 298451"/>
              <a:gd name="connsiteY55" fmla="*/ 230089 h 298451"/>
              <a:gd name="connsiteX56" fmla="*/ 233010 w 298451"/>
              <a:gd name="connsiteY56" fmla="*/ 223693 h 298451"/>
              <a:gd name="connsiteX57" fmla="*/ 235985 w 298451"/>
              <a:gd name="connsiteY57" fmla="*/ 220717 h 298451"/>
              <a:gd name="connsiteX58" fmla="*/ 238959 w 298451"/>
              <a:gd name="connsiteY58" fmla="*/ 223693 h 298451"/>
              <a:gd name="connsiteX59" fmla="*/ 238959 w 298451"/>
              <a:gd name="connsiteY59" fmla="*/ 230089 h 298451"/>
              <a:gd name="connsiteX60" fmla="*/ 244829 w 298451"/>
              <a:gd name="connsiteY60" fmla="*/ 230089 h 298451"/>
              <a:gd name="connsiteX61" fmla="*/ 247883 w 298451"/>
              <a:gd name="connsiteY61" fmla="*/ 233144 h 298451"/>
              <a:gd name="connsiteX62" fmla="*/ 247883 w 298451"/>
              <a:gd name="connsiteY62" fmla="*/ 233283 h 298451"/>
              <a:gd name="connsiteX63" fmla="*/ 244829 w 298451"/>
              <a:gd name="connsiteY63" fmla="*/ 236337 h 298451"/>
              <a:gd name="connsiteX64" fmla="*/ 238959 w 298451"/>
              <a:gd name="connsiteY64" fmla="*/ 236337 h 298451"/>
              <a:gd name="connsiteX65" fmla="*/ 238959 w 298451"/>
              <a:gd name="connsiteY65" fmla="*/ 242735 h 298451"/>
              <a:gd name="connsiteX66" fmla="*/ 235985 w 298451"/>
              <a:gd name="connsiteY66" fmla="*/ 245709 h 298451"/>
              <a:gd name="connsiteX67" fmla="*/ 233010 w 298451"/>
              <a:gd name="connsiteY67" fmla="*/ 242735 h 298451"/>
              <a:gd name="connsiteX68" fmla="*/ 233010 w 298451"/>
              <a:gd name="connsiteY68" fmla="*/ 236337 h 298451"/>
              <a:gd name="connsiteX69" fmla="*/ 227141 w 298451"/>
              <a:gd name="connsiteY69" fmla="*/ 236337 h 298451"/>
              <a:gd name="connsiteX70" fmla="*/ 224087 w 298451"/>
              <a:gd name="connsiteY70" fmla="*/ 233283 h 298451"/>
              <a:gd name="connsiteX71" fmla="*/ 224087 w 298451"/>
              <a:gd name="connsiteY71" fmla="*/ 233144 h 298451"/>
              <a:gd name="connsiteX72" fmla="*/ 227141 w 298451"/>
              <a:gd name="connsiteY72" fmla="*/ 230089 h 298451"/>
              <a:gd name="connsiteX73" fmla="*/ 233010 w 298451"/>
              <a:gd name="connsiteY73" fmla="*/ 230089 h 2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8451" h="298451">
                <a:moveTo>
                  <a:pt x="183584" y="291510"/>
                </a:moveTo>
                <a:lnTo>
                  <a:pt x="42906" y="291510"/>
                </a:lnTo>
                <a:cubicBezTo>
                  <a:pt x="31528" y="291510"/>
                  <a:pt x="20613" y="287124"/>
                  <a:pt x="12567" y="279313"/>
                </a:cubicBezTo>
                <a:cubicBezTo>
                  <a:pt x="4520" y="271504"/>
                  <a:pt x="0" y="260911"/>
                  <a:pt x="0" y="249866"/>
                </a:cubicBezTo>
                <a:lnTo>
                  <a:pt x="0" y="41644"/>
                </a:lnTo>
                <a:cubicBezTo>
                  <a:pt x="0" y="18645"/>
                  <a:pt x="19210" y="0"/>
                  <a:pt x="42906" y="0"/>
                </a:cubicBezTo>
                <a:lnTo>
                  <a:pt x="193079" y="0"/>
                </a:lnTo>
                <a:cubicBezTo>
                  <a:pt x="204459" y="0"/>
                  <a:pt x="215372" y="4387"/>
                  <a:pt x="223417" y="12198"/>
                </a:cubicBezTo>
                <a:cubicBezTo>
                  <a:pt x="231465" y="20007"/>
                  <a:pt x="235985" y="30600"/>
                  <a:pt x="235985" y="41644"/>
                </a:cubicBezTo>
                <a:lnTo>
                  <a:pt x="235985" y="159636"/>
                </a:lnTo>
                <a:cubicBezTo>
                  <a:pt x="212276" y="159636"/>
                  <a:pt x="191091" y="170444"/>
                  <a:pt x="177088" y="187400"/>
                </a:cubicBezTo>
                <a:lnTo>
                  <a:pt x="53633" y="187400"/>
                </a:lnTo>
                <a:cubicBezTo>
                  <a:pt x="47708" y="187400"/>
                  <a:pt x="42906" y="192061"/>
                  <a:pt x="42906" y="197811"/>
                </a:cubicBezTo>
                <a:cubicBezTo>
                  <a:pt x="42906" y="203560"/>
                  <a:pt x="47708" y="208223"/>
                  <a:pt x="53633" y="208223"/>
                </a:cubicBezTo>
                <a:lnTo>
                  <a:pt x="164841" y="208223"/>
                </a:lnTo>
                <a:cubicBezTo>
                  <a:pt x="161481" y="216827"/>
                  <a:pt x="159636" y="226190"/>
                  <a:pt x="159636" y="235985"/>
                </a:cubicBezTo>
                <a:cubicBezTo>
                  <a:pt x="159636" y="257863"/>
                  <a:pt x="168838" y="277591"/>
                  <a:pt x="183584" y="291510"/>
                </a:cubicBezTo>
                <a:moveTo>
                  <a:pt x="182351" y="62466"/>
                </a:moveTo>
                <a:lnTo>
                  <a:pt x="117992" y="62466"/>
                </a:lnTo>
                <a:cubicBezTo>
                  <a:pt x="112069" y="62466"/>
                  <a:pt x="107265" y="67127"/>
                  <a:pt x="107265" y="72878"/>
                </a:cubicBezTo>
                <a:cubicBezTo>
                  <a:pt x="107265" y="78627"/>
                  <a:pt x="112069" y="83289"/>
                  <a:pt x="117992" y="83289"/>
                </a:cubicBezTo>
                <a:lnTo>
                  <a:pt x="182351" y="83289"/>
                </a:lnTo>
                <a:cubicBezTo>
                  <a:pt x="188276" y="83289"/>
                  <a:pt x="193079" y="78627"/>
                  <a:pt x="193079" y="72878"/>
                </a:cubicBezTo>
                <a:cubicBezTo>
                  <a:pt x="193079" y="67127"/>
                  <a:pt x="188276" y="62466"/>
                  <a:pt x="182351" y="62466"/>
                </a:cubicBezTo>
                <a:moveTo>
                  <a:pt x="182351" y="104111"/>
                </a:moveTo>
                <a:lnTo>
                  <a:pt x="53633" y="104111"/>
                </a:lnTo>
                <a:cubicBezTo>
                  <a:pt x="47708" y="104111"/>
                  <a:pt x="42906" y="108773"/>
                  <a:pt x="42906" y="114522"/>
                </a:cubicBezTo>
                <a:cubicBezTo>
                  <a:pt x="42906" y="120272"/>
                  <a:pt x="47708" y="124933"/>
                  <a:pt x="53633" y="124933"/>
                </a:cubicBezTo>
                <a:lnTo>
                  <a:pt x="182351" y="124933"/>
                </a:lnTo>
                <a:cubicBezTo>
                  <a:pt x="188276" y="124933"/>
                  <a:pt x="193079" y="120272"/>
                  <a:pt x="193079" y="114522"/>
                </a:cubicBezTo>
                <a:cubicBezTo>
                  <a:pt x="193079" y="108773"/>
                  <a:pt x="188276" y="104111"/>
                  <a:pt x="182351" y="104111"/>
                </a:cubicBezTo>
                <a:moveTo>
                  <a:pt x="182351" y="145756"/>
                </a:moveTo>
                <a:lnTo>
                  <a:pt x="53633" y="145756"/>
                </a:lnTo>
                <a:cubicBezTo>
                  <a:pt x="47708" y="145756"/>
                  <a:pt x="42906" y="150417"/>
                  <a:pt x="42906" y="156166"/>
                </a:cubicBezTo>
                <a:cubicBezTo>
                  <a:pt x="42906" y="161917"/>
                  <a:pt x="47708" y="166578"/>
                  <a:pt x="53633" y="166578"/>
                </a:cubicBezTo>
                <a:lnTo>
                  <a:pt x="182351" y="166578"/>
                </a:lnTo>
                <a:cubicBezTo>
                  <a:pt x="188276" y="166578"/>
                  <a:pt x="193079" y="161917"/>
                  <a:pt x="193079" y="156166"/>
                </a:cubicBezTo>
                <a:cubicBezTo>
                  <a:pt x="193079" y="150417"/>
                  <a:pt x="188276" y="145756"/>
                  <a:pt x="182351" y="145756"/>
                </a:cubicBezTo>
                <a:moveTo>
                  <a:pt x="235985" y="298451"/>
                </a:moveTo>
                <a:cubicBezTo>
                  <a:pt x="201485" y="298451"/>
                  <a:pt x="173518" y="270484"/>
                  <a:pt x="173518" y="235985"/>
                </a:cubicBezTo>
                <a:cubicBezTo>
                  <a:pt x="173518" y="201485"/>
                  <a:pt x="201485" y="173518"/>
                  <a:pt x="235985" y="173518"/>
                </a:cubicBezTo>
                <a:cubicBezTo>
                  <a:pt x="270484" y="173518"/>
                  <a:pt x="298451" y="201485"/>
                  <a:pt x="298451" y="235985"/>
                </a:cubicBezTo>
                <a:cubicBezTo>
                  <a:pt x="298451" y="270484"/>
                  <a:pt x="270484" y="298451"/>
                  <a:pt x="235985" y="298451"/>
                </a:cubicBezTo>
                <a:moveTo>
                  <a:pt x="221271" y="208222"/>
                </a:moveTo>
                <a:cubicBezTo>
                  <a:pt x="217897" y="208222"/>
                  <a:pt x="215162" y="210957"/>
                  <a:pt x="215162" y="214331"/>
                </a:cubicBezTo>
                <a:lnTo>
                  <a:pt x="215162" y="264411"/>
                </a:lnTo>
                <a:cubicBezTo>
                  <a:pt x="215162" y="265533"/>
                  <a:pt x="215471" y="266633"/>
                  <a:pt x="216056" y="267592"/>
                </a:cubicBezTo>
                <a:cubicBezTo>
                  <a:pt x="217813" y="270472"/>
                  <a:pt x="221572" y="271383"/>
                  <a:pt x="224453" y="269626"/>
                </a:cubicBezTo>
                <a:lnTo>
                  <a:pt x="235985" y="262594"/>
                </a:lnTo>
                <a:lnTo>
                  <a:pt x="247516" y="269626"/>
                </a:lnTo>
                <a:cubicBezTo>
                  <a:pt x="248474" y="270211"/>
                  <a:pt x="249575" y="270520"/>
                  <a:pt x="250698" y="270520"/>
                </a:cubicBezTo>
                <a:cubicBezTo>
                  <a:pt x="254072" y="270520"/>
                  <a:pt x="256807" y="267785"/>
                  <a:pt x="256807" y="264411"/>
                </a:cubicBezTo>
                <a:lnTo>
                  <a:pt x="256807" y="214331"/>
                </a:lnTo>
                <a:cubicBezTo>
                  <a:pt x="256807" y="210957"/>
                  <a:pt x="254072" y="208222"/>
                  <a:pt x="250698" y="208222"/>
                </a:cubicBezTo>
                <a:lnTo>
                  <a:pt x="221271" y="208222"/>
                </a:lnTo>
                <a:moveTo>
                  <a:pt x="233010" y="230089"/>
                </a:moveTo>
                <a:lnTo>
                  <a:pt x="233010" y="223693"/>
                </a:lnTo>
                <a:cubicBezTo>
                  <a:pt x="233010" y="222050"/>
                  <a:pt x="234342" y="220717"/>
                  <a:pt x="235985" y="220717"/>
                </a:cubicBezTo>
                <a:cubicBezTo>
                  <a:pt x="237628" y="220717"/>
                  <a:pt x="238959" y="222050"/>
                  <a:pt x="238959" y="223693"/>
                </a:cubicBezTo>
                <a:lnTo>
                  <a:pt x="238959" y="230089"/>
                </a:lnTo>
                <a:lnTo>
                  <a:pt x="244829" y="230089"/>
                </a:lnTo>
                <a:cubicBezTo>
                  <a:pt x="246516" y="230089"/>
                  <a:pt x="247883" y="231457"/>
                  <a:pt x="247883" y="233144"/>
                </a:cubicBezTo>
                <a:lnTo>
                  <a:pt x="247883" y="233283"/>
                </a:lnTo>
                <a:cubicBezTo>
                  <a:pt x="247883" y="234970"/>
                  <a:pt x="246516" y="236337"/>
                  <a:pt x="244829" y="236337"/>
                </a:cubicBezTo>
                <a:lnTo>
                  <a:pt x="238959" y="236337"/>
                </a:lnTo>
                <a:lnTo>
                  <a:pt x="238959" y="242735"/>
                </a:lnTo>
                <a:cubicBezTo>
                  <a:pt x="238959" y="244378"/>
                  <a:pt x="237628" y="245709"/>
                  <a:pt x="235985" y="245709"/>
                </a:cubicBezTo>
                <a:cubicBezTo>
                  <a:pt x="234342" y="245709"/>
                  <a:pt x="233010" y="244378"/>
                  <a:pt x="233010" y="242735"/>
                </a:cubicBezTo>
                <a:lnTo>
                  <a:pt x="233010" y="236337"/>
                </a:lnTo>
                <a:lnTo>
                  <a:pt x="227141" y="236337"/>
                </a:lnTo>
                <a:cubicBezTo>
                  <a:pt x="225454" y="236337"/>
                  <a:pt x="224087" y="234970"/>
                  <a:pt x="224087" y="233283"/>
                </a:cubicBezTo>
                <a:lnTo>
                  <a:pt x="224087" y="233144"/>
                </a:lnTo>
                <a:cubicBezTo>
                  <a:pt x="224087" y="231457"/>
                  <a:pt x="225454" y="230089"/>
                  <a:pt x="227141" y="230089"/>
                </a:cubicBezTo>
                <a:lnTo>
                  <a:pt x="233010" y="230089"/>
                </a:lnTo>
              </a:path>
            </a:pathLst>
          </a:custGeom>
          <a:solidFill>
            <a:schemeClr val="accent1">
              <a:lumMod val="60000"/>
              <a:lumOff val="40000"/>
            </a:schemeClr>
          </a:solidFill>
          <a:ln w="1153" cap="flat">
            <a:noFill/>
            <a:prstDash val="solid"/>
            <a:miter/>
          </a:ln>
        </p:spPr>
        <p:txBody>
          <a:bodyPr rtlCol="0" anchor="ctr"/>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椭圆 61"/>
          <p:cNvSpPr/>
          <p:nvPr/>
        </p:nvSpPr>
        <p:spPr>
          <a:xfrm>
            <a:off x="3351314" y="1486458"/>
            <a:ext cx="4181272" cy="418127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结果讨论</a:t>
            </a:r>
            <a:endParaRPr lang="zh-CN" altLang="en-US" sz="2800" b="1" dirty="0">
              <a:latin typeface="微软雅黑" panose="020B0503020204020204" pitchFamily="34" charset="-122"/>
              <a:ea typeface="微软雅黑" panose="020B0503020204020204" pitchFamily="34" charset="-122"/>
            </a:endParaRPr>
          </a:p>
        </p:txBody>
      </p:sp>
      <p:sp>
        <p:nvSpPr>
          <p:cNvPr id="61" name="椭圆 60"/>
          <p:cNvSpPr/>
          <p:nvPr/>
        </p:nvSpPr>
        <p:spPr>
          <a:xfrm>
            <a:off x="3509794" y="2837792"/>
            <a:ext cx="1478604" cy="1478604"/>
          </a:xfrm>
          <a:prstGeom prst="ellipse">
            <a:avLst/>
          </a:prstGeom>
          <a:solidFill>
            <a:schemeClr val="accent1">
              <a:lumMod val="60000"/>
              <a:lumOff val="40000"/>
            </a:schemeClr>
          </a:solidFill>
          <a:ln>
            <a:noFill/>
          </a:ln>
          <a:effectLst>
            <a:outerShdw blurRad="254000" sx="102000" sy="102000" algn="ctr" rotWithShape="0">
              <a:schemeClr val="accent1">
                <a:lumMod val="60000"/>
                <a:lumOff val="4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微软雅黑" panose="020B0503020204020204" pitchFamily="34" charset="-122"/>
              <a:ea typeface="微软雅黑" panose="020B0503020204020204" pitchFamily="34" charset="-122"/>
            </a:endParaRPr>
          </a:p>
        </p:txBody>
      </p:sp>
      <p:sp>
        <p:nvSpPr>
          <p:cNvPr id="69" name="矩形: 圆角 68"/>
          <p:cNvSpPr/>
          <p:nvPr/>
        </p:nvSpPr>
        <p:spPr>
          <a:xfrm>
            <a:off x="4988398" y="2087098"/>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4" name="矩形: 圆角 73"/>
          <p:cNvSpPr/>
          <p:nvPr/>
        </p:nvSpPr>
        <p:spPr>
          <a:xfrm>
            <a:off x="5375275" y="2959431"/>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5" name="矩形: 圆角 74"/>
          <p:cNvSpPr/>
          <p:nvPr/>
        </p:nvSpPr>
        <p:spPr>
          <a:xfrm>
            <a:off x="5375275" y="3862699"/>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6" name="矩形: 圆角 75"/>
          <p:cNvSpPr/>
          <p:nvPr/>
        </p:nvSpPr>
        <p:spPr>
          <a:xfrm>
            <a:off x="4988398" y="4654056"/>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8" name="矩形 77"/>
          <p:cNvSpPr/>
          <p:nvPr/>
        </p:nvSpPr>
        <p:spPr>
          <a:xfrm>
            <a:off x="7975499" y="1322962"/>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p:cNvSpPr txBox="1"/>
          <p:nvPr/>
        </p:nvSpPr>
        <p:spPr>
          <a:xfrm>
            <a:off x="8160324" y="1486458"/>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80" name="直接连接符 79"/>
          <p:cNvCxnSpPr>
            <a:stCxn id="69" idx="3"/>
            <a:endCxn id="78" idx="1"/>
          </p:cNvCxnSpPr>
          <p:nvPr/>
        </p:nvCxnSpPr>
        <p:spPr>
          <a:xfrm flipV="1">
            <a:off x="6758832" y="1825396"/>
            <a:ext cx="1216667" cy="50003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7975499" y="2676589"/>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8160324" y="2840085"/>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88" name="直接连接符 87"/>
          <p:cNvCxnSpPr>
            <a:stCxn id="74" idx="3"/>
            <a:endCxn id="85" idx="1"/>
          </p:cNvCxnSpPr>
          <p:nvPr/>
        </p:nvCxnSpPr>
        <p:spPr>
          <a:xfrm flipV="1">
            <a:off x="7145709" y="3179023"/>
            <a:ext cx="829790" cy="18736"/>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7975499" y="4030216"/>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p:cNvSpPr txBox="1"/>
          <p:nvPr/>
        </p:nvSpPr>
        <p:spPr>
          <a:xfrm>
            <a:off x="8160324" y="4193712"/>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sp>
        <p:nvSpPr>
          <p:cNvPr id="95" name="矩形 94"/>
          <p:cNvSpPr/>
          <p:nvPr/>
        </p:nvSpPr>
        <p:spPr>
          <a:xfrm>
            <a:off x="7975499" y="5383844"/>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8160324" y="5547340"/>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98" name="直接连接符 97"/>
          <p:cNvCxnSpPr>
            <a:stCxn id="75" idx="3"/>
            <a:endCxn id="89" idx="1"/>
          </p:cNvCxnSpPr>
          <p:nvPr/>
        </p:nvCxnSpPr>
        <p:spPr>
          <a:xfrm>
            <a:off x="7145709" y="4101027"/>
            <a:ext cx="829790" cy="431623"/>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76" idx="3"/>
            <a:endCxn id="95" idx="1"/>
          </p:cNvCxnSpPr>
          <p:nvPr/>
        </p:nvCxnSpPr>
        <p:spPr>
          <a:xfrm>
            <a:off x="6758832" y="4892384"/>
            <a:ext cx="1216667" cy="993894"/>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05" name="文本框 104"/>
          <p:cNvSpPr txBox="1"/>
          <p:nvPr/>
        </p:nvSpPr>
        <p:spPr>
          <a:xfrm>
            <a:off x="3691090" y="3678033"/>
            <a:ext cx="1116012" cy="369332"/>
          </a:xfrm>
          <a:prstGeom prst="rect">
            <a:avLst/>
          </a:prstGeom>
          <a:noFill/>
        </p:spPr>
        <p:txBody>
          <a:bodyPr wrap="square" rtlCol="0">
            <a:spAutoFit/>
          </a:bodyPr>
          <a:lstStyle/>
          <a:p>
            <a:pPr algn="ctr"/>
            <a:r>
              <a:rPr lang="zh-CN" altLang="en-US" b="1" dirty="0">
                <a:solidFill>
                  <a:schemeClr val="bg1"/>
                </a:solidFill>
              </a:rPr>
              <a:t>结果讨论</a:t>
            </a:r>
            <a:endParaRPr lang="zh-CN" altLang="en-US" b="1" dirty="0">
              <a:solidFill>
                <a:schemeClr val="bg1"/>
              </a:solidFill>
            </a:endParaRPr>
          </a:p>
        </p:txBody>
      </p:sp>
      <p:sp>
        <p:nvSpPr>
          <p:cNvPr id="106" name="图形 103" descr="结论"/>
          <p:cNvSpPr/>
          <p:nvPr/>
        </p:nvSpPr>
        <p:spPr>
          <a:xfrm>
            <a:off x="3980989" y="3106854"/>
            <a:ext cx="536207" cy="571179"/>
          </a:xfrm>
          <a:custGeom>
            <a:avLst/>
            <a:gdLst>
              <a:gd name="connsiteX0" fmla="*/ 417287 w 536207"/>
              <a:gd name="connsiteY0" fmla="*/ 474857 h 571179"/>
              <a:gd name="connsiteX1" fmla="*/ 391401 w 536207"/>
              <a:gd name="connsiteY1" fmla="*/ 448969 h 571179"/>
              <a:gd name="connsiteX2" fmla="*/ 374216 w 536207"/>
              <a:gd name="connsiteY2" fmla="*/ 448969 h 571179"/>
              <a:gd name="connsiteX3" fmla="*/ 374216 w 536207"/>
              <a:gd name="connsiteY3" fmla="*/ 466156 h 571179"/>
              <a:gd name="connsiteX4" fmla="*/ 408730 w 536207"/>
              <a:gd name="connsiteY4" fmla="*/ 500674 h 571179"/>
              <a:gd name="connsiteX5" fmla="*/ 424623 w 536207"/>
              <a:gd name="connsiteY5" fmla="*/ 501799 h 571179"/>
              <a:gd name="connsiteX6" fmla="*/ 426013 w 536207"/>
              <a:gd name="connsiteY6" fmla="*/ 500600 h 571179"/>
              <a:gd name="connsiteX7" fmla="*/ 477526 w 536207"/>
              <a:gd name="connsiteY7" fmla="*/ 449090 h 571179"/>
              <a:gd name="connsiteX8" fmla="*/ 477526 w 536207"/>
              <a:gd name="connsiteY8" fmla="*/ 431856 h 571179"/>
              <a:gd name="connsiteX9" fmla="*/ 460292 w 536207"/>
              <a:gd name="connsiteY9" fmla="*/ 431856 h 571179"/>
              <a:gd name="connsiteX10" fmla="*/ 417287 w 536207"/>
              <a:gd name="connsiteY10" fmla="*/ 474857 h 571179"/>
              <a:gd name="connsiteX11" fmla="*/ 426530 w 536207"/>
              <a:gd name="connsiteY11" fmla="*/ 36458 h 571179"/>
              <a:gd name="connsiteX12" fmla="*/ 463090 w 536207"/>
              <a:gd name="connsiteY12" fmla="*/ 36458 h 571179"/>
              <a:gd name="connsiteX13" fmla="*/ 487464 w 536207"/>
              <a:gd name="connsiteY13" fmla="*/ 60831 h 571179"/>
              <a:gd name="connsiteX14" fmla="*/ 487464 w 536207"/>
              <a:gd name="connsiteY14" fmla="*/ 329195 h 571179"/>
              <a:gd name="connsiteX15" fmla="*/ 426530 w 536207"/>
              <a:gd name="connsiteY15" fmla="*/ 315974 h 571179"/>
              <a:gd name="connsiteX16" fmla="*/ 280291 w 536207"/>
              <a:gd name="connsiteY16" fmla="*/ 461805 h 571179"/>
              <a:gd name="connsiteX17" fmla="*/ 307736 w 536207"/>
              <a:gd name="connsiteY17" fmla="*/ 546875 h 571179"/>
              <a:gd name="connsiteX18" fmla="*/ 24373 w 536207"/>
              <a:gd name="connsiteY18" fmla="*/ 546875 h 571179"/>
              <a:gd name="connsiteX19" fmla="*/ 0 w 536207"/>
              <a:gd name="connsiteY19" fmla="*/ 522502 h 571179"/>
              <a:gd name="connsiteX20" fmla="*/ 0 w 536207"/>
              <a:gd name="connsiteY20" fmla="*/ 60831 h 571179"/>
              <a:gd name="connsiteX21" fmla="*/ 24373 w 536207"/>
              <a:gd name="connsiteY21" fmla="*/ 36458 h 571179"/>
              <a:gd name="connsiteX22" fmla="*/ 60933 w 536207"/>
              <a:gd name="connsiteY22" fmla="*/ 36458 h 571179"/>
              <a:gd name="connsiteX23" fmla="*/ 60933 w 536207"/>
              <a:gd name="connsiteY23" fmla="*/ 60628 h 571179"/>
              <a:gd name="connsiteX24" fmla="*/ 109679 w 536207"/>
              <a:gd name="connsiteY24" fmla="*/ 109375 h 571179"/>
              <a:gd name="connsiteX25" fmla="*/ 158425 w 536207"/>
              <a:gd name="connsiteY25" fmla="*/ 60628 h 571179"/>
              <a:gd name="connsiteX26" fmla="*/ 158425 w 536207"/>
              <a:gd name="connsiteY26" fmla="*/ 36458 h 571179"/>
              <a:gd name="connsiteX27" fmla="*/ 194985 w 536207"/>
              <a:gd name="connsiteY27" fmla="*/ 36458 h 571179"/>
              <a:gd name="connsiteX28" fmla="*/ 194985 w 536207"/>
              <a:gd name="connsiteY28" fmla="*/ 60628 h 571179"/>
              <a:gd name="connsiteX29" fmla="*/ 243731 w 536207"/>
              <a:gd name="connsiteY29" fmla="*/ 109375 h 571179"/>
              <a:gd name="connsiteX30" fmla="*/ 292479 w 536207"/>
              <a:gd name="connsiteY30" fmla="*/ 60628 h 571179"/>
              <a:gd name="connsiteX31" fmla="*/ 292479 w 536207"/>
              <a:gd name="connsiteY31" fmla="*/ 36458 h 571179"/>
              <a:gd name="connsiteX32" fmla="*/ 329037 w 536207"/>
              <a:gd name="connsiteY32" fmla="*/ 36458 h 571179"/>
              <a:gd name="connsiteX33" fmla="*/ 329037 w 536207"/>
              <a:gd name="connsiteY33" fmla="*/ 60628 h 571179"/>
              <a:gd name="connsiteX34" fmla="*/ 377782 w 536207"/>
              <a:gd name="connsiteY34" fmla="*/ 109375 h 571179"/>
              <a:gd name="connsiteX35" fmla="*/ 426530 w 536207"/>
              <a:gd name="connsiteY35" fmla="*/ 60628 h 571179"/>
              <a:gd name="connsiteX36" fmla="*/ 426530 w 536207"/>
              <a:gd name="connsiteY36" fmla="*/ 36458 h 571179"/>
              <a:gd name="connsiteX37" fmla="*/ 109679 w 536207"/>
              <a:gd name="connsiteY37" fmla="*/ 0 h 571179"/>
              <a:gd name="connsiteX38" fmla="*/ 134052 w 536207"/>
              <a:gd name="connsiteY38" fmla="*/ 24373 h 571179"/>
              <a:gd name="connsiteX39" fmla="*/ 134052 w 536207"/>
              <a:gd name="connsiteY39" fmla="*/ 60696 h 571179"/>
              <a:gd name="connsiteX40" fmla="*/ 109679 w 536207"/>
              <a:gd name="connsiteY40" fmla="*/ 85069 h 571179"/>
              <a:gd name="connsiteX41" fmla="*/ 85306 w 536207"/>
              <a:gd name="connsiteY41" fmla="*/ 60696 h 571179"/>
              <a:gd name="connsiteX42" fmla="*/ 85306 w 536207"/>
              <a:gd name="connsiteY42" fmla="*/ 24373 h 571179"/>
              <a:gd name="connsiteX43" fmla="*/ 109679 w 536207"/>
              <a:gd name="connsiteY43" fmla="*/ 0 h 571179"/>
              <a:gd name="connsiteX44" fmla="*/ 243731 w 536207"/>
              <a:gd name="connsiteY44" fmla="*/ 0 h 571179"/>
              <a:gd name="connsiteX45" fmla="*/ 268104 w 536207"/>
              <a:gd name="connsiteY45" fmla="*/ 24373 h 571179"/>
              <a:gd name="connsiteX46" fmla="*/ 268104 w 536207"/>
              <a:gd name="connsiteY46" fmla="*/ 60696 h 571179"/>
              <a:gd name="connsiteX47" fmla="*/ 243731 w 536207"/>
              <a:gd name="connsiteY47" fmla="*/ 85069 h 571179"/>
              <a:gd name="connsiteX48" fmla="*/ 219357 w 536207"/>
              <a:gd name="connsiteY48" fmla="*/ 60696 h 571179"/>
              <a:gd name="connsiteX49" fmla="*/ 219357 w 536207"/>
              <a:gd name="connsiteY49" fmla="*/ 24373 h 571179"/>
              <a:gd name="connsiteX50" fmla="*/ 243731 w 536207"/>
              <a:gd name="connsiteY50" fmla="*/ 0 h 571179"/>
              <a:gd name="connsiteX51" fmla="*/ 377782 w 536207"/>
              <a:gd name="connsiteY51" fmla="*/ 0 h 571179"/>
              <a:gd name="connsiteX52" fmla="*/ 402157 w 536207"/>
              <a:gd name="connsiteY52" fmla="*/ 24373 h 571179"/>
              <a:gd name="connsiteX53" fmla="*/ 402157 w 536207"/>
              <a:gd name="connsiteY53" fmla="*/ 60696 h 571179"/>
              <a:gd name="connsiteX54" fmla="*/ 377782 w 536207"/>
              <a:gd name="connsiteY54" fmla="*/ 85069 h 571179"/>
              <a:gd name="connsiteX55" fmla="*/ 353410 w 536207"/>
              <a:gd name="connsiteY55" fmla="*/ 60696 h 571179"/>
              <a:gd name="connsiteX56" fmla="*/ 353410 w 536207"/>
              <a:gd name="connsiteY56" fmla="*/ 24373 h 571179"/>
              <a:gd name="connsiteX57" fmla="*/ 377782 w 536207"/>
              <a:gd name="connsiteY57" fmla="*/ 0 h 571179"/>
              <a:gd name="connsiteX58" fmla="*/ 426530 w 536207"/>
              <a:gd name="connsiteY58" fmla="*/ 571179 h 571179"/>
              <a:gd name="connsiteX59" fmla="*/ 316851 w 536207"/>
              <a:gd name="connsiteY59" fmla="*/ 461805 h 571179"/>
              <a:gd name="connsiteX60" fmla="*/ 426530 w 536207"/>
              <a:gd name="connsiteY60" fmla="*/ 352429 h 571179"/>
              <a:gd name="connsiteX61" fmla="*/ 536208 w 536207"/>
              <a:gd name="connsiteY61" fmla="*/ 461805 h 571179"/>
              <a:gd name="connsiteX62" fmla="*/ 426530 w 536207"/>
              <a:gd name="connsiteY62" fmla="*/ 571179 h 5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207" h="571179">
                <a:moveTo>
                  <a:pt x="417287" y="474857"/>
                </a:moveTo>
                <a:lnTo>
                  <a:pt x="391401" y="448969"/>
                </a:lnTo>
                <a:cubicBezTo>
                  <a:pt x="386657" y="444223"/>
                  <a:pt x="378960" y="444223"/>
                  <a:pt x="374216" y="448969"/>
                </a:cubicBezTo>
                <a:cubicBezTo>
                  <a:pt x="369468" y="453715"/>
                  <a:pt x="369468" y="461410"/>
                  <a:pt x="374216" y="466156"/>
                </a:cubicBezTo>
                <a:lnTo>
                  <a:pt x="408730" y="500674"/>
                </a:lnTo>
                <a:cubicBezTo>
                  <a:pt x="413065" y="505007"/>
                  <a:pt x="419861" y="505382"/>
                  <a:pt x="424623" y="501799"/>
                </a:cubicBezTo>
                <a:cubicBezTo>
                  <a:pt x="425109" y="501439"/>
                  <a:pt x="425573" y="501040"/>
                  <a:pt x="426013" y="500600"/>
                </a:cubicBezTo>
                <a:lnTo>
                  <a:pt x="477526" y="449090"/>
                </a:lnTo>
                <a:cubicBezTo>
                  <a:pt x="482285" y="444330"/>
                  <a:pt x="482285" y="436613"/>
                  <a:pt x="477526" y="431856"/>
                </a:cubicBezTo>
                <a:cubicBezTo>
                  <a:pt x="472767" y="427097"/>
                  <a:pt x="465051" y="427097"/>
                  <a:pt x="460292" y="431856"/>
                </a:cubicBezTo>
                <a:lnTo>
                  <a:pt x="417287" y="474857"/>
                </a:lnTo>
                <a:moveTo>
                  <a:pt x="426530" y="36458"/>
                </a:moveTo>
                <a:lnTo>
                  <a:pt x="463090" y="36458"/>
                </a:lnTo>
                <a:cubicBezTo>
                  <a:pt x="476551" y="36458"/>
                  <a:pt x="487464" y="47371"/>
                  <a:pt x="487464" y="60831"/>
                </a:cubicBezTo>
                <a:lnTo>
                  <a:pt x="487464" y="329195"/>
                </a:lnTo>
                <a:cubicBezTo>
                  <a:pt x="468914" y="320706"/>
                  <a:pt x="448277" y="315974"/>
                  <a:pt x="426530" y="315974"/>
                </a:cubicBezTo>
                <a:cubicBezTo>
                  <a:pt x="345764" y="315974"/>
                  <a:pt x="280291" y="381262"/>
                  <a:pt x="280291" y="461805"/>
                </a:cubicBezTo>
                <a:cubicBezTo>
                  <a:pt x="280291" y="493552"/>
                  <a:pt x="290465" y="522930"/>
                  <a:pt x="307736" y="546875"/>
                </a:cubicBezTo>
                <a:lnTo>
                  <a:pt x="24373" y="546875"/>
                </a:lnTo>
                <a:cubicBezTo>
                  <a:pt x="10912" y="546875"/>
                  <a:pt x="0" y="535962"/>
                  <a:pt x="0" y="522502"/>
                </a:cubicBezTo>
                <a:lnTo>
                  <a:pt x="0" y="60831"/>
                </a:lnTo>
                <a:cubicBezTo>
                  <a:pt x="0" y="47371"/>
                  <a:pt x="10912" y="36458"/>
                  <a:pt x="24373" y="36458"/>
                </a:cubicBezTo>
                <a:lnTo>
                  <a:pt x="60933" y="36458"/>
                </a:lnTo>
                <a:lnTo>
                  <a:pt x="60933" y="60628"/>
                </a:lnTo>
                <a:cubicBezTo>
                  <a:pt x="60933" y="87550"/>
                  <a:pt x="82757" y="109375"/>
                  <a:pt x="109679" y="109375"/>
                </a:cubicBezTo>
                <a:cubicBezTo>
                  <a:pt x="136601" y="109375"/>
                  <a:pt x="158425" y="87550"/>
                  <a:pt x="158425" y="60628"/>
                </a:cubicBezTo>
                <a:lnTo>
                  <a:pt x="158425" y="36458"/>
                </a:lnTo>
                <a:lnTo>
                  <a:pt x="194985" y="36458"/>
                </a:lnTo>
                <a:lnTo>
                  <a:pt x="194985" y="60628"/>
                </a:lnTo>
                <a:cubicBezTo>
                  <a:pt x="194985" y="87550"/>
                  <a:pt x="216809" y="109375"/>
                  <a:pt x="243731" y="109375"/>
                </a:cubicBezTo>
                <a:cubicBezTo>
                  <a:pt x="270654" y="109375"/>
                  <a:pt x="292479" y="87550"/>
                  <a:pt x="292479" y="60628"/>
                </a:cubicBezTo>
                <a:lnTo>
                  <a:pt x="292479" y="36458"/>
                </a:lnTo>
                <a:lnTo>
                  <a:pt x="329037" y="36458"/>
                </a:lnTo>
                <a:lnTo>
                  <a:pt x="329037" y="60628"/>
                </a:lnTo>
                <a:cubicBezTo>
                  <a:pt x="329037" y="87550"/>
                  <a:pt x="350860" y="109375"/>
                  <a:pt x="377782" y="109375"/>
                </a:cubicBezTo>
                <a:cubicBezTo>
                  <a:pt x="404707" y="109375"/>
                  <a:pt x="426530" y="87550"/>
                  <a:pt x="426530" y="60628"/>
                </a:cubicBezTo>
                <a:lnTo>
                  <a:pt x="426530" y="36458"/>
                </a:lnTo>
                <a:moveTo>
                  <a:pt x="109679" y="0"/>
                </a:moveTo>
                <a:cubicBezTo>
                  <a:pt x="123140" y="0"/>
                  <a:pt x="134052" y="10912"/>
                  <a:pt x="134052" y="24373"/>
                </a:cubicBezTo>
                <a:lnTo>
                  <a:pt x="134052" y="60696"/>
                </a:lnTo>
                <a:cubicBezTo>
                  <a:pt x="134052" y="74157"/>
                  <a:pt x="123140" y="85069"/>
                  <a:pt x="109679" y="85069"/>
                </a:cubicBezTo>
                <a:cubicBezTo>
                  <a:pt x="96218" y="85069"/>
                  <a:pt x="85306" y="74157"/>
                  <a:pt x="85306" y="60696"/>
                </a:cubicBezTo>
                <a:lnTo>
                  <a:pt x="85306" y="24373"/>
                </a:lnTo>
                <a:cubicBezTo>
                  <a:pt x="85306" y="10912"/>
                  <a:pt x="96218" y="0"/>
                  <a:pt x="109679" y="0"/>
                </a:cubicBezTo>
                <a:moveTo>
                  <a:pt x="243731" y="0"/>
                </a:moveTo>
                <a:cubicBezTo>
                  <a:pt x="257191" y="0"/>
                  <a:pt x="268104" y="10912"/>
                  <a:pt x="268104" y="24373"/>
                </a:cubicBezTo>
                <a:lnTo>
                  <a:pt x="268104" y="60696"/>
                </a:lnTo>
                <a:cubicBezTo>
                  <a:pt x="268104" y="74157"/>
                  <a:pt x="257191" y="85069"/>
                  <a:pt x="243731" y="85069"/>
                </a:cubicBezTo>
                <a:cubicBezTo>
                  <a:pt x="230270" y="85069"/>
                  <a:pt x="219357" y="74157"/>
                  <a:pt x="219357" y="60696"/>
                </a:cubicBezTo>
                <a:lnTo>
                  <a:pt x="219357" y="24373"/>
                </a:lnTo>
                <a:cubicBezTo>
                  <a:pt x="219357" y="10912"/>
                  <a:pt x="230270" y="0"/>
                  <a:pt x="243731" y="0"/>
                </a:cubicBezTo>
                <a:moveTo>
                  <a:pt x="377782" y="0"/>
                </a:moveTo>
                <a:cubicBezTo>
                  <a:pt x="391242" y="0"/>
                  <a:pt x="402157" y="10912"/>
                  <a:pt x="402157" y="24373"/>
                </a:cubicBezTo>
                <a:lnTo>
                  <a:pt x="402157" y="60696"/>
                </a:lnTo>
                <a:cubicBezTo>
                  <a:pt x="402157" y="74157"/>
                  <a:pt x="391242" y="85069"/>
                  <a:pt x="377782" y="85069"/>
                </a:cubicBezTo>
                <a:cubicBezTo>
                  <a:pt x="364321" y="85069"/>
                  <a:pt x="353410" y="74157"/>
                  <a:pt x="353410" y="60696"/>
                </a:cubicBezTo>
                <a:lnTo>
                  <a:pt x="353410" y="24373"/>
                </a:lnTo>
                <a:cubicBezTo>
                  <a:pt x="353410" y="10912"/>
                  <a:pt x="364321" y="0"/>
                  <a:pt x="377782" y="0"/>
                </a:cubicBezTo>
                <a:moveTo>
                  <a:pt x="426530" y="571179"/>
                </a:moveTo>
                <a:cubicBezTo>
                  <a:pt x="365956" y="571179"/>
                  <a:pt x="316851" y="522209"/>
                  <a:pt x="316851" y="461805"/>
                </a:cubicBezTo>
                <a:cubicBezTo>
                  <a:pt x="316851" y="401398"/>
                  <a:pt x="365956" y="352429"/>
                  <a:pt x="426530" y="352429"/>
                </a:cubicBezTo>
                <a:cubicBezTo>
                  <a:pt x="487104" y="352429"/>
                  <a:pt x="536208" y="401398"/>
                  <a:pt x="536208" y="461805"/>
                </a:cubicBezTo>
                <a:cubicBezTo>
                  <a:pt x="536208" y="522209"/>
                  <a:pt x="487104" y="571179"/>
                  <a:pt x="426530" y="571179"/>
                </a:cubicBezTo>
              </a:path>
            </a:pathLst>
          </a:custGeom>
          <a:solidFill>
            <a:schemeClr val="bg1"/>
          </a:solidFill>
          <a:ln w="2195" cap="flat">
            <a:noFill/>
            <a:prstDash val="solid"/>
            <a:miter/>
          </a:ln>
        </p:spPr>
        <p:txBody>
          <a:bodyPr rtlCol="0" anchor="ctr"/>
          <a:lstStyle/>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参考文献</a:t>
            </a:r>
            <a:endParaRPr lang="zh-CN" altLang="en-US" sz="2800" b="1" dirty="0">
              <a:latin typeface="微软雅黑" panose="020B0503020204020204" pitchFamily="34" charset="-122"/>
              <a:ea typeface="微软雅黑" panose="020B0503020204020204" pitchFamily="34" charset="-122"/>
            </a:endParaRPr>
          </a:p>
        </p:txBody>
      </p:sp>
      <p:sp>
        <p:nvSpPr>
          <p:cNvPr id="13" name="矩形 12"/>
          <p:cNvSpPr/>
          <p:nvPr/>
        </p:nvSpPr>
        <p:spPr>
          <a:xfrm>
            <a:off x="3324224" y="1303019"/>
            <a:ext cx="8388772" cy="5050156"/>
          </a:xfrm>
          <a:prstGeom prst="rect">
            <a:avLst/>
          </a:prstGeom>
          <a:solidFill>
            <a:schemeClr val="bg1"/>
          </a:solidFill>
          <a:ln>
            <a:noFill/>
          </a:ln>
          <a:effectLst>
            <a:outerShdw blurRad="127000" sx="102000" sy="102000" algn="ctr"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476625" y="1466850"/>
            <a:ext cx="8096250" cy="4635693"/>
          </a:xfrm>
          <a:prstGeom prst="rect">
            <a:avLst/>
          </a:prstGeom>
          <a:noFill/>
        </p:spPr>
        <p:txBody>
          <a:bodyPr wrap="square" rtlCol="0">
            <a:spAutoFit/>
          </a:bodyPr>
          <a:lstStyle/>
          <a:p>
            <a:pPr>
              <a:lnSpc>
                <a:spcPts val="4000"/>
              </a:lnSpc>
            </a:pPr>
            <a:r>
              <a:rPr lang="en-US" altLang="zh-CN" dirty="0"/>
              <a:t>[1]</a:t>
            </a:r>
            <a:r>
              <a:rPr lang="zh-CN" altLang="en-US" dirty="0"/>
              <a:t>期刊作者。文献题名 </a:t>
            </a:r>
            <a:r>
              <a:rPr lang="en-US" altLang="zh-CN" dirty="0"/>
              <a:t>[J]. </a:t>
            </a:r>
            <a:r>
              <a:rPr lang="zh-CN" altLang="en-US" dirty="0"/>
              <a:t>刊名，年，卷 </a:t>
            </a:r>
            <a:r>
              <a:rPr lang="en-US" altLang="zh-CN" dirty="0"/>
              <a:t>(</a:t>
            </a:r>
            <a:r>
              <a:rPr lang="zh-CN" altLang="en-US" dirty="0"/>
              <a:t>期</a:t>
            </a:r>
            <a:r>
              <a:rPr lang="en-US" altLang="zh-CN" dirty="0"/>
              <a:t>)</a:t>
            </a:r>
            <a:r>
              <a:rPr lang="zh-CN" altLang="en-US" dirty="0"/>
              <a:t>：起止页码</a:t>
            </a:r>
            <a:r>
              <a:rPr lang="en-US" altLang="zh-CN" dirty="0"/>
              <a:t>.</a:t>
            </a:r>
            <a:endParaRPr lang="en-US" altLang="zh-CN" dirty="0"/>
          </a:p>
          <a:p>
            <a:pPr>
              <a:lnSpc>
                <a:spcPts val="4000"/>
              </a:lnSpc>
            </a:pPr>
            <a:r>
              <a:rPr lang="en-US" altLang="zh-CN" dirty="0"/>
              <a:t>[2]</a:t>
            </a:r>
            <a:r>
              <a:rPr lang="zh-CN" altLang="en-US" dirty="0"/>
              <a:t>专著作者。文献题名 </a:t>
            </a:r>
            <a:r>
              <a:rPr lang="en-US" altLang="zh-CN" dirty="0"/>
              <a:t>[M]. </a:t>
            </a:r>
            <a:r>
              <a:rPr lang="zh-CN" altLang="en-US" dirty="0"/>
              <a:t>出版地：出版者，出版年：起止页码 </a:t>
            </a:r>
            <a:r>
              <a:rPr lang="en-US" altLang="zh-CN" dirty="0"/>
              <a:t>(</a:t>
            </a:r>
            <a:r>
              <a:rPr lang="zh-CN" altLang="en-US" dirty="0"/>
              <a:t>可选</a:t>
            </a:r>
            <a:r>
              <a:rPr lang="en-US" altLang="zh-CN" dirty="0"/>
              <a:t>).</a:t>
            </a:r>
            <a:endParaRPr lang="en-US" altLang="zh-CN" dirty="0"/>
          </a:p>
          <a:p>
            <a:pPr>
              <a:lnSpc>
                <a:spcPts val="4000"/>
              </a:lnSpc>
            </a:pPr>
            <a:r>
              <a:rPr lang="en-US" altLang="zh-CN" dirty="0"/>
              <a:t>[3]</a:t>
            </a:r>
            <a:r>
              <a:rPr lang="zh-CN" altLang="en-US" dirty="0"/>
              <a:t>论文集作者。题名 </a:t>
            </a:r>
            <a:r>
              <a:rPr lang="en-US" altLang="zh-CN" dirty="0"/>
              <a:t>[C]. </a:t>
            </a:r>
            <a:r>
              <a:rPr lang="zh-CN" altLang="en-US" dirty="0"/>
              <a:t>出版地：出版者，出版年：起止页码</a:t>
            </a:r>
            <a:r>
              <a:rPr lang="en-US" altLang="zh-CN" dirty="0"/>
              <a:t>.</a:t>
            </a:r>
            <a:endParaRPr lang="en-US" altLang="zh-CN" dirty="0"/>
          </a:p>
          <a:p>
            <a:pPr>
              <a:lnSpc>
                <a:spcPts val="4000"/>
              </a:lnSpc>
            </a:pPr>
            <a:r>
              <a:rPr lang="en-US" altLang="zh-CN" dirty="0"/>
              <a:t>[4] </a:t>
            </a:r>
            <a:r>
              <a:rPr lang="zh-CN" altLang="en-US" dirty="0"/>
              <a:t>学位论文作者。文献题名 </a:t>
            </a:r>
            <a:r>
              <a:rPr lang="en-US" altLang="zh-CN" dirty="0"/>
              <a:t>[D]. </a:t>
            </a:r>
            <a:r>
              <a:rPr lang="zh-CN" altLang="en-US" dirty="0"/>
              <a:t>保存地：保存单位，年份</a:t>
            </a:r>
            <a:r>
              <a:rPr lang="en-US" altLang="zh-CN" dirty="0"/>
              <a:t>.</a:t>
            </a:r>
            <a:endParaRPr lang="en-US" altLang="zh-CN" dirty="0"/>
          </a:p>
          <a:p>
            <a:pPr>
              <a:lnSpc>
                <a:spcPts val="4000"/>
              </a:lnSpc>
            </a:pPr>
            <a:r>
              <a:rPr lang="en-US" altLang="zh-CN" dirty="0"/>
              <a:t>[5]</a:t>
            </a:r>
            <a:r>
              <a:rPr lang="zh-CN" altLang="en-US" dirty="0"/>
              <a:t>报告作者。文献题名 </a:t>
            </a:r>
            <a:r>
              <a:rPr lang="en-US" altLang="zh-CN" dirty="0"/>
              <a:t>[R]. </a:t>
            </a:r>
            <a:r>
              <a:rPr lang="zh-CN" altLang="en-US" dirty="0"/>
              <a:t>报告地：报告单位，年份</a:t>
            </a:r>
            <a:r>
              <a:rPr lang="en-US" altLang="zh-CN" dirty="0"/>
              <a:t>.</a:t>
            </a:r>
            <a:endParaRPr lang="en-US" altLang="zh-CN" dirty="0"/>
          </a:p>
          <a:p>
            <a:pPr>
              <a:lnSpc>
                <a:spcPts val="4000"/>
              </a:lnSpc>
            </a:pPr>
            <a:r>
              <a:rPr lang="en-US" altLang="zh-CN" dirty="0"/>
              <a:t>[6]</a:t>
            </a:r>
            <a:r>
              <a:rPr lang="zh-CN" altLang="en-US" dirty="0"/>
              <a:t>专利所有者。专利题名 </a:t>
            </a:r>
            <a:r>
              <a:rPr lang="en-US" altLang="zh-CN" dirty="0"/>
              <a:t>[P]. </a:t>
            </a:r>
            <a:r>
              <a:rPr lang="zh-CN" altLang="en-US" dirty="0"/>
              <a:t>专利国别：专利号，发布日期</a:t>
            </a:r>
            <a:r>
              <a:rPr lang="en-US" altLang="zh-CN" dirty="0"/>
              <a:t>.</a:t>
            </a:r>
            <a:endParaRPr lang="en-US" altLang="zh-CN" dirty="0"/>
          </a:p>
          <a:p>
            <a:pPr>
              <a:lnSpc>
                <a:spcPts val="4000"/>
              </a:lnSpc>
            </a:pPr>
            <a:r>
              <a:rPr lang="en-US" altLang="zh-CN" dirty="0"/>
              <a:t>[7]</a:t>
            </a:r>
            <a:r>
              <a:rPr lang="zh-CN" altLang="en-US" dirty="0"/>
              <a:t>国际、国家标准代号，标准名称 </a:t>
            </a:r>
            <a:r>
              <a:rPr lang="en-US" altLang="zh-CN" dirty="0"/>
              <a:t>[S]. </a:t>
            </a:r>
            <a:r>
              <a:rPr lang="zh-CN" altLang="en-US" dirty="0"/>
              <a:t>出版地：出版者，出版年</a:t>
            </a:r>
            <a:r>
              <a:rPr lang="en-US" altLang="zh-CN" dirty="0"/>
              <a:t>.</a:t>
            </a:r>
            <a:endParaRPr lang="en-US" altLang="zh-CN" dirty="0"/>
          </a:p>
          <a:p>
            <a:pPr>
              <a:lnSpc>
                <a:spcPts val="4000"/>
              </a:lnSpc>
            </a:pPr>
            <a:r>
              <a:rPr lang="en-US" altLang="zh-CN" dirty="0"/>
              <a:t>[8]</a:t>
            </a:r>
            <a:r>
              <a:rPr lang="zh-CN" altLang="en-US" dirty="0"/>
              <a:t>报纸文章作者。文献题名 </a:t>
            </a:r>
            <a:r>
              <a:rPr lang="en-US" altLang="zh-CN" dirty="0"/>
              <a:t>[N]. </a:t>
            </a:r>
            <a:r>
              <a:rPr lang="zh-CN" altLang="en-US" dirty="0"/>
              <a:t>报纸名，出版日期 </a:t>
            </a:r>
            <a:r>
              <a:rPr lang="en-US" altLang="zh-CN" dirty="0"/>
              <a:t>(</a:t>
            </a:r>
            <a:r>
              <a:rPr lang="zh-CN" altLang="en-US" dirty="0"/>
              <a:t>版次</a:t>
            </a:r>
            <a:r>
              <a:rPr lang="en-US" altLang="zh-CN" dirty="0"/>
              <a:t>).</a:t>
            </a:r>
            <a:endParaRPr lang="en-US" altLang="zh-CN" dirty="0"/>
          </a:p>
          <a:p>
            <a:pPr>
              <a:lnSpc>
                <a:spcPts val="4000"/>
              </a:lnSpc>
            </a:pPr>
            <a:r>
              <a:rPr lang="en-US" altLang="zh-CN" dirty="0"/>
              <a:t>[9]</a:t>
            </a:r>
            <a:r>
              <a:rPr lang="zh-CN" altLang="en-US" dirty="0"/>
              <a:t>电子文献作者。题名 </a:t>
            </a:r>
            <a:r>
              <a:rPr lang="en-US" altLang="zh-CN" dirty="0"/>
              <a:t>[</a:t>
            </a:r>
            <a:r>
              <a:rPr lang="zh-CN" altLang="en-US" dirty="0"/>
              <a:t>电子文献及载体类型标识</a:t>
            </a:r>
            <a:r>
              <a:rPr lang="en-US" altLang="zh-CN" dirty="0"/>
              <a:t>]. </a:t>
            </a:r>
            <a:r>
              <a:rPr lang="zh-CN" altLang="en-US" dirty="0"/>
              <a:t>文献出处</a:t>
            </a:r>
            <a:r>
              <a:rPr lang="en-US" altLang="zh-CN" dirty="0"/>
              <a:t>. </a:t>
            </a:r>
            <a:r>
              <a:rPr lang="zh-CN" altLang="en-US" dirty="0"/>
              <a:t>日期</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31106"/>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恳请各位老师批评指正</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Please criticize and correct me, teachers</a:t>
            </a:r>
            <a:endParaRPr lang="en-US" altLang="zh-CN" sz="3200" dirty="0">
              <a:solidFill>
                <a:schemeClr val="bg1"/>
              </a:solidFill>
              <a:latin typeface="微软雅黑" panose="020B0503020204020204" pitchFamily="34" charset="-122"/>
              <a:ea typeface="微软雅黑" panose="020B0503020204020204" pitchFamily="34" charset="-122"/>
            </a:endParaRPr>
          </a:p>
        </p:txBody>
      </p:sp>
      <p:pic>
        <p:nvPicPr>
          <p:cNvPr id="11" name="图片 10" descr="C:/Users/86175/Desktop/校徽+校名.png校徽+校名"/>
          <p:cNvPicPr/>
          <p:nvPr/>
        </p:nvPicPr>
        <p:blipFill>
          <a:blip r:embed="rId1"/>
          <a:srcRect l="-719" r="-8082" b="-3556"/>
          <a:stretch>
            <a:fillRect/>
          </a:stretch>
        </p:blipFill>
        <p:spPr>
          <a:xfrm>
            <a:off x="4354830" y="622935"/>
            <a:ext cx="3734435" cy="1090930"/>
          </a:xfrm>
          <a:prstGeom prst="rect">
            <a:avLst/>
          </a:prstGeom>
        </p:spPr>
      </p:pic>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答辩人：小云集市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导师：大云集市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20XX.XX.XX</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3"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
        <p:nvSpPr>
          <p:cNvPr id="4"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31.4,&quot;left&quot;:80.00299212598425,&quot;top&quot;:417.3494488188976,&quot;width&quot;:514.1788188976377}"/>
</p:tagLst>
</file>

<file path=ppt/tags/tag2.xml><?xml version="1.0" encoding="utf-8"?>
<p:tagLst xmlns:p="http://schemas.openxmlformats.org/presentationml/2006/main">
  <p:tag name="KSO_WM_DIAGRAM_VIRTUALLY_FRAME" val="{&quot;height&quot;:31.4,&quot;left&quot;:80.00299212598425,&quot;top&quot;:417.3494488188976,&quot;width&quot;:514.1788188976377}"/>
</p:tagLst>
</file>

<file path=ppt/tags/tag3.xml><?xml version="1.0" encoding="utf-8"?>
<p:tagLst xmlns:p="http://schemas.openxmlformats.org/presentationml/2006/main">
  <p:tag name="KSO_WM_DIAGRAM_VIRTUALLY_FRAME" val="{&quot;height&quot;:31.4,&quot;left&quot;:80.00299212598425,&quot;top&quot;:417.3494488188976,&quot;width&quot;:514.1788188976377}"/>
</p:tagLst>
</file>

<file path=ppt/tags/tag4.xml><?xml version="1.0" encoding="utf-8"?>
<p:tagLst xmlns:p="http://schemas.openxmlformats.org/presentationml/2006/main">
  <p:tag name="KSO_WM_DIAGRAM_VIRTUALLY_FRAME" val="{&quot;height&quot;:31.4,&quot;left&quot;:80.00299212598425,&quot;top&quot;:417.3494488188976,&quot;width&quot;:514.1788188976377}"/>
</p:tagLst>
</file>

<file path=ppt/tags/tag5.xml><?xml version="1.0" encoding="utf-8"?>
<p:tagLst xmlns:p="http://schemas.openxmlformats.org/presentationml/2006/main">
  <p:tag name="KSO_WM_DIAGRAM_VIRTUALLY_FRAME" val="{&quot;height&quot;:31.4,&quot;left&quot;:80.00299212598425,&quot;top&quot;:417.3494488188976,&quot;width&quot;:514.1788188976377}"/>
</p:tagLst>
</file>

<file path=ppt/tags/tag6.xml><?xml version="1.0" encoding="utf-8"?>
<p:tagLst xmlns:p="http://schemas.openxmlformats.org/presentationml/2006/main">
  <p:tag name="KSO_WM_DIAGRAM_VIRTUALLY_FRAME" val="{&quot;height&quot;:31.4,&quot;left&quot;:80.00299212598425,&quot;top&quot;:417.3494488188976,&quot;width&quot;:514.1788188976377}"/>
</p:tagLst>
</file>

<file path=ppt/tags/tag7.xml><?xml version="1.0" encoding="utf-8"?>
<p:tagLst xmlns:p="http://schemas.openxmlformats.org/presentationml/2006/main">
  <p:tag name="KSO_WM_DIAGRAM_VIRTUALLY_FRAME" val="{&quot;height&quot;:292.95,&quot;left&quot;:12.75,&quot;top&quot;:78.6,&quot;width&quot;:407.05}"/>
</p:tagLst>
</file>

<file path=ppt/tags/tag8.xml><?xml version="1.0" encoding="utf-8"?>
<p:tagLst xmlns:p="http://schemas.openxmlformats.org/presentationml/2006/main">
  <p:tag name="KSO_WM_DIAGRAM_VIRTUALLY_FRAME" val="{&quot;height&quot;:292.95,&quot;left&quot;:12.75,&quot;top&quot;:78.6,&quot;width&quot;:407.05}"/>
</p:tagLst>
</file>

<file path=ppt/tags/tag9.xml><?xml version="1.0" encoding="utf-8"?>
<p:tagLst xmlns:p="http://schemas.openxmlformats.org/presentationml/2006/main">
  <p:tag name="KSO_WM_DIAGRAM_VIRTUALLY_FRAME" val="{&quot;height&quot;:292.95,&quot;left&quot;:12.75,&quot;top&quot;:78.6,&quot;width&quot;:407.05}"/>
</p:tagLst>
</file>

<file path=ppt/tags/tag10.xml><?xml version="1.0" encoding="utf-8"?>
<p:tagLst xmlns:p="http://schemas.openxmlformats.org/presentationml/2006/main">
  <p:tag name="KSO_WM_DIAGRAM_VIRTUALLY_FRAME" val="{&quot;height&quot;:292.95,&quot;left&quot;:12.75,&quot;top&quot;:78.6,&quot;width&quot;:407.05}"/>
</p:tagLst>
</file>

<file path=ppt/tags/tag11.xml><?xml version="1.0" encoding="utf-8"?>
<p:tagLst xmlns:p="http://schemas.openxmlformats.org/presentationml/2006/main">
  <p:tag name="KSO_WM_DIAGRAM_VIRTUALLY_FRAME" val="{&quot;height&quot;:292.95,&quot;left&quot;:12.75,&quot;top&quot;:78.6,&quot;width&quot;:407.05}"/>
</p:tagLst>
</file>

<file path=ppt/tags/tag12.xml><?xml version="1.0" encoding="utf-8"?>
<p:tagLst xmlns:p="http://schemas.openxmlformats.org/presentationml/2006/main">
  <p:tag name="KSO_WM_DIAGRAM_VIRTUALLY_FRAME" val="{&quot;height&quot;:292.95,&quot;left&quot;:12.75,&quot;top&quot;:78.6,&quot;width&quot;:407.05}"/>
</p:tagLst>
</file>

<file path=ppt/tags/tag13.xml><?xml version="1.0" encoding="utf-8"?>
<p:tagLst xmlns:p="http://schemas.openxmlformats.org/presentationml/2006/main">
  <p:tag name="KSO_WM_DIAGRAM_VIRTUALLY_FRAME" val="{&quot;height&quot;:292.95,&quot;left&quot;:12.75,&quot;top&quot;:78.6,&quot;width&quot;:407.05}"/>
</p:tagLst>
</file>

<file path=ppt/tags/tag14.xml><?xml version="1.0" encoding="utf-8"?>
<p:tagLst xmlns:p="http://schemas.openxmlformats.org/presentationml/2006/main">
  <p:tag name="KSO_WM_DIAGRAM_VIRTUALLY_FRAME" val="{&quot;height&quot;:292.95,&quot;left&quot;:12.75,&quot;top&quot;:78.6,&quot;width&quot;:407.05}"/>
</p:tagLst>
</file>

<file path=ppt/tags/tag15.xml><?xml version="1.0" encoding="utf-8"?>
<p:tagLst xmlns:p="http://schemas.openxmlformats.org/presentationml/2006/main">
  <p:tag name="KSO_WM_DIAGRAM_VIRTUALLY_FRAME" val="{&quot;height&quot;:292.95,&quot;left&quot;:12.75,&quot;top&quot;:78.6,&quot;width&quot;:407.05}"/>
</p:tagLst>
</file>

<file path=ppt/tags/tag16.xml><?xml version="1.0" encoding="utf-8"?>
<p:tagLst xmlns:p="http://schemas.openxmlformats.org/presentationml/2006/main">
  <p:tag name="KSO_WM_DIAGRAM_VIRTUALLY_FRAME" val="{&quot;height&quot;:292.95,&quot;left&quot;:12.75,&quot;top&quot;:78.6,&quot;width&quot;:407.05}"/>
</p:tagLst>
</file>

<file path=ppt/tags/tag17.xml><?xml version="1.0" encoding="utf-8"?>
<p:tagLst xmlns:p="http://schemas.openxmlformats.org/presentationml/2006/main">
  <p:tag name="KSO_WM_DIAGRAM_VIRTUALLY_FRAME" val="{&quot;height&quot;:292.95,&quot;left&quot;:12.75,&quot;top&quot;:78.6,&quot;width&quot;:407.05}"/>
</p:tagLst>
</file>

<file path=ppt/tags/tag18.xml><?xml version="1.0" encoding="utf-8"?>
<p:tagLst xmlns:p="http://schemas.openxmlformats.org/presentationml/2006/main">
  <p:tag name="KSO_WM_DIAGRAM_VIRTUALLY_FRAME" val="{&quot;height&quot;:292.95,&quot;left&quot;:12.75,&quot;top&quot;:78.6,&quot;width&quot;:407.05}"/>
</p:tagLst>
</file>

<file path=ppt/theme/theme1.xml><?xml version="1.0" encoding="utf-8"?>
<a:theme xmlns:a="http://schemas.openxmlformats.org/drawingml/2006/main" name="Office 主题​​">
  <a:themeElements>
    <a:clrScheme name="店铺-蓝金绿">
      <a:dk1>
        <a:srgbClr val="000000"/>
      </a:dk1>
      <a:lt1>
        <a:srgbClr val="FFFFFF"/>
      </a:lt1>
      <a:dk2>
        <a:srgbClr val="44546A"/>
      </a:dk2>
      <a:lt2>
        <a:srgbClr val="E7E6E6"/>
      </a:lt2>
      <a:accent1>
        <a:srgbClr val="2C4A70"/>
      </a:accent1>
      <a:accent2>
        <a:srgbClr val="EFC475"/>
      </a:accent2>
      <a:accent3>
        <a:srgbClr val="1CC78F"/>
      </a:accent3>
      <a:accent4>
        <a:srgbClr val="75BD42"/>
      </a:accent4>
      <a:accent5>
        <a:srgbClr val="30C0B4"/>
      </a:accent5>
      <a:accent6>
        <a:srgbClr val="E54C5E"/>
      </a:accent6>
      <a:hlink>
        <a:srgbClr val="0026E5"/>
      </a:hlink>
      <a:folHlink>
        <a:srgbClr val="7E1FAD"/>
      </a:folHlink>
    </a:clrScheme>
    <a:fontScheme name="店铺-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6402</Words>
  <Application>WPS 演示</Application>
  <PresentationFormat>宽屏</PresentationFormat>
  <Paragraphs>858</Paragraphs>
  <Slides>28</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微软雅黑</vt:lpstr>
      <vt:lpstr>Gill Sans</vt:lpstr>
      <vt:lpstr>Arial Unicode MS</vt:lpstr>
      <vt:lpstr>等线</vt:lpstr>
      <vt:lpstr>标准粗黑</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zhebble@163.com</dc:creator>
  <cp:lastModifiedBy>嘻嘻</cp:lastModifiedBy>
  <cp:revision>51</cp:revision>
  <dcterms:created xsi:type="dcterms:W3CDTF">2025-04-13T12:56:00Z</dcterms:created>
  <dcterms:modified xsi:type="dcterms:W3CDTF">2025-05-16T08:07:45Z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DC2158AF1FB4471A9358A9A84E1CCB80_12</vt:lpwstr>
  </property>
  <property fmtid="{D5CDD505-2E9C-101B-9397-08002B2CF9AE}" pid="3" name="KSOProductBuildVer">
    <vt:lpwstr>2052-12.1.0.18912</vt:lpwstr>
  </property>
</Properties>
</file>