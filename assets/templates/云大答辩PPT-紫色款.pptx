
<file path=[Content_Types].xml><?xml version="1.0" encoding="utf-8"?>
<Types xmlns="http://schemas.openxmlformats.org/package/2006/content-types">
  <Default Extension="jpeg" ContentType="image/jpeg"/>
  <Default Extension="JPG" ContentType="image/.jpg"/>
  <Default Extension="xlsx" ContentType="application/vnd.openxmlformats-officedocument.spreadsheetml.sheet"/>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olors1.xml" ContentType="application/vnd.ms-office.chartcolorstyle+xml"/>
  <Override PartName="/ppt/charts/colors2.xml" ContentType="application/vnd.ms-office.chartcolorstyle+xml"/>
  <Override PartName="/ppt/charts/style1.xml" ContentType="application/vnd.ms-office.chartstyle+xml"/>
  <Override PartName="/ppt/charts/style2.xml" ContentType="application/vnd.ms-office.chart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3"/>
    <p:sldId id="257" r:id="rId4"/>
    <p:sldId id="258" r:id="rId5"/>
    <p:sldId id="259" r:id="rId6"/>
    <p:sldId id="260" r:id="rId7"/>
    <p:sldId id="261" r:id="rId8"/>
    <p:sldId id="263" r:id="rId9"/>
    <p:sldId id="264" r:id="rId10"/>
    <p:sldId id="265" r:id="rId11"/>
    <p:sldId id="266" r:id="rId12"/>
    <p:sldId id="267" r:id="rId14"/>
    <p:sldId id="284" r:id="rId15"/>
    <p:sldId id="268" r:id="rId16"/>
    <p:sldId id="270" r:id="rId17"/>
    <p:sldId id="269" r:id="rId18"/>
    <p:sldId id="271" r:id="rId19"/>
    <p:sldId id="272" r:id="rId20"/>
    <p:sldId id="273" r:id="rId21"/>
    <p:sldId id="274" r:id="rId22"/>
    <p:sldId id="276" r:id="rId23"/>
    <p:sldId id="275" r:id="rId24"/>
    <p:sldId id="277" r:id="rId25"/>
    <p:sldId id="278" r:id="rId26"/>
    <p:sldId id="279" r:id="rId27"/>
    <p:sldId id="280" r:id="rId28"/>
    <p:sldId id="281" r:id="rId29"/>
    <p:sldId id="282" r:id="rId30"/>
    <p:sldId id="283" r:id="rId3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636"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4" Type="http://schemas.openxmlformats.org/officeDocument/2006/relationships/tableStyles" Target="tableStyles.xml"/><Relationship Id="rId33" Type="http://schemas.openxmlformats.org/officeDocument/2006/relationships/viewProps" Target="viewProps.xml"/><Relationship Id="rId32" Type="http://schemas.openxmlformats.org/officeDocument/2006/relationships/presProps" Target="presProps.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notesMaster" Target="notesMasters/notesMaster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3" Type="http://schemas.microsoft.com/office/2011/relationships/chartColorStyle" Target="colors2.xml"/><Relationship Id="rId2" Type="http://schemas.microsoft.com/office/2011/relationships/chartStyle" Target="style2.xml"/><Relationship Id="rId1" Type="http://schemas.openxmlformats.org/officeDocument/2006/relationships/package" Target="../embeddings/Workbook2.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指标1</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dLbls>
            <c:delete val="1"/>
          </c:dLbls>
          <c:cat>
            <c:strRef>
              <c:f>Sheet1!$A$2:$A$6</c:f>
              <c:strCache>
                <c:ptCount val="5"/>
                <c:pt idx="0">
                  <c:v>时间节点1</c:v>
                </c:pt>
                <c:pt idx="1">
                  <c:v>时间节点2</c:v>
                </c:pt>
                <c:pt idx="2">
                  <c:v>时间节点3</c:v>
                </c:pt>
                <c:pt idx="3">
                  <c:v>时间节点4</c:v>
                </c:pt>
                <c:pt idx="4">
                  <c:v>时间节点5</c:v>
                </c:pt>
              </c:strCache>
            </c:strRef>
          </c:cat>
          <c:val>
            <c:numRef>
              <c:f>Sheet1!$B$2:$B$6</c:f>
              <c:numCache>
                <c:formatCode>0%</c:formatCode>
                <c:ptCount val="5"/>
                <c:pt idx="0">
                  <c:v>0.35</c:v>
                </c:pt>
                <c:pt idx="1">
                  <c:v>0.44</c:v>
                </c:pt>
                <c:pt idx="2">
                  <c:v>0.28</c:v>
                </c:pt>
                <c:pt idx="3">
                  <c:v>0.32</c:v>
                </c:pt>
                <c:pt idx="4">
                  <c:v>0.4</c:v>
                </c:pt>
              </c:numCache>
            </c:numRef>
          </c:val>
          <c:smooth val="0"/>
        </c:ser>
        <c:ser>
          <c:idx val="1"/>
          <c:order val="1"/>
          <c:tx>
            <c:strRef>
              <c:f>Sheet1!$C$1</c:f>
              <c:strCache>
                <c:ptCount val="1"/>
                <c:pt idx="0">
                  <c:v>指标2</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dLbls>
            <c:delete val="1"/>
          </c:dLbls>
          <c:cat>
            <c:strRef>
              <c:f>Sheet1!$A$2:$A$6</c:f>
              <c:strCache>
                <c:ptCount val="5"/>
                <c:pt idx="0">
                  <c:v>时间节点1</c:v>
                </c:pt>
                <c:pt idx="1">
                  <c:v>时间节点2</c:v>
                </c:pt>
                <c:pt idx="2">
                  <c:v>时间节点3</c:v>
                </c:pt>
                <c:pt idx="3">
                  <c:v>时间节点4</c:v>
                </c:pt>
                <c:pt idx="4">
                  <c:v>时间节点5</c:v>
                </c:pt>
              </c:strCache>
            </c:strRef>
          </c:cat>
          <c:val>
            <c:numRef>
              <c:f>Sheet1!$C$2:$C$6</c:f>
              <c:numCache>
                <c:formatCode>0%</c:formatCode>
                <c:ptCount val="5"/>
                <c:pt idx="0">
                  <c:v>0.15</c:v>
                </c:pt>
                <c:pt idx="1">
                  <c:v>0.2</c:v>
                </c:pt>
                <c:pt idx="2">
                  <c:v>0.22</c:v>
                </c:pt>
                <c:pt idx="3">
                  <c:v>0.23</c:v>
                </c:pt>
                <c:pt idx="4">
                  <c:v>0.28</c:v>
                </c:pt>
              </c:numCache>
            </c:numRef>
          </c:val>
          <c:smooth val="0"/>
        </c:ser>
        <c:ser>
          <c:idx val="2"/>
          <c:order val="2"/>
          <c:tx>
            <c:strRef>
              <c:f>Sheet1!$D$1</c:f>
              <c:strCache>
                <c:ptCount val="1"/>
                <c:pt idx="0">
                  <c:v>指标3</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dLbls>
            <c:delete val="1"/>
          </c:dLbls>
          <c:cat>
            <c:strRef>
              <c:f>Sheet1!$A$2:$A$6</c:f>
              <c:strCache>
                <c:ptCount val="5"/>
                <c:pt idx="0">
                  <c:v>时间节点1</c:v>
                </c:pt>
                <c:pt idx="1">
                  <c:v>时间节点2</c:v>
                </c:pt>
                <c:pt idx="2">
                  <c:v>时间节点3</c:v>
                </c:pt>
                <c:pt idx="3">
                  <c:v>时间节点4</c:v>
                </c:pt>
                <c:pt idx="4">
                  <c:v>时间节点5</c:v>
                </c:pt>
              </c:strCache>
            </c:strRef>
          </c:cat>
          <c:val>
            <c:numRef>
              <c:f>Sheet1!$D$2:$D$6</c:f>
              <c:numCache>
                <c:formatCode>0%</c:formatCode>
                <c:ptCount val="5"/>
                <c:pt idx="0">
                  <c:v>0.08</c:v>
                </c:pt>
                <c:pt idx="1">
                  <c:v>0.12</c:v>
                </c:pt>
                <c:pt idx="2">
                  <c:v>0.15</c:v>
                </c:pt>
                <c:pt idx="3">
                  <c:v>0.19</c:v>
                </c:pt>
                <c:pt idx="4">
                  <c:v>0.2</c:v>
                </c:pt>
              </c:numCache>
            </c:numRef>
          </c:val>
          <c:smooth val="0"/>
        </c:ser>
        <c:dLbls>
          <c:showLegendKey val="0"/>
          <c:showVal val="0"/>
          <c:showCatName val="0"/>
          <c:showSerName val="0"/>
          <c:showPercent val="0"/>
          <c:showBubbleSize val="0"/>
        </c:dLbls>
        <c:marker val="1"/>
        <c:smooth val="0"/>
        <c:axId val="913619999"/>
        <c:axId val="913620479"/>
      </c:lineChart>
      <c:catAx>
        <c:axId val="91361999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ea"/>
                <a:ea typeface="+mn-ea"/>
                <a:cs typeface="+mn-cs"/>
              </a:defRPr>
            </a:pPr>
          </a:p>
        </c:txPr>
        <c:crossAx val="913620479"/>
        <c:crosses val="autoZero"/>
        <c:auto val="1"/>
        <c:lblAlgn val="ctr"/>
        <c:lblOffset val="100"/>
        <c:noMultiLvlLbl val="0"/>
      </c:catAx>
      <c:valAx>
        <c:axId val="913620479"/>
        <c:scaling>
          <c:orientation val="minMax"/>
        </c:scaling>
        <c:delete val="0"/>
        <c:axPos val="l"/>
        <c:majorGridlines>
          <c:spPr>
            <a:ln w="9525" cap="flat" cmpd="sng" algn="ctr">
              <a:solidFill>
                <a:schemeClr val="bg2"/>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ea"/>
                <a:ea typeface="+mn-ea"/>
                <a:cs typeface="+mn-cs"/>
              </a:defRPr>
            </a:pPr>
          </a:p>
        </c:txPr>
        <c:crossAx val="913619999"/>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ea"/>
              <a:ea typeface="+mn-ea"/>
              <a:cs typeface="+mn-cs"/>
            </a:defRPr>
          </a:pPr>
        </a:p>
      </c:txPr>
    </c:legend>
    <c:plotVisOnly val="1"/>
    <c:dispBlanksAs val="gap"/>
    <c:showDLblsOverMax val="0"/>
    <c:extLst>
      <c:ext uri="{0b15fc19-7d7d-44ad-8c2d-2c3a37ce22c3}">
        <chartProps xmlns="https://web.wps.cn/et/2018/main" chartId="{d1a4fd10-1aa8-42a6-b367-830fdfb3c8cc}"/>
      </c:ext>
    </c:extLst>
  </c:chart>
  <c:spPr>
    <a:noFill/>
    <a:ln>
      <a:noFill/>
    </a:ln>
    <a:effectLst/>
  </c:spPr>
  <c:txPr>
    <a:bodyPr/>
    <a:lstStyle/>
    <a:p>
      <a:pPr>
        <a:defRPr lang="zh-CN"/>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375491732209521"/>
          <c:y val="0.0998074689380874"/>
          <c:w val="0.546721313584287"/>
          <c:h val="0.67314842842561"/>
        </c:manualLayout>
      </c:layout>
      <c:pieChart>
        <c:varyColors val="1"/>
        <c:ser>
          <c:idx val="0"/>
          <c:order val="0"/>
          <c:tx>
            <c:strRef>
              <c:f>Sheet1!$B$1</c:f>
              <c:strCache>
                <c:ptCount val="1"/>
                <c:pt idx="0">
                  <c:v>指标占比</c:v>
                </c:pt>
              </c:strCache>
            </c:strRef>
          </c:tx>
          <c:spPr/>
          <c:explosion val="0"/>
          <c:dPt>
            <c:idx val="0"/>
            <c:bubble3D val="0"/>
            <c:spPr>
              <a:solidFill>
                <a:schemeClr val="accent1"/>
              </a:solidFill>
              <a:ln w="19050">
                <a:solidFill>
                  <a:schemeClr val="lt1"/>
                </a:solidFill>
              </a:ln>
              <a:effectLst/>
            </c:spPr>
          </c:dPt>
          <c:dPt>
            <c:idx val="1"/>
            <c:bubble3D val="0"/>
            <c:spPr>
              <a:solidFill>
                <a:schemeClr val="accent2"/>
              </a:solidFill>
              <a:ln w="19050">
                <a:solidFill>
                  <a:schemeClr val="lt1"/>
                </a:solidFill>
              </a:ln>
              <a:effectLst/>
            </c:spPr>
          </c:dPt>
          <c:dPt>
            <c:idx val="2"/>
            <c:bubble3D val="0"/>
            <c:spPr>
              <a:solidFill>
                <a:schemeClr val="accent1">
                  <a:lumMod val="60000"/>
                  <a:lumOff val="40000"/>
                </a:schemeClr>
              </a:solidFill>
              <a:ln w="19050">
                <a:solidFill>
                  <a:schemeClr val="lt1"/>
                </a:solidFill>
              </a:ln>
              <a:effectLst/>
            </c:spPr>
          </c:dPt>
          <c:dPt>
            <c:idx val="3"/>
            <c:bubble3D val="0"/>
            <c:spPr>
              <a:solidFill>
                <a:schemeClr val="accent1">
                  <a:lumMod val="40000"/>
                  <a:lumOff val="60000"/>
                </a:schemeClr>
              </a:solidFill>
              <a:ln w="19050">
                <a:solidFill>
                  <a:schemeClr val="lt1"/>
                </a:solidFill>
              </a:ln>
              <a:effectLst/>
            </c:spPr>
          </c:dPt>
          <c:dPt>
            <c:idx val="4"/>
            <c:bubble3D val="0"/>
            <c:spPr>
              <a:solidFill>
                <a:schemeClr val="accent1">
                  <a:lumMod val="20000"/>
                  <a:lumOff val="80000"/>
                </a:schemeClr>
              </a:solidFill>
              <a:ln w="19050">
                <a:solidFill>
                  <a:schemeClr val="lt1"/>
                </a:solidFill>
              </a:ln>
              <a:effectLst/>
            </c:spPr>
          </c:dPt>
          <c:dLbls>
            <c:spPr>
              <a:noFill/>
              <a:ln>
                <a:noFill/>
              </a:ln>
              <a:effectLst/>
            </c:spPr>
            <c:txPr>
              <a:bodyPr rot="0" spcFirstLastPara="1" vertOverflow="ellipsis" vert="horz" wrap="square" lIns="38100" tIns="19050" rIns="38100" bIns="19050" anchor="ctr" anchorCtr="1">
                <a:spAutoFit/>
              </a:bodyPr>
              <a:lstStyle/>
              <a:p>
                <a:pPr>
                  <a:defRPr lang="zh-CN" sz="1400" b="1" i="0" u="none" strike="noStrike" kern="1200" baseline="0">
                    <a:solidFill>
                      <a:schemeClr val="bg1"/>
                    </a:solidFill>
                    <a:latin typeface="+mn-ea"/>
                    <a:ea typeface="+mn-ea"/>
                    <a:cs typeface="+mn-cs"/>
                  </a:defRPr>
                </a:pPr>
              </a:p>
            </c:txPr>
            <c:dLblPos val="bestFit"/>
            <c:showLegendKey val="0"/>
            <c:showVal val="1"/>
            <c:showCatName val="0"/>
            <c:showSerName val="0"/>
            <c:showPercent val="0"/>
            <c:showBubbleSize val="0"/>
            <c:showLeaderLines val="1"/>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分组A</c:v>
                </c:pt>
                <c:pt idx="1">
                  <c:v>分组B</c:v>
                </c:pt>
                <c:pt idx="2">
                  <c:v>分组C</c:v>
                </c:pt>
                <c:pt idx="3">
                  <c:v>分组D</c:v>
                </c:pt>
                <c:pt idx="4">
                  <c:v>分组E</c:v>
                </c:pt>
              </c:strCache>
            </c:strRef>
          </c:cat>
          <c:val>
            <c:numRef>
              <c:f>Sheet1!$B$2:$B$6</c:f>
              <c:numCache>
                <c:formatCode>0%</c:formatCode>
                <c:ptCount val="5"/>
                <c:pt idx="0">
                  <c:v>0.1</c:v>
                </c:pt>
                <c:pt idx="1">
                  <c:v>0.2</c:v>
                </c:pt>
                <c:pt idx="2">
                  <c:v>0.28</c:v>
                </c:pt>
                <c:pt idx="3">
                  <c:v>0.22</c:v>
                </c:pt>
                <c:pt idx="4">
                  <c:v>0.2</c:v>
                </c:pt>
              </c:numCache>
            </c:numRef>
          </c:val>
        </c:ser>
        <c:dLbls>
          <c:showLegendKey val="0"/>
          <c:showVal val="0"/>
          <c:showCatName val="0"/>
          <c:showSerName val="0"/>
          <c:showPercent val="0"/>
          <c:showBubbleSize val="0"/>
          <c:showLeaderLines val="1"/>
        </c:dLbls>
        <c:firstSliceAng val="0"/>
      </c:pieChart>
      <c:spPr>
        <a:noFill/>
        <a:ln>
          <a:noFill/>
        </a:ln>
        <a:effectLst/>
      </c:spPr>
    </c:plotArea>
    <c:legend>
      <c:legendPos val="b"/>
      <c:layout>
        <c:manualLayout>
          <c:xMode val="edge"/>
          <c:yMode val="edge"/>
          <c:x val="0.0826750460893979"/>
          <c:y val="0.157547428812784"/>
          <c:w val="0.257392527871615"/>
          <c:h val="0.556366196191616"/>
        </c:manualLayout>
      </c:layout>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p>
      </c:txPr>
    </c:legend>
    <c:plotVisOnly val="1"/>
    <c:dispBlanksAs val="gap"/>
    <c:showDLblsOverMax val="0"/>
    <c:extLst>
      <c:ext uri="{0b15fc19-7d7d-44ad-8c2d-2c3a37ce22c3}">
        <chartProps xmlns="https://web.wps.cn/et/2018/main" chartId="{66dcc744-97df-404a-86d2-8cf21453aabb}"/>
      </c:ext>
    </c:extLst>
  </c:chart>
  <c:spPr>
    <a:noFill/>
    <a:ln>
      <a:noFill/>
    </a:ln>
    <a:effectLst/>
  </c:spPr>
  <c:txPr>
    <a:bodyPr/>
    <a:lstStyle/>
    <a:p>
      <a:pPr>
        <a:defRPr lang="zh-CN"/>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B33977-A035-4250-8C30-B5A3039D74C2}"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826909-0D63-4CAC-8DCB-E4442708A5BC}"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D826909-0D63-4CAC-8DCB-E4442708A5BC}"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D826909-0D63-4CAC-8DCB-E4442708A5BC}"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D826909-0D63-4CAC-8DCB-E4442708A5BC}"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D826909-0D63-4CAC-8DCB-E4442708A5BC}"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D5748484-E304-4861-BB34-9AF23213D1C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E225130-C1CC-4E07-B6F2-C392DCE471D8}"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D5748484-E304-4861-BB34-9AF23213D1C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E225130-C1CC-4E07-B6F2-C392DCE471D8}" type="slidenum">
              <a:rPr lang="zh-CN" altLang="en-US" smtClean="0"/>
            </a:fld>
            <a:endParaRPr lang="zh-CN" altLang="en-US"/>
          </a:p>
        </p:txBody>
      </p:sp>
      <p:pic>
        <p:nvPicPr>
          <p:cNvPr id="13" name="图片 12" descr="C:/Users/86175/Desktop/校徽+校名.png校徽+校名"/>
          <p:cNvPicPr/>
          <p:nvPr userDrawn="1"/>
        </p:nvPicPr>
        <p:blipFill>
          <a:blip r:embed="rId2"/>
          <a:srcRect l="-11276" r="-22171" b="-19591"/>
          <a:stretch>
            <a:fillRect/>
          </a:stretch>
        </p:blipFill>
        <p:spPr>
          <a:xfrm>
            <a:off x="9501505" y="138430"/>
            <a:ext cx="2566670" cy="705485"/>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D5748484-E304-4861-BB34-9AF23213D1C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E225130-C1CC-4E07-B6F2-C392DCE471D8}"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D5748484-E304-4861-BB34-9AF23213D1C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E225130-C1CC-4E07-B6F2-C392DCE471D8}"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D5748484-E304-4861-BB34-9AF23213D1CC}"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3E225130-C1CC-4E07-B6F2-C392DCE471D8}"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D5748484-E304-4861-BB34-9AF23213D1CC}"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3E225130-C1CC-4E07-B6F2-C392DCE471D8}"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5748484-E304-4861-BB34-9AF23213D1CC}"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3E225130-C1CC-4E07-B6F2-C392DCE471D8}"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5748484-E304-4861-BB34-9AF23213D1C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E225130-C1CC-4E07-B6F2-C392DCE471D8}"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5748484-E304-4861-BB34-9AF23213D1C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E225130-C1CC-4E07-B6F2-C392DCE471D8}"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D5748484-E304-4861-BB34-9AF23213D1C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E225130-C1CC-4E07-B6F2-C392DCE471D8}"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D5748484-E304-4861-BB34-9AF23213D1C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E225130-C1CC-4E07-B6F2-C392DCE471D8}"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5748484-E304-4861-BB34-9AF23213D1CC}"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E225130-C1CC-4E07-B6F2-C392DCE471D8}"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2.jpe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2.xml"/><Relationship Id="rId2" Type="http://schemas.openxmlformats.org/officeDocument/2006/relationships/image" Target="../media/image5.jpeg"/><Relationship Id="rId1" Type="http://schemas.openxmlformats.org/officeDocument/2006/relationships/image" Target="../media/image4.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3" Type="http://schemas.openxmlformats.org/officeDocument/2006/relationships/slideLayout" Target="../slideLayouts/slideLayout2.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2.xml"/><Relationship Id="rId2" Type="http://schemas.openxmlformats.org/officeDocument/2006/relationships/chart" Target="../charts/chart2.xml"/><Relationship Id="rId1" Type="http://schemas.openxmlformats.org/officeDocument/2006/relationships/chart" Target="../charts/char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0" y="2273300"/>
            <a:ext cx="12192000" cy="23622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101600" y="2603500"/>
            <a:ext cx="11988800" cy="1229995"/>
          </a:xfrm>
          <a:prstGeom prst="rect">
            <a:avLst/>
          </a:prstGeom>
          <a:noFill/>
        </p:spPr>
        <p:txBody>
          <a:bodyPr wrap="square" rtlCol="0">
            <a:spAutoFit/>
          </a:bodyPr>
          <a:lstStyle/>
          <a:p>
            <a:pPr algn="ctr"/>
            <a:r>
              <a:rPr lang="zh-CN" altLang="en-US" sz="5400" b="1" dirty="0">
                <a:solidFill>
                  <a:schemeClr val="bg1"/>
                </a:solidFill>
                <a:latin typeface="微软雅黑" panose="020B0503020204020204" pitchFamily="34" charset="-122"/>
                <a:ea typeface="微软雅黑" panose="020B0503020204020204" pitchFamily="34" charset="-122"/>
              </a:rPr>
              <a:t>云大论文答辩通用</a:t>
            </a:r>
            <a:r>
              <a:rPr lang="en-US" altLang="zh-CN" sz="5400" b="1" dirty="0">
                <a:solidFill>
                  <a:schemeClr val="bg1"/>
                </a:solidFill>
                <a:latin typeface="微软雅黑" panose="020B0503020204020204" pitchFamily="34" charset="-122"/>
                <a:ea typeface="微软雅黑" panose="020B0503020204020204" pitchFamily="34" charset="-122"/>
              </a:rPr>
              <a:t>PPT</a:t>
            </a:r>
            <a:endParaRPr lang="en-US" altLang="zh-CN" sz="5400" b="1" dirty="0">
              <a:solidFill>
                <a:schemeClr val="bg1"/>
              </a:solidFill>
              <a:latin typeface="微软雅黑" panose="020B0503020204020204" pitchFamily="34" charset="-122"/>
              <a:ea typeface="微软雅黑" panose="020B0503020204020204" pitchFamily="34" charset="-122"/>
            </a:endParaRPr>
          </a:p>
          <a:p>
            <a:pPr algn="ctr"/>
            <a:r>
              <a:rPr lang="en-US" altLang="zh-CN" sz="2000" dirty="0">
                <a:solidFill>
                  <a:schemeClr val="bg1"/>
                </a:solidFill>
                <a:latin typeface="微软雅黑" panose="020B0503020204020204" pitchFamily="34" charset="-122"/>
                <a:ea typeface="微软雅黑" panose="020B0503020204020204" pitchFamily="34" charset="-122"/>
              </a:rPr>
              <a:t>General PPT for YNU Thesis Defense</a:t>
            </a:r>
            <a:endParaRPr lang="zh-CN" altLang="en-US" sz="5400" dirty="0">
              <a:solidFill>
                <a:schemeClr val="bg1"/>
              </a:solidFill>
              <a:latin typeface="微软雅黑" panose="020B0503020204020204" pitchFamily="34" charset="-122"/>
              <a:ea typeface="微软雅黑" panose="020B0503020204020204" pitchFamily="34" charset="-122"/>
            </a:endParaRPr>
          </a:p>
        </p:txBody>
      </p:sp>
      <p:pic>
        <p:nvPicPr>
          <p:cNvPr id="11" name="图片 10" descr="C:/Users/86175/Desktop/校徽+校名.png校徽+校名"/>
          <p:cNvPicPr/>
          <p:nvPr/>
        </p:nvPicPr>
        <p:blipFill>
          <a:blip r:embed="rId1"/>
          <a:srcRect l="-6029" r="-8082" b="121"/>
          <a:stretch>
            <a:fillRect/>
          </a:stretch>
        </p:blipFill>
        <p:spPr>
          <a:xfrm>
            <a:off x="4172585" y="622935"/>
            <a:ext cx="3916680" cy="1052195"/>
          </a:xfrm>
          <a:prstGeom prst="rect">
            <a:avLst/>
          </a:prstGeom>
        </p:spPr>
      </p:pic>
      <p:sp>
        <p:nvSpPr>
          <p:cNvPr id="17" name="矩形: 圆角 16"/>
          <p:cNvSpPr/>
          <p:nvPr/>
        </p:nvSpPr>
        <p:spPr>
          <a:xfrm>
            <a:off x="495300" y="304800"/>
            <a:ext cx="7920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圆角 18"/>
          <p:cNvSpPr/>
          <p:nvPr/>
        </p:nvSpPr>
        <p:spPr>
          <a:xfrm>
            <a:off x="495300" y="485140"/>
            <a:ext cx="12827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圆角 19"/>
          <p:cNvSpPr/>
          <p:nvPr/>
        </p:nvSpPr>
        <p:spPr>
          <a:xfrm>
            <a:off x="495300" y="665480"/>
            <a:ext cx="5400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圆角 22"/>
          <p:cNvSpPr/>
          <p:nvPr/>
        </p:nvSpPr>
        <p:spPr>
          <a:xfrm flipH="1">
            <a:off x="10866600" y="6121400"/>
            <a:ext cx="7920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角 23"/>
          <p:cNvSpPr/>
          <p:nvPr/>
        </p:nvSpPr>
        <p:spPr>
          <a:xfrm flipH="1">
            <a:off x="10375900" y="6301740"/>
            <a:ext cx="12827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圆角 24"/>
          <p:cNvSpPr/>
          <p:nvPr/>
        </p:nvSpPr>
        <p:spPr>
          <a:xfrm flipH="1">
            <a:off x="11118600" y="6482080"/>
            <a:ext cx="5400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6" name="直接连接符 25"/>
          <p:cNvCxnSpPr/>
          <p:nvPr/>
        </p:nvCxnSpPr>
        <p:spPr>
          <a:xfrm>
            <a:off x="1127878" y="4238625"/>
            <a:ext cx="9936245"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1016038" y="5345462"/>
            <a:ext cx="309863" cy="309863"/>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p:cNvSpPr txBox="1"/>
          <p:nvPr/>
        </p:nvSpPr>
        <p:spPr>
          <a:xfrm>
            <a:off x="1338416" y="5300338"/>
            <a:ext cx="2433411" cy="398780"/>
          </a:xfrm>
          <a:prstGeom prst="rect">
            <a:avLst/>
          </a:prstGeom>
          <a:noFill/>
        </p:spPr>
        <p:txBody>
          <a:bodyPr wrap="square" rtlCol="0">
            <a:spAutoFit/>
          </a:bodyPr>
          <a:lstStyle/>
          <a:p>
            <a:r>
              <a:rPr lang="zh-CN" altLang="en-US" sz="2000" b="1" dirty="0">
                <a:solidFill>
                  <a:schemeClr val="accent1"/>
                </a:solidFill>
                <a:latin typeface="微软雅黑" panose="020B0503020204020204" pitchFamily="34" charset="-122"/>
                <a:ea typeface="微软雅黑" panose="020B0503020204020204" pitchFamily="34" charset="-122"/>
              </a:rPr>
              <a:t>答辩人：小云集市</a:t>
            </a:r>
            <a:endParaRPr lang="zh-CN" altLang="en-US" sz="2000" b="1" dirty="0">
              <a:solidFill>
                <a:schemeClr val="accent1"/>
              </a:solidFill>
              <a:latin typeface="微软雅黑" panose="020B0503020204020204" pitchFamily="34" charset="-122"/>
              <a:ea typeface="微软雅黑" panose="020B0503020204020204" pitchFamily="34" charset="-122"/>
            </a:endParaRPr>
          </a:p>
        </p:txBody>
      </p:sp>
      <p:sp>
        <p:nvSpPr>
          <p:cNvPr id="36" name="椭圆 35"/>
          <p:cNvSpPr/>
          <p:nvPr/>
        </p:nvSpPr>
        <p:spPr>
          <a:xfrm>
            <a:off x="4568738" y="5345593"/>
            <a:ext cx="309600" cy="3096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p:nvSpPr>
        <p:spPr>
          <a:xfrm>
            <a:off x="4858821" y="5300338"/>
            <a:ext cx="2777219" cy="398780"/>
          </a:xfrm>
          <a:prstGeom prst="rect">
            <a:avLst/>
          </a:prstGeom>
          <a:noFill/>
        </p:spPr>
        <p:txBody>
          <a:bodyPr wrap="square" rtlCol="0">
            <a:spAutoFit/>
          </a:bodyPr>
          <a:lstStyle/>
          <a:p>
            <a:r>
              <a:rPr lang="zh-CN" altLang="en-US" sz="2000" b="1" dirty="0">
                <a:solidFill>
                  <a:schemeClr val="accent1"/>
                </a:solidFill>
                <a:latin typeface="微软雅黑" panose="020B0503020204020204" pitchFamily="34" charset="-122"/>
                <a:ea typeface="微软雅黑" panose="020B0503020204020204" pitchFamily="34" charset="-122"/>
              </a:rPr>
              <a:t>导师：大云集市</a:t>
            </a:r>
            <a:endParaRPr lang="zh-CN" altLang="en-US" sz="2000" b="1" dirty="0">
              <a:solidFill>
                <a:schemeClr val="accent1"/>
              </a:solidFill>
              <a:latin typeface="微软雅黑" panose="020B0503020204020204" pitchFamily="34" charset="-122"/>
              <a:ea typeface="微软雅黑" panose="020B0503020204020204" pitchFamily="34" charset="-122"/>
            </a:endParaRPr>
          </a:p>
        </p:txBody>
      </p:sp>
      <p:sp>
        <p:nvSpPr>
          <p:cNvPr id="37" name="椭圆 36"/>
          <p:cNvSpPr/>
          <p:nvPr/>
        </p:nvSpPr>
        <p:spPr>
          <a:xfrm>
            <a:off x="8089143" y="5345593"/>
            <a:ext cx="309600" cy="3096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框 31"/>
          <p:cNvSpPr txBox="1"/>
          <p:nvPr/>
        </p:nvSpPr>
        <p:spPr>
          <a:xfrm>
            <a:off x="8398743" y="5300338"/>
            <a:ext cx="2777219" cy="400110"/>
          </a:xfrm>
          <a:prstGeom prst="rect">
            <a:avLst/>
          </a:prstGeom>
          <a:noFill/>
        </p:spPr>
        <p:txBody>
          <a:bodyPr wrap="square" rtlCol="0">
            <a:spAutoFit/>
          </a:bodyPr>
          <a:lstStyle/>
          <a:p>
            <a:r>
              <a:rPr lang="zh-CN" altLang="en-US" sz="2000" b="1" dirty="0">
                <a:solidFill>
                  <a:schemeClr val="accent1"/>
                </a:solidFill>
                <a:latin typeface="微软雅黑" panose="020B0503020204020204" pitchFamily="34" charset="-122"/>
                <a:ea typeface="微软雅黑" panose="020B0503020204020204" pitchFamily="34" charset="-122"/>
              </a:rPr>
              <a:t>时间：</a:t>
            </a:r>
            <a:r>
              <a:rPr lang="en-US" altLang="zh-CN" sz="2000" b="1" dirty="0">
                <a:solidFill>
                  <a:schemeClr val="accent1"/>
                </a:solidFill>
                <a:latin typeface="微软雅黑" panose="020B0503020204020204" pitchFamily="34" charset="-122"/>
                <a:ea typeface="微软雅黑" panose="020B0503020204020204" pitchFamily="34" charset="-122"/>
              </a:rPr>
              <a:t>20XX.XX.XX</a:t>
            </a:r>
            <a:endParaRPr lang="zh-CN" altLang="en-US" sz="2000" b="1" dirty="0">
              <a:solidFill>
                <a:schemeClr val="accent1"/>
              </a:solidFill>
              <a:latin typeface="微软雅黑" panose="020B0503020204020204" pitchFamily="34" charset="-122"/>
              <a:ea typeface="微软雅黑" panose="020B0503020204020204" pitchFamily="34" charset="-122"/>
            </a:endParaRPr>
          </a:p>
        </p:txBody>
      </p:sp>
      <p:sp>
        <p:nvSpPr>
          <p:cNvPr id="2" name="图形 30" descr="时间"/>
          <p:cNvSpPr/>
          <p:nvPr/>
        </p:nvSpPr>
        <p:spPr>
          <a:xfrm>
            <a:off x="8142584" y="5399034"/>
            <a:ext cx="202718" cy="202718"/>
          </a:xfrm>
          <a:custGeom>
            <a:avLst/>
            <a:gdLst>
              <a:gd name="connsiteX0" fmla="*/ 162190 w 202718"/>
              <a:gd name="connsiteY0" fmla="*/ 110711 h 202718"/>
              <a:gd name="connsiteX1" fmla="*/ 100733 w 202718"/>
              <a:gd name="connsiteY1" fmla="*/ 110711 h 202718"/>
              <a:gd name="connsiteX2" fmla="*/ 91310 w 202718"/>
              <a:gd name="connsiteY2" fmla="*/ 101296 h 202718"/>
              <a:gd name="connsiteX3" fmla="*/ 91310 w 202718"/>
              <a:gd name="connsiteY3" fmla="*/ 39831 h 202718"/>
              <a:gd name="connsiteX4" fmla="*/ 100726 w 202718"/>
              <a:gd name="connsiteY4" fmla="*/ 30416 h 202718"/>
              <a:gd name="connsiteX5" fmla="*/ 110141 w 202718"/>
              <a:gd name="connsiteY5" fmla="*/ 39831 h 202718"/>
              <a:gd name="connsiteX6" fmla="*/ 110141 w 202718"/>
              <a:gd name="connsiteY6" fmla="*/ 91857 h 202718"/>
              <a:gd name="connsiteX7" fmla="*/ 162190 w 202718"/>
              <a:gd name="connsiteY7" fmla="*/ 91857 h 202718"/>
              <a:gd name="connsiteX8" fmla="*/ 171606 w 202718"/>
              <a:gd name="connsiteY8" fmla="*/ 101272 h 202718"/>
              <a:gd name="connsiteX9" fmla="*/ 162190 w 202718"/>
              <a:gd name="connsiteY9" fmla="*/ 110687 h 202718"/>
              <a:gd name="connsiteX10" fmla="*/ 162190 w 202718"/>
              <a:gd name="connsiteY10" fmla="*/ 110711 h 202718"/>
              <a:gd name="connsiteX11" fmla="*/ 101359 w 202718"/>
              <a:gd name="connsiteY11" fmla="*/ 0 h 202718"/>
              <a:gd name="connsiteX12" fmla="*/ 0 w 202718"/>
              <a:gd name="connsiteY12" fmla="*/ 101359 h 202718"/>
              <a:gd name="connsiteX13" fmla="*/ 101359 w 202718"/>
              <a:gd name="connsiteY13" fmla="*/ 202718 h 202718"/>
              <a:gd name="connsiteX14" fmla="*/ 202718 w 202718"/>
              <a:gd name="connsiteY14" fmla="*/ 101359 h 202718"/>
              <a:gd name="connsiteX15" fmla="*/ 101359 w 202718"/>
              <a:gd name="connsiteY15" fmla="*/ 0 h 202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02718" h="202718">
                <a:moveTo>
                  <a:pt x="162190" y="110711"/>
                </a:moveTo>
                <a:lnTo>
                  <a:pt x="100733" y="110711"/>
                </a:lnTo>
                <a:cubicBezTo>
                  <a:pt x="95530" y="110716"/>
                  <a:pt x="91310" y="106499"/>
                  <a:pt x="91310" y="101296"/>
                </a:cubicBezTo>
                <a:lnTo>
                  <a:pt x="91310" y="39831"/>
                </a:lnTo>
                <a:cubicBezTo>
                  <a:pt x="91310" y="34631"/>
                  <a:pt x="95525" y="30416"/>
                  <a:pt x="100726" y="30416"/>
                </a:cubicBezTo>
                <a:cubicBezTo>
                  <a:pt x="105926" y="30416"/>
                  <a:pt x="110141" y="34631"/>
                  <a:pt x="110141" y="39831"/>
                </a:cubicBezTo>
                <a:lnTo>
                  <a:pt x="110141" y="91857"/>
                </a:lnTo>
                <a:lnTo>
                  <a:pt x="162190" y="91857"/>
                </a:lnTo>
                <a:cubicBezTo>
                  <a:pt x="167390" y="91857"/>
                  <a:pt x="171606" y="96072"/>
                  <a:pt x="171606" y="101272"/>
                </a:cubicBezTo>
                <a:cubicBezTo>
                  <a:pt x="171606" y="106472"/>
                  <a:pt x="167390" y="110687"/>
                  <a:pt x="162190" y="110687"/>
                </a:cubicBezTo>
                <a:lnTo>
                  <a:pt x="162190" y="110711"/>
                </a:lnTo>
                <a:moveTo>
                  <a:pt x="101359" y="0"/>
                </a:moveTo>
                <a:cubicBezTo>
                  <a:pt x="45380" y="0"/>
                  <a:pt x="0" y="45380"/>
                  <a:pt x="0" y="101359"/>
                </a:cubicBezTo>
                <a:cubicBezTo>
                  <a:pt x="0" y="157338"/>
                  <a:pt x="45380" y="202718"/>
                  <a:pt x="101359" y="202718"/>
                </a:cubicBezTo>
                <a:cubicBezTo>
                  <a:pt x="157338" y="202718"/>
                  <a:pt x="202718" y="157338"/>
                  <a:pt x="202718" y="101359"/>
                </a:cubicBezTo>
                <a:cubicBezTo>
                  <a:pt x="202718" y="45380"/>
                  <a:pt x="157338" y="0"/>
                  <a:pt x="101359" y="0"/>
                </a:cubicBezTo>
              </a:path>
            </a:pathLst>
          </a:custGeom>
          <a:solidFill>
            <a:schemeClr val="bg1"/>
          </a:solidFill>
          <a:ln w="781" cap="flat">
            <a:noFill/>
            <a:prstDash val="solid"/>
            <a:miter/>
          </a:ln>
        </p:spPr>
        <p:txBody>
          <a:bodyPr rtlCol="0" anchor="ctr"/>
          <a:lstStyle/>
          <a:p>
            <a:endParaRPr lang="zh-CN" altLang="en-US"/>
          </a:p>
        </p:txBody>
      </p:sp>
      <p:sp>
        <p:nvSpPr>
          <p:cNvPr id="3" name="图形 26" descr="博士帽"/>
          <p:cNvSpPr/>
          <p:nvPr/>
        </p:nvSpPr>
        <p:spPr>
          <a:xfrm>
            <a:off x="1046600" y="5418577"/>
            <a:ext cx="248739" cy="163630"/>
          </a:xfrm>
          <a:custGeom>
            <a:avLst/>
            <a:gdLst>
              <a:gd name="connsiteX0" fmla="*/ 45340 w 248739"/>
              <a:gd name="connsiteY0" fmla="*/ 146026 h 163630"/>
              <a:gd name="connsiteX1" fmla="*/ 133235 w 248739"/>
              <a:gd name="connsiteY1" fmla="*/ 163631 h 163630"/>
              <a:gd name="connsiteX2" fmla="*/ 218597 w 248739"/>
              <a:gd name="connsiteY2" fmla="*/ 143493 h 163630"/>
              <a:gd name="connsiteX3" fmla="*/ 218597 w 248739"/>
              <a:gd name="connsiteY3" fmla="*/ 58005 h 163630"/>
              <a:gd name="connsiteX4" fmla="*/ 133235 w 248739"/>
              <a:gd name="connsiteY4" fmla="*/ 70544 h 163630"/>
              <a:gd name="connsiteX5" fmla="*/ 45340 w 248739"/>
              <a:gd name="connsiteY5" fmla="*/ 58005 h 163630"/>
              <a:gd name="connsiteX6" fmla="*/ 45340 w 248739"/>
              <a:gd name="connsiteY6" fmla="*/ 146026 h 163630"/>
              <a:gd name="connsiteX7" fmla="*/ 248739 w 248739"/>
              <a:gd name="connsiteY7" fmla="*/ 20137 h 163630"/>
              <a:gd name="connsiteX8" fmla="*/ 248739 w 248739"/>
              <a:gd name="connsiteY8" fmla="*/ 42807 h 163630"/>
              <a:gd name="connsiteX9" fmla="*/ 133235 w 248739"/>
              <a:gd name="connsiteY9" fmla="*/ 60539 h 163630"/>
              <a:gd name="connsiteX10" fmla="*/ 17604 w 248739"/>
              <a:gd name="connsiteY10" fmla="*/ 42807 h 163630"/>
              <a:gd name="connsiteX11" fmla="*/ 17604 w 248739"/>
              <a:gd name="connsiteY11" fmla="*/ 85615 h 163630"/>
              <a:gd name="connsiteX12" fmla="*/ 22670 w 248739"/>
              <a:gd name="connsiteY12" fmla="*/ 93214 h 163630"/>
              <a:gd name="connsiteX13" fmla="*/ 12665 w 248739"/>
              <a:gd name="connsiteY13" fmla="*/ 103219 h 163630"/>
              <a:gd name="connsiteX14" fmla="*/ 5066 w 248739"/>
              <a:gd name="connsiteY14" fmla="*/ 93214 h 163630"/>
              <a:gd name="connsiteX15" fmla="*/ 10132 w 248739"/>
              <a:gd name="connsiteY15" fmla="*/ 85615 h 163630"/>
              <a:gd name="connsiteX16" fmla="*/ 10132 w 248739"/>
              <a:gd name="connsiteY16" fmla="*/ 20137 h 163630"/>
              <a:gd name="connsiteX17" fmla="*/ 133235 w 248739"/>
              <a:gd name="connsiteY17" fmla="*/ 0 h 163630"/>
              <a:gd name="connsiteX18" fmla="*/ 248739 w 248739"/>
              <a:gd name="connsiteY18" fmla="*/ 20137 h 163630"/>
              <a:gd name="connsiteX19" fmla="*/ 20137 w 248739"/>
              <a:gd name="connsiteY19" fmla="*/ 105752 h 163630"/>
              <a:gd name="connsiteX20" fmla="*/ 7599 w 248739"/>
              <a:gd name="connsiteY20" fmla="*/ 105752 h 163630"/>
              <a:gd name="connsiteX21" fmla="*/ 0 w 248739"/>
              <a:gd name="connsiteY21" fmla="*/ 146026 h 163630"/>
              <a:gd name="connsiteX22" fmla="*/ 5066 w 248739"/>
              <a:gd name="connsiteY22" fmla="*/ 146026 h 163630"/>
              <a:gd name="connsiteX23" fmla="*/ 7599 w 248739"/>
              <a:gd name="connsiteY23" fmla="*/ 141088 h 163630"/>
              <a:gd name="connsiteX24" fmla="*/ 7599 w 248739"/>
              <a:gd name="connsiteY24" fmla="*/ 146026 h 163630"/>
              <a:gd name="connsiteX25" fmla="*/ 15071 w 248739"/>
              <a:gd name="connsiteY25" fmla="*/ 148559 h 163630"/>
              <a:gd name="connsiteX26" fmla="*/ 17604 w 248739"/>
              <a:gd name="connsiteY26" fmla="*/ 143493 h 163630"/>
              <a:gd name="connsiteX27" fmla="*/ 17604 w 248739"/>
              <a:gd name="connsiteY27" fmla="*/ 148559 h 163630"/>
              <a:gd name="connsiteX28" fmla="*/ 20137 w 248739"/>
              <a:gd name="connsiteY28" fmla="*/ 148559 h 163630"/>
              <a:gd name="connsiteX29" fmla="*/ 20137 w 248739"/>
              <a:gd name="connsiteY29" fmla="*/ 128422 h 163630"/>
              <a:gd name="connsiteX30" fmla="*/ 22670 w 248739"/>
              <a:gd name="connsiteY30" fmla="*/ 146026 h 163630"/>
              <a:gd name="connsiteX31" fmla="*/ 27736 w 248739"/>
              <a:gd name="connsiteY31" fmla="*/ 146026 h 163630"/>
              <a:gd name="connsiteX32" fmla="*/ 20137 w 248739"/>
              <a:gd name="connsiteY32" fmla="*/ 105752 h 163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48739" h="163630">
                <a:moveTo>
                  <a:pt x="45340" y="146026"/>
                </a:moveTo>
                <a:cubicBezTo>
                  <a:pt x="75483" y="146026"/>
                  <a:pt x="105626" y="151093"/>
                  <a:pt x="133235" y="163631"/>
                </a:cubicBezTo>
                <a:cubicBezTo>
                  <a:pt x="160845" y="151093"/>
                  <a:pt x="188454" y="143493"/>
                  <a:pt x="218597" y="143493"/>
                </a:cubicBezTo>
                <a:cubicBezTo>
                  <a:pt x="218597" y="58005"/>
                  <a:pt x="218597" y="58005"/>
                  <a:pt x="218597" y="58005"/>
                </a:cubicBezTo>
                <a:cubicBezTo>
                  <a:pt x="133235" y="70544"/>
                  <a:pt x="133235" y="70544"/>
                  <a:pt x="133235" y="70544"/>
                </a:cubicBezTo>
                <a:cubicBezTo>
                  <a:pt x="45340" y="58005"/>
                  <a:pt x="45340" y="58005"/>
                  <a:pt x="45340" y="58005"/>
                </a:cubicBezTo>
                <a:cubicBezTo>
                  <a:pt x="45340" y="146026"/>
                  <a:pt x="45340" y="146026"/>
                  <a:pt x="45340" y="146026"/>
                </a:cubicBezTo>
                <a:moveTo>
                  <a:pt x="248739" y="20137"/>
                </a:moveTo>
                <a:cubicBezTo>
                  <a:pt x="248739" y="42807"/>
                  <a:pt x="248739" y="42807"/>
                  <a:pt x="248739" y="42807"/>
                </a:cubicBezTo>
                <a:cubicBezTo>
                  <a:pt x="133235" y="60539"/>
                  <a:pt x="133235" y="60539"/>
                  <a:pt x="133235" y="60539"/>
                </a:cubicBezTo>
                <a:cubicBezTo>
                  <a:pt x="17604" y="42807"/>
                  <a:pt x="17604" y="42807"/>
                  <a:pt x="17604" y="42807"/>
                </a:cubicBezTo>
                <a:cubicBezTo>
                  <a:pt x="17604" y="85615"/>
                  <a:pt x="17604" y="85615"/>
                  <a:pt x="17604" y="85615"/>
                </a:cubicBezTo>
                <a:cubicBezTo>
                  <a:pt x="20137" y="88148"/>
                  <a:pt x="22670" y="90681"/>
                  <a:pt x="22670" y="93214"/>
                </a:cubicBezTo>
                <a:cubicBezTo>
                  <a:pt x="22670" y="98280"/>
                  <a:pt x="17604" y="103219"/>
                  <a:pt x="12665" y="103219"/>
                </a:cubicBezTo>
                <a:cubicBezTo>
                  <a:pt x="10132" y="103219"/>
                  <a:pt x="5066" y="98280"/>
                  <a:pt x="5066" y="93214"/>
                </a:cubicBezTo>
                <a:cubicBezTo>
                  <a:pt x="5066" y="90681"/>
                  <a:pt x="7599" y="88148"/>
                  <a:pt x="10132" y="85615"/>
                </a:cubicBezTo>
                <a:cubicBezTo>
                  <a:pt x="10132" y="62945"/>
                  <a:pt x="10132" y="42807"/>
                  <a:pt x="10132" y="20137"/>
                </a:cubicBezTo>
                <a:cubicBezTo>
                  <a:pt x="133235" y="0"/>
                  <a:pt x="133235" y="0"/>
                  <a:pt x="133235" y="0"/>
                </a:cubicBezTo>
                <a:cubicBezTo>
                  <a:pt x="248739" y="20137"/>
                  <a:pt x="248739" y="20137"/>
                  <a:pt x="248739" y="20137"/>
                </a:cubicBezTo>
                <a:moveTo>
                  <a:pt x="20137" y="105752"/>
                </a:moveTo>
                <a:cubicBezTo>
                  <a:pt x="15071" y="108285"/>
                  <a:pt x="12665" y="108285"/>
                  <a:pt x="7599" y="105752"/>
                </a:cubicBezTo>
                <a:cubicBezTo>
                  <a:pt x="5066" y="118417"/>
                  <a:pt x="2533" y="130955"/>
                  <a:pt x="0" y="146026"/>
                </a:cubicBezTo>
                <a:cubicBezTo>
                  <a:pt x="2533" y="146026"/>
                  <a:pt x="5066" y="146026"/>
                  <a:pt x="5066" y="146026"/>
                </a:cubicBezTo>
                <a:cubicBezTo>
                  <a:pt x="7599" y="141088"/>
                  <a:pt x="7599" y="141088"/>
                  <a:pt x="7599" y="141088"/>
                </a:cubicBezTo>
                <a:cubicBezTo>
                  <a:pt x="7599" y="146026"/>
                  <a:pt x="7599" y="146026"/>
                  <a:pt x="7599" y="146026"/>
                </a:cubicBezTo>
                <a:cubicBezTo>
                  <a:pt x="10132" y="148559"/>
                  <a:pt x="12665" y="148559"/>
                  <a:pt x="15071" y="148559"/>
                </a:cubicBezTo>
                <a:cubicBezTo>
                  <a:pt x="17604" y="143493"/>
                  <a:pt x="17604" y="143493"/>
                  <a:pt x="17604" y="143493"/>
                </a:cubicBezTo>
                <a:cubicBezTo>
                  <a:pt x="17604" y="148559"/>
                  <a:pt x="17604" y="148559"/>
                  <a:pt x="17604" y="148559"/>
                </a:cubicBezTo>
                <a:lnTo>
                  <a:pt x="20137" y="148559"/>
                </a:lnTo>
                <a:cubicBezTo>
                  <a:pt x="20137" y="128422"/>
                  <a:pt x="20137" y="128422"/>
                  <a:pt x="20137" y="128422"/>
                </a:cubicBezTo>
                <a:cubicBezTo>
                  <a:pt x="22670" y="146026"/>
                  <a:pt x="22670" y="146026"/>
                  <a:pt x="22670" y="146026"/>
                </a:cubicBezTo>
                <a:cubicBezTo>
                  <a:pt x="25203" y="146026"/>
                  <a:pt x="25203" y="146026"/>
                  <a:pt x="27736" y="146026"/>
                </a:cubicBezTo>
                <a:cubicBezTo>
                  <a:pt x="25203" y="130955"/>
                  <a:pt x="22670" y="118417"/>
                  <a:pt x="20137" y="105752"/>
                </a:cubicBezTo>
              </a:path>
            </a:pathLst>
          </a:custGeom>
          <a:solidFill>
            <a:schemeClr val="bg1"/>
          </a:solidFill>
          <a:ln w="967" cap="flat">
            <a:noFill/>
            <a:prstDash val="solid"/>
            <a:miter/>
          </a:ln>
        </p:spPr>
        <p:txBody>
          <a:bodyPr rtlCol="0" anchor="ctr"/>
          <a:lstStyle/>
          <a:p>
            <a:endParaRPr lang="zh-CN" altLang="en-US"/>
          </a:p>
        </p:txBody>
      </p:sp>
      <p:sp>
        <p:nvSpPr>
          <p:cNvPr id="4" name="图形 28" descr="授课技能"/>
          <p:cNvSpPr/>
          <p:nvPr/>
        </p:nvSpPr>
        <p:spPr>
          <a:xfrm>
            <a:off x="4632198" y="5409053"/>
            <a:ext cx="182680" cy="182680"/>
          </a:xfrm>
          <a:custGeom>
            <a:avLst/>
            <a:gdLst>
              <a:gd name="connsiteX0" fmla="*/ 155815 w 182680"/>
              <a:gd name="connsiteY0" fmla="*/ 0 h 182680"/>
              <a:gd name="connsiteX1" fmla="*/ 26864 w 182680"/>
              <a:gd name="connsiteY1" fmla="*/ 0 h 182680"/>
              <a:gd name="connsiteX2" fmla="*/ 0 w 182680"/>
              <a:gd name="connsiteY2" fmla="*/ 26864 h 182680"/>
              <a:gd name="connsiteX3" fmla="*/ 0 w 182680"/>
              <a:gd name="connsiteY3" fmla="*/ 155815 h 182680"/>
              <a:gd name="connsiteX4" fmla="*/ 26864 w 182680"/>
              <a:gd name="connsiteY4" fmla="*/ 182680 h 182680"/>
              <a:gd name="connsiteX5" fmla="*/ 155815 w 182680"/>
              <a:gd name="connsiteY5" fmla="*/ 182680 h 182680"/>
              <a:gd name="connsiteX6" fmla="*/ 182680 w 182680"/>
              <a:gd name="connsiteY6" fmla="*/ 155815 h 182680"/>
              <a:gd name="connsiteX7" fmla="*/ 182680 w 182680"/>
              <a:gd name="connsiteY7" fmla="*/ 26864 h 182680"/>
              <a:gd name="connsiteX8" fmla="*/ 155815 w 182680"/>
              <a:gd name="connsiteY8" fmla="*/ 0 h 182680"/>
              <a:gd name="connsiteX9" fmla="*/ 91877 w 182680"/>
              <a:gd name="connsiteY9" fmla="*/ 25253 h 182680"/>
              <a:gd name="connsiteX10" fmla="*/ 107459 w 182680"/>
              <a:gd name="connsiteY10" fmla="*/ 40834 h 182680"/>
              <a:gd name="connsiteX11" fmla="*/ 91877 w 182680"/>
              <a:gd name="connsiteY11" fmla="*/ 56416 h 182680"/>
              <a:gd name="connsiteX12" fmla="*/ 76295 w 182680"/>
              <a:gd name="connsiteY12" fmla="*/ 40834 h 182680"/>
              <a:gd name="connsiteX13" fmla="*/ 91877 w 182680"/>
              <a:gd name="connsiteY13" fmla="*/ 25253 h 182680"/>
              <a:gd name="connsiteX14" fmla="*/ 95639 w 182680"/>
              <a:gd name="connsiteY14" fmla="*/ 61789 h 182680"/>
              <a:gd name="connsiteX15" fmla="*/ 93489 w 182680"/>
              <a:gd name="connsiteY15" fmla="*/ 66087 h 182680"/>
              <a:gd name="connsiteX16" fmla="*/ 91340 w 182680"/>
              <a:gd name="connsiteY16" fmla="*/ 66087 h 182680"/>
              <a:gd name="connsiteX17" fmla="*/ 89191 w 182680"/>
              <a:gd name="connsiteY17" fmla="*/ 66087 h 182680"/>
              <a:gd name="connsiteX18" fmla="*/ 87041 w 182680"/>
              <a:gd name="connsiteY18" fmla="*/ 61789 h 182680"/>
              <a:gd name="connsiteX19" fmla="*/ 91340 w 182680"/>
              <a:gd name="connsiteY19" fmla="*/ 59640 h 182680"/>
              <a:gd name="connsiteX20" fmla="*/ 95639 w 182680"/>
              <a:gd name="connsiteY20" fmla="*/ 61789 h 182680"/>
              <a:gd name="connsiteX21" fmla="*/ 60177 w 182680"/>
              <a:gd name="connsiteY21" fmla="*/ 70923 h 182680"/>
              <a:gd name="connsiteX22" fmla="*/ 68237 w 182680"/>
              <a:gd name="connsiteY22" fmla="*/ 63401 h 182680"/>
              <a:gd name="connsiteX23" fmla="*/ 82743 w 182680"/>
              <a:gd name="connsiteY23" fmla="*/ 61789 h 182680"/>
              <a:gd name="connsiteX24" fmla="*/ 87041 w 182680"/>
              <a:gd name="connsiteY24" fmla="*/ 77908 h 182680"/>
              <a:gd name="connsiteX25" fmla="*/ 89191 w 182680"/>
              <a:gd name="connsiteY25" fmla="*/ 68774 h 182680"/>
              <a:gd name="connsiteX26" fmla="*/ 93489 w 182680"/>
              <a:gd name="connsiteY26" fmla="*/ 68774 h 182680"/>
              <a:gd name="connsiteX27" fmla="*/ 95639 w 182680"/>
              <a:gd name="connsiteY27" fmla="*/ 77908 h 182680"/>
              <a:gd name="connsiteX28" fmla="*/ 99937 w 182680"/>
              <a:gd name="connsiteY28" fmla="*/ 61789 h 182680"/>
              <a:gd name="connsiteX29" fmla="*/ 114981 w 182680"/>
              <a:gd name="connsiteY29" fmla="*/ 63401 h 182680"/>
              <a:gd name="connsiteX30" fmla="*/ 123041 w 182680"/>
              <a:gd name="connsiteY30" fmla="*/ 70923 h 182680"/>
              <a:gd name="connsiteX31" fmla="*/ 125189 w 182680"/>
              <a:gd name="connsiteY31" fmla="*/ 84892 h 182680"/>
              <a:gd name="connsiteX32" fmla="*/ 56954 w 182680"/>
              <a:gd name="connsiteY32" fmla="*/ 84892 h 182680"/>
              <a:gd name="connsiteX33" fmla="*/ 60177 w 182680"/>
              <a:gd name="connsiteY33" fmla="*/ 70923 h 182680"/>
              <a:gd name="connsiteX34" fmla="*/ 106576 w 182680"/>
              <a:gd name="connsiteY34" fmla="*/ 157428 h 182680"/>
              <a:gd name="connsiteX35" fmla="*/ 75669 w 182680"/>
              <a:gd name="connsiteY35" fmla="*/ 157428 h 182680"/>
              <a:gd name="connsiteX36" fmla="*/ 67416 w 182680"/>
              <a:gd name="connsiteY36" fmla="*/ 150041 h 182680"/>
              <a:gd name="connsiteX37" fmla="*/ 63938 w 182680"/>
              <a:gd name="connsiteY37" fmla="*/ 118742 h 182680"/>
              <a:gd name="connsiteX38" fmla="*/ 118742 w 182680"/>
              <a:gd name="connsiteY38" fmla="*/ 118742 h 182680"/>
              <a:gd name="connsiteX39" fmla="*/ 114815 w 182680"/>
              <a:gd name="connsiteY39" fmla="*/ 150154 h 182680"/>
              <a:gd name="connsiteX40" fmla="*/ 106576 w 182680"/>
              <a:gd name="connsiteY40" fmla="*/ 157428 h 182680"/>
              <a:gd name="connsiteX41" fmla="*/ 131099 w 182680"/>
              <a:gd name="connsiteY41" fmla="*/ 106385 h 182680"/>
              <a:gd name="connsiteX42" fmla="*/ 123041 w 182680"/>
              <a:gd name="connsiteY42" fmla="*/ 113906 h 182680"/>
              <a:gd name="connsiteX43" fmla="*/ 59640 w 182680"/>
              <a:gd name="connsiteY43" fmla="*/ 113906 h 182680"/>
              <a:gd name="connsiteX44" fmla="*/ 51580 w 182680"/>
              <a:gd name="connsiteY44" fmla="*/ 106385 h 182680"/>
              <a:gd name="connsiteX45" fmla="*/ 50506 w 182680"/>
              <a:gd name="connsiteY45" fmla="*/ 95639 h 182680"/>
              <a:gd name="connsiteX46" fmla="*/ 54804 w 182680"/>
              <a:gd name="connsiteY46" fmla="*/ 91340 h 182680"/>
              <a:gd name="connsiteX47" fmla="*/ 127339 w 182680"/>
              <a:gd name="connsiteY47" fmla="*/ 91340 h 182680"/>
              <a:gd name="connsiteX48" fmla="*/ 131637 w 182680"/>
              <a:gd name="connsiteY48" fmla="*/ 95639 h 182680"/>
              <a:gd name="connsiteX49" fmla="*/ 131099 w 182680"/>
              <a:gd name="connsiteY49" fmla="*/ 106385 h 182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82680" h="182680">
                <a:moveTo>
                  <a:pt x="155815" y="0"/>
                </a:moveTo>
                <a:lnTo>
                  <a:pt x="26864" y="0"/>
                </a:lnTo>
                <a:cubicBezTo>
                  <a:pt x="11820" y="0"/>
                  <a:pt x="0" y="11820"/>
                  <a:pt x="0" y="26864"/>
                </a:cubicBezTo>
                <a:lnTo>
                  <a:pt x="0" y="155815"/>
                </a:lnTo>
                <a:cubicBezTo>
                  <a:pt x="0" y="170859"/>
                  <a:pt x="11820" y="182680"/>
                  <a:pt x="26864" y="182680"/>
                </a:cubicBezTo>
                <a:lnTo>
                  <a:pt x="155815" y="182680"/>
                </a:lnTo>
                <a:cubicBezTo>
                  <a:pt x="170859" y="182680"/>
                  <a:pt x="182680" y="170859"/>
                  <a:pt x="182680" y="155815"/>
                </a:cubicBezTo>
                <a:lnTo>
                  <a:pt x="182680" y="26864"/>
                </a:lnTo>
                <a:cubicBezTo>
                  <a:pt x="182680" y="11820"/>
                  <a:pt x="170859" y="0"/>
                  <a:pt x="155815" y="0"/>
                </a:cubicBezTo>
                <a:moveTo>
                  <a:pt x="91877" y="25253"/>
                </a:moveTo>
                <a:cubicBezTo>
                  <a:pt x="100475" y="25253"/>
                  <a:pt x="107459" y="32237"/>
                  <a:pt x="107459" y="40834"/>
                </a:cubicBezTo>
                <a:cubicBezTo>
                  <a:pt x="107459" y="49431"/>
                  <a:pt x="100475" y="56416"/>
                  <a:pt x="91877" y="56416"/>
                </a:cubicBezTo>
                <a:cubicBezTo>
                  <a:pt x="83281" y="56416"/>
                  <a:pt x="76295" y="49431"/>
                  <a:pt x="76295" y="40834"/>
                </a:cubicBezTo>
                <a:cubicBezTo>
                  <a:pt x="76295" y="32237"/>
                  <a:pt x="83281" y="25253"/>
                  <a:pt x="91877" y="25253"/>
                </a:cubicBezTo>
                <a:moveTo>
                  <a:pt x="95639" y="61789"/>
                </a:moveTo>
                <a:cubicBezTo>
                  <a:pt x="95639" y="63401"/>
                  <a:pt x="94027" y="65550"/>
                  <a:pt x="93489" y="66087"/>
                </a:cubicBezTo>
                <a:cubicBezTo>
                  <a:pt x="92952" y="66624"/>
                  <a:pt x="92415" y="66087"/>
                  <a:pt x="91340" y="66087"/>
                </a:cubicBezTo>
                <a:cubicBezTo>
                  <a:pt x="90265" y="66087"/>
                  <a:pt x="89728" y="66624"/>
                  <a:pt x="89191" y="66087"/>
                </a:cubicBezTo>
                <a:cubicBezTo>
                  <a:pt x="88654" y="65550"/>
                  <a:pt x="87041" y="62863"/>
                  <a:pt x="87041" y="61789"/>
                </a:cubicBezTo>
                <a:cubicBezTo>
                  <a:pt x="87041" y="60177"/>
                  <a:pt x="89728" y="59640"/>
                  <a:pt x="91340" y="59640"/>
                </a:cubicBezTo>
                <a:cubicBezTo>
                  <a:pt x="92952" y="59640"/>
                  <a:pt x="95639" y="60177"/>
                  <a:pt x="95639" y="61789"/>
                </a:cubicBezTo>
                <a:moveTo>
                  <a:pt x="60177" y="70923"/>
                </a:moveTo>
                <a:cubicBezTo>
                  <a:pt x="61251" y="67162"/>
                  <a:pt x="63938" y="64475"/>
                  <a:pt x="68237" y="63401"/>
                </a:cubicBezTo>
                <a:lnTo>
                  <a:pt x="82743" y="61789"/>
                </a:lnTo>
                <a:lnTo>
                  <a:pt x="87041" y="77908"/>
                </a:lnTo>
                <a:lnTo>
                  <a:pt x="89191" y="68774"/>
                </a:lnTo>
                <a:lnTo>
                  <a:pt x="93489" y="68774"/>
                </a:lnTo>
                <a:lnTo>
                  <a:pt x="95639" y="77908"/>
                </a:lnTo>
                <a:lnTo>
                  <a:pt x="99937" y="61789"/>
                </a:lnTo>
                <a:lnTo>
                  <a:pt x="114981" y="63401"/>
                </a:lnTo>
                <a:cubicBezTo>
                  <a:pt x="118742" y="63938"/>
                  <a:pt x="121966" y="66624"/>
                  <a:pt x="123041" y="70923"/>
                </a:cubicBezTo>
                <a:lnTo>
                  <a:pt x="125189" y="84892"/>
                </a:lnTo>
                <a:lnTo>
                  <a:pt x="56954" y="84892"/>
                </a:lnTo>
                <a:lnTo>
                  <a:pt x="60177" y="70923"/>
                </a:lnTo>
                <a:moveTo>
                  <a:pt x="106576" y="157428"/>
                </a:moveTo>
                <a:lnTo>
                  <a:pt x="75669" y="157428"/>
                </a:lnTo>
                <a:cubicBezTo>
                  <a:pt x="71438" y="157428"/>
                  <a:pt x="67883" y="154247"/>
                  <a:pt x="67416" y="150041"/>
                </a:cubicBezTo>
                <a:lnTo>
                  <a:pt x="63938" y="118742"/>
                </a:lnTo>
                <a:lnTo>
                  <a:pt x="118742" y="118742"/>
                </a:lnTo>
                <a:lnTo>
                  <a:pt x="114815" y="150154"/>
                </a:lnTo>
                <a:cubicBezTo>
                  <a:pt x="114296" y="154310"/>
                  <a:pt x="110763" y="157428"/>
                  <a:pt x="106576" y="157428"/>
                </a:cubicBezTo>
                <a:moveTo>
                  <a:pt x="131099" y="106385"/>
                </a:moveTo>
                <a:cubicBezTo>
                  <a:pt x="130563" y="110145"/>
                  <a:pt x="126802" y="113906"/>
                  <a:pt x="123041" y="113906"/>
                </a:cubicBezTo>
                <a:lnTo>
                  <a:pt x="59640" y="113906"/>
                </a:lnTo>
                <a:cubicBezTo>
                  <a:pt x="55878" y="113906"/>
                  <a:pt x="52118" y="110145"/>
                  <a:pt x="51580" y="106385"/>
                </a:cubicBezTo>
                <a:lnTo>
                  <a:pt x="50506" y="95639"/>
                </a:lnTo>
                <a:cubicBezTo>
                  <a:pt x="50506" y="93489"/>
                  <a:pt x="52655" y="91340"/>
                  <a:pt x="54804" y="91340"/>
                </a:cubicBezTo>
                <a:lnTo>
                  <a:pt x="127339" y="91340"/>
                </a:lnTo>
                <a:cubicBezTo>
                  <a:pt x="129488" y="91340"/>
                  <a:pt x="132175" y="93489"/>
                  <a:pt x="131637" y="95639"/>
                </a:cubicBezTo>
                <a:lnTo>
                  <a:pt x="131099" y="106385"/>
                </a:lnTo>
              </a:path>
            </a:pathLst>
          </a:custGeom>
          <a:solidFill>
            <a:schemeClr val="bg1"/>
          </a:solidFill>
          <a:ln w="707" cap="flat">
            <a:noFill/>
            <a:prstDash val="solid"/>
            <a:miter/>
          </a:ln>
        </p:spPr>
        <p:txBody>
          <a:bodyPr rtlCol="0" anchor="ctr"/>
          <a:lstStyle/>
          <a:p>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梯形 8"/>
          <p:cNvSpPr/>
          <p:nvPr/>
        </p:nvSpPr>
        <p:spPr>
          <a:xfrm rot="5400000">
            <a:off x="-1501141" y="2162176"/>
            <a:ext cx="5535930" cy="2533649"/>
          </a:xfrm>
          <a:prstGeom prst="trapezoid">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447674" y="1895059"/>
            <a:ext cx="1638300" cy="2308324"/>
          </a:xfrm>
          <a:prstGeom prst="rect">
            <a:avLst/>
          </a:prstGeom>
          <a:noFill/>
        </p:spPr>
        <p:txBody>
          <a:bodyPr wrap="square" rtlCol="0">
            <a:spAutoFit/>
          </a:bodyPr>
          <a:lstStyle/>
          <a:p>
            <a:pPr algn="ctr"/>
            <a:r>
              <a:rPr lang="zh-CN" altLang="en-US" sz="7200" dirty="0">
                <a:solidFill>
                  <a:schemeClr val="bg1"/>
                </a:solidFill>
                <a:latin typeface="微软雅黑" panose="020B0503020204020204" pitchFamily="34" charset="-122"/>
                <a:ea typeface="微软雅黑" panose="020B0503020204020204" pitchFamily="34" charset="-122"/>
              </a:rPr>
              <a:t>目录</a:t>
            </a:r>
            <a:endParaRPr lang="zh-CN" altLang="en-US" sz="7200" dirty="0">
              <a:solidFill>
                <a:schemeClr val="bg1"/>
              </a:solidFill>
              <a:latin typeface="微软雅黑" panose="020B0503020204020204" pitchFamily="34" charset="-122"/>
              <a:ea typeface="微软雅黑" panose="020B0503020204020204" pitchFamily="34" charset="-122"/>
            </a:endParaRPr>
          </a:p>
        </p:txBody>
      </p:sp>
      <p:sp>
        <p:nvSpPr>
          <p:cNvPr id="11" name="文本框 10"/>
          <p:cNvSpPr txBox="1"/>
          <p:nvPr/>
        </p:nvSpPr>
        <p:spPr>
          <a:xfrm>
            <a:off x="528637" y="4295775"/>
            <a:ext cx="1476374" cy="369332"/>
          </a:xfrm>
          <a:prstGeom prst="rect">
            <a:avLst/>
          </a:prstGeom>
          <a:noFill/>
        </p:spPr>
        <p:txBody>
          <a:bodyPr wrap="square" rtlCol="0">
            <a:spAutoFit/>
          </a:bodyPr>
          <a:lstStyle/>
          <a:p>
            <a:r>
              <a:rPr lang="en-US" altLang="zh-CN" dirty="0">
                <a:solidFill>
                  <a:schemeClr val="bg1"/>
                </a:solidFill>
                <a:latin typeface="微软雅黑" panose="020B0503020204020204" pitchFamily="34" charset="-122"/>
                <a:ea typeface="微软雅黑" panose="020B0503020204020204" pitchFamily="34" charset="-122"/>
              </a:rPr>
              <a:t>CONTENTS</a:t>
            </a:r>
            <a:endParaRPr lang="zh-CN" altLang="en-US" dirty="0">
              <a:solidFill>
                <a:schemeClr val="bg1"/>
              </a:solidFill>
              <a:latin typeface="微软雅黑" panose="020B0503020204020204" pitchFamily="34" charset="-122"/>
              <a:ea typeface="微软雅黑" panose="020B0503020204020204" pitchFamily="34" charset="-122"/>
            </a:endParaRPr>
          </a:p>
        </p:txBody>
      </p:sp>
      <p:grpSp>
        <p:nvGrpSpPr>
          <p:cNvPr id="23" name="组合 22"/>
          <p:cNvGrpSpPr/>
          <p:nvPr/>
        </p:nvGrpSpPr>
        <p:grpSpPr>
          <a:xfrm>
            <a:off x="3272868" y="1861669"/>
            <a:ext cx="4925534" cy="892552"/>
            <a:chOff x="4321453" y="1022955"/>
            <a:chExt cx="4925534" cy="892552"/>
          </a:xfrm>
        </p:grpSpPr>
        <p:grpSp>
          <p:nvGrpSpPr>
            <p:cNvPr id="17" name="组合 16"/>
            <p:cNvGrpSpPr/>
            <p:nvPr/>
          </p:nvGrpSpPr>
          <p:grpSpPr>
            <a:xfrm>
              <a:off x="4383366" y="1123950"/>
              <a:ext cx="690562" cy="690562"/>
              <a:chOff x="4701383" y="1123951"/>
              <a:chExt cx="690562" cy="690562"/>
            </a:xfrm>
          </p:grpSpPr>
          <p:sp>
            <p:nvSpPr>
              <p:cNvPr id="20" name="椭圆 19"/>
              <p:cNvSpPr/>
              <p:nvPr/>
            </p:nvSpPr>
            <p:spPr>
              <a:xfrm>
                <a:off x="4701383" y="1123951"/>
                <a:ext cx="690562" cy="690562"/>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b="1" dirty="0">
                  <a:latin typeface="微软雅黑" panose="020B0503020204020204" pitchFamily="34" charset="-122"/>
                  <a:ea typeface="微软雅黑" panose="020B0503020204020204" pitchFamily="34" charset="-122"/>
                </a:endParaRPr>
              </a:p>
            </p:txBody>
          </p:sp>
          <p:sp>
            <p:nvSpPr>
              <p:cNvPr id="21" name="文本框 20"/>
              <p:cNvSpPr txBox="1"/>
              <p:nvPr/>
            </p:nvSpPr>
            <p:spPr>
              <a:xfrm>
                <a:off x="4718647" y="1238399"/>
                <a:ext cx="656034" cy="461665"/>
              </a:xfrm>
              <a:prstGeom prst="rect">
                <a:avLst/>
              </a:prstGeom>
              <a:noFill/>
            </p:spPr>
            <p:txBody>
              <a:bodyPr wrap="square" rtlCol="0">
                <a:spAutoFit/>
              </a:bodyPr>
              <a:lstStyle/>
              <a:p>
                <a:pPr algn="ctr"/>
                <a:r>
                  <a:rPr lang="en-US" altLang="zh-CN" sz="2400" b="1" dirty="0">
                    <a:solidFill>
                      <a:schemeClr val="bg1"/>
                    </a:solidFill>
                    <a:latin typeface="微软雅黑" panose="020B0503020204020204" pitchFamily="34" charset="-122"/>
                    <a:ea typeface="微软雅黑" panose="020B0503020204020204" pitchFamily="34" charset="-122"/>
                  </a:rPr>
                  <a:t>01</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sp>
          <p:nvSpPr>
            <p:cNvPr id="18" name="文本框 17"/>
            <p:cNvSpPr txBox="1"/>
            <p:nvPr/>
          </p:nvSpPr>
          <p:spPr>
            <a:xfrm>
              <a:off x="5361264" y="1022955"/>
              <a:ext cx="3885723" cy="892552"/>
            </a:xfrm>
            <a:prstGeom prst="rect">
              <a:avLst/>
            </a:prstGeom>
            <a:noFill/>
          </p:spPr>
          <p:txBody>
            <a:bodyPr wrap="square" rtlCol="0">
              <a:spAutoFit/>
            </a:bodyPr>
            <a:lstStyle/>
            <a:p>
              <a:r>
                <a:rPr lang="zh-CN" altLang="en-US" sz="3600" b="1" dirty="0">
                  <a:solidFill>
                    <a:schemeClr val="accent1"/>
                  </a:solidFill>
                  <a:latin typeface="微软雅黑" panose="020B0503020204020204" pitchFamily="34" charset="-122"/>
                  <a:ea typeface="微软雅黑" panose="020B0503020204020204" pitchFamily="34" charset="-122"/>
                </a:rPr>
                <a:t>研究背景</a:t>
              </a:r>
              <a:endParaRPr lang="en-US" altLang="zh-CN" sz="3600" b="1" dirty="0">
                <a:solidFill>
                  <a:schemeClr val="accent1"/>
                </a:solidFill>
                <a:latin typeface="微软雅黑" panose="020B0503020204020204" pitchFamily="34" charset="-122"/>
                <a:ea typeface="微软雅黑" panose="020B0503020204020204" pitchFamily="34" charset="-122"/>
              </a:endParaRPr>
            </a:p>
            <a:p>
              <a:r>
                <a:rPr lang="en-US" altLang="zh-CN" sz="1600" dirty="0">
                  <a:solidFill>
                    <a:schemeClr val="bg1">
                      <a:lumMod val="50000"/>
                    </a:schemeClr>
                  </a:solidFill>
                  <a:latin typeface="微软雅黑" panose="020B0503020204020204" pitchFamily="34" charset="-122"/>
                  <a:ea typeface="微软雅黑" panose="020B0503020204020204" pitchFamily="34" charset="-122"/>
                </a:rPr>
                <a:t>Research background</a:t>
              </a:r>
              <a:endParaRPr lang="zh-CN" altLang="en-US" sz="16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22" name="弧形 21"/>
            <p:cNvSpPr/>
            <p:nvPr/>
          </p:nvSpPr>
          <p:spPr>
            <a:xfrm>
              <a:off x="4321453" y="1062037"/>
              <a:ext cx="814388" cy="814388"/>
            </a:xfrm>
            <a:prstGeom prst="arc">
              <a:avLst>
                <a:gd name="adj1" fmla="val 16200000"/>
                <a:gd name="adj2" fmla="val 4863777"/>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grpSp>
        <p:nvGrpSpPr>
          <p:cNvPr id="24" name="组合 23"/>
          <p:cNvGrpSpPr/>
          <p:nvPr/>
        </p:nvGrpSpPr>
        <p:grpSpPr>
          <a:xfrm>
            <a:off x="7388164" y="1861669"/>
            <a:ext cx="4925534" cy="892552"/>
            <a:chOff x="4321453" y="1022955"/>
            <a:chExt cx="4925534" cy="892552"/>
          </a:xfrm>
        </p:grpSpPr>
        <p:grpSp>
          <p:nvGrpSpPr>
            <p:cNvPr id="25" name="组合 24"/>
            <p:cNvGrpSpPr/>
            <p:nvPr/>
          </p:nvGrpSpPr>
          <p:grpSpPr>
            <a:xfrm>
              <a:off x="4383366" y="1123950"/>
              <a:ext cx="690562" cy="690562"/>
              <a:chOff x="4701383" y="1123951"/>
              <a:chExt cx="690562" cy="690562"/>
            </a:xfrm>
          </p:grpSpPr>
          <p:sp>
            <p:nvSpPr>
              <p:cNvPr id="28" name="椭圆 27"/>
              <p:cNvSpPr/>
              <p:nvPr/>
            </p:nvSpPr>
            <p:spPr>
              <a:xfrm>
                <a:off x="4701383" y="1123951"/>
                <a:ext cx="690562" cy="690562"/>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b="1" dirty="0">
                  <a:latin typeface="微软雅黑" panose="020B0503020204020204" pitchFamily="34" charset="-122"/>
                  <a:ea typeface="微软雅黑" panose="020B0503020204020204" pitchFamily="34" charset="-122"/>
                </a:endParaRPr>
              </a:p>
            </p:txBody>
          </p:sp>
          <p:sp>
            <p:nvSpPr>
              <p:cNvPr id="29" name="文本框 28"/>
              <p:cNvSpPr txBox="1"/>
              <p:nvPr/>
            </p:nvSpPr>
            <p:spPr>
              <a:xfrm>
                <a:off x="4718647" y="1238399"/>
                <a:ext cx="656034" cy="461665"/>
              </a:xfrm>
              <a:prstGeom prst="rect">
                <a:avLst/>
              </a:prstGeom>
              <a:noFill/>
            </p:spPr>
            <p:txBody>
              <a:bodyPr wrap="square" rtlCol="0">
                <a:spAutoFit/>
              </a:bodyPr>
              <a:lstStyle/>
              <a:p>
                <a:pPr algn="ctr"/>
                <a:r>
                  <a:rPr lang="en-US" altLang="zh-CN" sz="2400" b="1" dirty="0">
                    <a:solidFill>
                      <a:schemeClr val="bg1"/>
                    </a:solidFill>
                    <a:latin typeface="微软雅黑" panose="020B0503020204020204" pitchFamily="34" charset="-122"/>
                    <a:ea typeface="微软雅黑" panose="020B0503020204020204" pitchFamily="34" charset="-122"/>
                  </a:rPr>
                  <a:t>02</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sp>
          <p:nvSpPr>
            <p:cNvPr id="26" name="文本框 25"/>
            <p:cNvSpPr txBox="1"/>
            <p:nvPr/>
          </p:nvSpPr>
          <p:spPr>
            <a:xfrm>
              <a:off x="5361264" y="1022955"/>
              <a:ext cx="3885723" cy="892552"/>
            </a:xfrm>
            <a:prstGeom prst="rect">
              <a:avLst/>
            </a:prstGeom>
            <a:noFill/>
          </p:spPr>
          <p:txBody>
            <a:bodyPr wrap="square" rtlCol="0">
              <a:spAutoFit/>
            </a:bodyPr>
            <a:lstStyle/>
            <a:p>
              <a:r>
                <a:rPr lang="zh-CN" altLang="en-US" sz="3600" b="1" dirty="0">
                  <a:solidFill>
                    <a:schemeClr val="accent1"/>
                  </a:solidFill>
                  <a:latin typeface="微软雅黑" panose="020B0503020204020204" pitchFamily="34" charset="-122"/>
                  <a:ea typeface="微软雅黑" panose="020B0503020204020204" pitchFamily="34" charset="-122"/>
                </a:rPr>
                <a:t>目的及意义</a:t>
              </a:r>
              <a:endParaRPr lang="en-US" altLang="zh-CN" sz="3600" b="1" dirty="0">
                <a:solidFill>
                  <a:schemeClr val="accent1"/>
                </a:solidFill>
                <a:latin typeface="微软雅黑" panose="020B0503020204020204" pitchFamily="34" charset="-122"/>
                <a:ea typeface="微软雅黑" panose="020B0503020204020204" pitchFamily="34" charset="-122"/>
              </a:endParaRPr>
            </a:p>
            <a:p>
              <a:r>
                <a:rPr lang="en-US" altLang="zh-CN" sz="1600" dirty="0">
                  <a:solidFill>
                    <a:schemeClr val="bg1">
                      <a:lumMod val="50000"/>
                    </a:schemeClr>
                  </a:solidFill>
                  <a:latin typeface="微软雅黑" panose="020B0503020204020204" pitchFamily="34" charset="-122"/>
                  <a:ea typeface="微软雅黑" panose="020B0503020204020204" pitchFamily="34" charset="-122"/>
                </a:rPr>
                <a:t>Purpose and significance</a:t>
              </a:r>
              <a:endParaRPr lang="zh-CN" altLang="en-US" sz="16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27" name="弧形 26"/>
            <p:cNvSpPr/>
            <p:nvPr/>
          </p:nvSpPr>
          <p:spPr>
            <a:xfrm>
              <a:off x="4321453" y="1062037"/>
              <a:ext cx="814388" cy="814388"/>
            </a:xfrm>
            <a:prstGeom prst="arc">
              <a:avLst>
                <a:gd name="adj1" fmla="val 16200000"/>
                <a:gd name="adj2" fmla="val 4863777"/>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grpSp>
        <p:nvGrpSpPr>
          <p:cNvPr id="30" name="组合 29"/>
          <p:cNvGrpSpPr/>
          <p:nvPr/>
        </p:nvGrpSpPr>
        <p:grpSpPr>
          <a:xfrm>
            <a:off x="3272868" y="3095033"/>
            <a:ext cx="4925534" cy="892552"/>
            <a:chOff x="4321453" y="1022955"/>
            <a:chExt cx="4925534" cy="892552"/>
          </a:xfrm>
        </p:grpSpPr>
        <p:grpSp>
          <p:nvGrpSpPr>
            <p:cNvPr id="31" name="组合 30"/>
            <p:cNvGrpSpPr/>
            <p:nvPr/>
          </p:nvGrpSpPr>
          <p:grpSpPr>
            <a:xfrm>
              <a:off x="4383366" y="1123950"/>
              <a:ext cx="690562" cy="690562"/>
              <a:chOff x="4701383" y="1123951"/>
              <a:chExt cx="690562" cy="690562"/>
            </a:xfrm>
          </p:grpSpPr>
          <p:sp>
            <p:nvSpPr>
              <p:cNvPr id="34" name="椭圆 33"/>
              <p:cNvSpPr/>
              <p:nvPr/>
            </p:nvSpPr>
            <p:spPr>
              <a:xfrm>
                <a:off x="4701383" y="1123951"/>
                <a:ext cx="690562" cy="690562"/>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b="1" dirty="0">
                  <a:latin typeface="微软雅黑" panose="020B0503020204020204" pitchFamily="34" charset="-122"/>
                  <a:ea typeface="微软雅黑" panose="020B0503020204020204" pitchFamily="34" charset="-122"/>
                </a:endParaRPr>
              </a:p>
            </p:txBody>
          </p:sp>
          <p:sp>
            <p:nvSpPr>
              <p:cNvPr id="35" name="文本框 34"/>
              <p:cNvSpPr txBox="1"/>
              <p:nvPr/>
            </p:nvSpPr>
            <p:spPr>
              <a:xfrm>
                <a:off x="4718647" y="1238399"/>
                <a:ext cx="656034" cy="461665"/>
              </a:xfrm>
              <a:prstGeom prst="rect">
                <a:avLst/>
              </a:prstGeom>
              <a:noFill/>
            </p:spPr>
            <p:txBody>
              <a:bodyPr wrap="square" rtlCol="0">
                <a:spAutoFit/>
              </a:bodyPr>
              <a:lstStyle/>
              <a:p>
                <a:pPr algn="ctr"/>
                <a:r>
                  <a:rPr lang="en-US" altLang="zh-CN" sz="2400" b="1" dirty="0">
                    <a:solidFill>
                      <a:schemeClr val="bg1"/>
                    </a:solidFill>
                    <a:latin typeface="微软雅黑" panose="020B0503020204020204" pitchFamily="34" charset="-122"/>
                    <a:ea typeface="微软雅黑" panose="020B0503020204020204" pitchFamily="34" charset="-122"/>
                  </a:rPr>
                  <a:t>03</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sp>
          <p:nvSpPr>
            <p:cNvPr id="32" name="文本框 31"/>
            <p:cNvSpPr txBox="1"/>
            <p:nvPr/>
          </p:nvSpPr>
          <p:spPr>
            <a:xfrm>
              <a:off x="5361264" y="1022955"/>
              <a:ext cx="3885723" cy="892552"/>
            </a:xfrm>
            <a:prstGeom prst="rect">
              <a:avLst/>
            </a:prstGeom>
            <a:noFill/>
          </p:spPr>
          <p:txBody>
            <a:bodyPr wrap="square" rtlCol="0">
              <a:spAutoFit/>
            </a:bodyPr>
            <a:lstStyle/>
            <a:p>
              <a:r>
                <a:rPr lang="zh-CN" altLang="en-US" sz="3600" b="1" dirty="0">
                  <a:solidFill>
                    <a:schemeClr val="accent1"/>
                  </a:solidFill>
                  <a:latin typeface="微软雅黑" panose="020B0503020204020204" pitchFamily="34" charset="-122"/>
                  <a:ea typeface="微软雅黑" panose="020B0503020204020204" pitchFamily="34" charset="-122"/>
                </a:rPr>
                <a:t>方法与过程</a:t>
              </a:r>
              <a:endParaRPr lang="en-US" altLang="zh-CN" sz="3600" b="1" dirty="0">
                <a:solidFill>
                  <a:schemeClr val="accent1"/>
                </a:solidFill>
                <a:latin typeface="微软雅黑" panose="020B0503020204020204" pitchFamily="34" charset="-122"/>
                <a:ea typeface="微软雅黑" panose="020B0503020204020204" pitchFamily="34" charset="-122"/>
              </a:endParaRPr>
            </a:p>
            <a:p>
              <a:r>
                <a:rPr lang="en-US" altLang="zh-CN" sz="1600" dirty="0">
                  <a:solidFill>
                    <a:schemeClr val="bg1">
                      <a:lumMod val="50000"/>
                    </a:schemeClr>
                  </a:solidFill>
                  <a:latin typeface="微软雅黑" panose="020B0503020204020204" pitchFamily="34" charset="-122"/>
                  <a:ea typeface="微软雅黑" panose="020B0503020204020204" pitchFamily="34" charset="-122"/>
                </a:rPr>
                <a:t>Methods and process</a:t>
              </a:r>
              <a:endParaRPr lang="zh-CN" altLang="en-US" sz="16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33" name="弧形 32"/>
            <p:cNvSpPr/>
            <p:nvPr/>
          </p:nvSpPr>
          <p:spPr>
            <a:xfrm>
              <a:off x="4321453" y="1062037"/>
              <a:ext cx="814388" cy="814388"/>
            </a:xfrm>
            <a:prstGeom prst="arc">
              <a:avLst>
                <a:gd name="adj1" fmla="val 16200000"/>
                <a:gd name="adj2" fmla="val 4863777"/>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grpSp>
        <p:nvGrpSpPr>
          <p:cNvPr id="36" name="组合 35"/>
          <p:cNvGrpSpPr/>
          <p:nvPr/>
        </p:nvGrpSpPr>
        <p:grpSpPr>
          <a:xfrm>
            <a:off x="3272868" y="4410479"/>
            <a:ext cx="4925534" cy="892552"/>
            <a:chOff x="4321453" y="1022955"/>
            <a:chExt cx="4925534" cy="892552"/>
          </a:xfrm>
        </p:grpSpPr>
        <p:grpSp>
          <p:nvGrpSpPr>
            <p:cNvPr id="37" name="组合 36"/>
            <p:cNvGrpSpPr/>
            <p:nvPr/>
          </p:nvGrpSpPr>
          <p:grpSpPr>
            <a:xfrm>
              <a:off x="4383366" y="1123950"/>
              <a:ext cx="690562" cy="690562"/>
              <a:chOff x="4701383" y="1123951"/>
              <a:chExt cx="690562" cy="690562"/>
            </a:xfrm>
          </p:grpSpPr>
          <p:sp>
            <p:nvSpPr>
              <p:cNvPr id="40" name="椭圆 39"/>
              <p:cNvSpPr/>
              <p:nvPr/>
            </p:nvSpPr>
            <p:spPr>
              <a:xfrm>
                <a:off x="4701383" y="1123951"/>
                <a:ext cx="690562" cy="690562"/>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b="1" dirty="0">
                  <a:latin typeface="微软雅黑" panose="020B0503020204020204" pitchFamily="34" charset="-122"/>
                  <a:ea typeface="微软雅黑" panose="020B0503020204020204" pitchFamily="34" charset="-122"/>
                </a:endParaRPr>
              </a:p>
            </p:txBody>
          </p:sp>
          <p:sp>
            <p:nvSpPr>
              <p:cNvPr id="41" name="文本框 40"/>
              <p:cNvSpPr txBox="1"/>
              <p:nvPr/>
            </p:nvSpPr>
            <p:spPr>
              <a:xfrm>
                <a:off x="4718647" y="1238399"/>
                <a:ext cx="656034" cy="461665"/>
              </a:xfrm>
              <a:prstGeom prst="rect">
                <a:avLst/>
              </a:prstGeom>
              <a:noFill/>
            </p:spPr>
            <p:txBody>
              <a:bodyPr wrap="square" rtlCol="0">
                <a:spAutoFit/>
              </a:bodyPr>
              <a:lstStyle/>
              <a:p>
                <a:pPr algn="ctr"/>
                <a:r>
                  <a:rPr lang="en-US" altLang="zh-CN" sz="2400" b="1" dirty="0">
                    <a:solidFill>
                      <a:schemeClr val="bg1"/>
                    </a:solidFill>
                    <a:latin typeface="微软雅黑" panose="020B0503020204020204" pitchFamily="34" charset="-122"/>
                    <a:ea typeface="微软雅黑" panose="020B0503020204020204" pitchFamily="34" charset="-122"/>
                  </a:rPr>
                  <a:t>05</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sp>
          <p:nvSpPr>
            <p:cNvPr id="38" name="文本框 37"/>
            <p:cNvSpPr txBox="1"/>
            <p:nvPr/>
          </p:nvSpPr>
          <p:spPr>
            <a:xfrm>
              <a:off x="5361264" y="1022955"/>
              <a:ext cx="3885723" cy="892552"/>
            </a:xfrm>
            <a:prstGeom prst="rect">
              <a:avLst/>
            </a:prstGeom>
            <a:noFill/>
          </p:spPr>
          <p:txBody>
            <a:bodyPr wrap="square" rtlCol="0">
              <a:spAutoFit/>
            </a:bodyPr>
            <a:lstStyle/>
            <a:p>
              <a:r>
                <a:rPr lang="zh-CN" altLang="en-US" sz="3600" b="1" dirty="0">
                  <a:solidFill>
                    <a:schemeClr val="accent1"/>
                  </a:solidFill>
                  <a:latin typeface="微软雅黑" panose="020B0503020204020204" pitchFamily="34" charset="-122"/>
                  <a:ea typeface="微软雅黑" panose="020B0503020204020204" pitchFamily="34" charset="-122"/>
                </a:rPr>
                <a:t>总结与讨论</a:t>
              </a:r>
              <a:endParaRPr lang="en-US" altLang="zh-CN" sz="3600" b="1" dirty="0">
                <a:solidFill>
                  <a:schemeClr val="accent1"/>
                </a:solidFill>
                <a:latin typeface="微软雅黑" panose="020B0503020204020204" pitchFamily="34" charset="-122"/>
                <a:ea typeface="微软雅黑" panose="020B0503020204020204" pitchFamily="34" charset="-122"/>
              </a:endParaRPr>
            </a:p>
            <a:p>
              <a:r>
                <a:rPr lang="en-US" altLang="zh-CN" sz="1600" dirty="0">
                  <a:solidFill>
                    <a:schemeClr val="bg1">
                      <a:lumMod val="50000"/>
                    </a:schemeClr>
                  </a:solidFill>
                  <a:latin typeface="微软雅黑" panose="020B0503020204020204" pitchFamily="34" charset="-122"/>
                  <a:ea typeface="微软雅黑" panose="020B0503020204020204" pitchFamily="34" charset="-122"/>
                </a:rPr>
                <a:t>Summary and Discussion</a:t>
              </a:r>
              <a:endParaRPr lang="zh-CN" altLang="en-US" sz="16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39" name="弧形 38"/>
            <p:cNvSpPr/>
            <p:nvPr/>
          </p:nvSpPr>
          <p:spPr>
            <a:xfrm>
              <a:off x="4321453" y="1062037"/>
              <a:ext cx="814388" cy="814388"/>
            </a:xfrm>
            <a:prstGeom prst="arc">
              <a:avLst>
                <a:gd name="adj1" fmla="val 16200000"/>
                <a:gd name="adj2" fmla="val 4863777"/>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grpSp>
        <p:nvGrpSpPr>
          <p:cNvPr id="42" name="组合 41"/>
          <p:cNvGrpSpPr/>
          <p:nvPr/>
        </p:nvGrpSpPr>
        <p:grpSpPr>
          <a:xfrm>
            <a:off x="7388164" y="3095033"/>
            <a:ext cx="4925534" cy="892552"/>
            <a:chOff x="4321453" y="1022955"/>
            <a:chExt cx="4925534" cy="892552"/>
          </a:xfrm>
        </p:grpSpPr>
        <p:grpSp>
          <p:nvGrpSpPr>
            <p:cNvPr id="43" name="组合 42"/>
            <p:cNvGrpSpPr/>
            <p:nvPr/>
          </p:nvGrpSpPr>
          <p:grpSpPr>
            <a:xfrm>
              <a:off x="4383366" y="1123950"/>
              <a:ext cx="690562" cy="690562"/>
              <a:chOff x="4701383" y="1123951"/>
              <a:chExt cx="690562" cy="690562"/>
            </a:xfrm>
          </p:grpSpPr>
          <p:sp>
            <p:nvSpPr>
              <p:cNvPr id="46" name="椭圆 45"/>
              <p:cNvSpPr/>
              <p:nvPr/>
            </p:nvSpPr>
            <p:spPr>
              <a:xfrm>
                <a:off x="4701383" y="1123951"/>
                <a:ext cx="690562" cy="690562"/>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b="1" dirty="0">
                  <a:latin typeface="微软雅黑" panose="020B0503020204020204" pitchFamily="34" charset="-122"/>
                  <a:ea typeface="微软雅黑" panose="020B0503020204020204" pitchFamily="34" charset="-122"/>
                </a:endParaRPr>
              </a:p>
            </p:txBody>
          </p:sp>
          <p:sp>
            <p:nvSpPr>
              <p:cNvPr id="47" name="文本框 46"/>
              <p:cNvSpPr txBox="1"/>
              <p:nvPr/>
            </p:nvSpPr>
            <p:spPr>
              <a:xfrm>
                <a:off x="4718647" y="1238399"/>
                <a:ext cx="656034" cy="461665"/>
              </a:xfrm>
              <a:prstGeom prst="rect">
                <a:avLst/>
              </a:prstGeom>
              <a:noFill/>
            </p:spPr>
            <p:txBody>
              <a:bodyPr wrap="square" rtlCol="0">
                <a:spAutoFit/>
              </a:bodyPr>
              <a:lstStyle/>
              <a:p>
                <a:pPr algn="ctr"/>
                <a:r>
                  <a:rPr lang="en-US" altLang="zh-CN" sz="2400" b="1" dirty="0">
                    <a:solidFill>
                      <a:schemeClr val="bg1"/>
                    </a:solidFill>
                    <a:latin typeface="微软雅黑" panose="020B0503020204020204" pitchFamily="34" charset="-122"/>
                    <a:ea typeface="微软雅黑" panose="020B0503020204020204" pitchFamily="34" charset="-122"/>
                  </a:rPr>
                  <a:t>04</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sp>
          <p:nvSpPr>
            <p:cNvPr id="44" name="文本框 43"/>
            <p:cNvSpPr txBox="1"/>
            <p:nvPr/>
          </p:nvSpPr>
          <p:spPr>
            <a:xfrm>
              <a:off x="5361264" y="1022955"/>
              <a:ext cx="3885723" cy="892552"/>
            </a:xfrm>
            <a:prstGeom prst="rect">
              <a:avLst/>
            </a:prstGeom>
            <a:noFill/>
          </p:spPr>
          <p:txBody>
            <a:bodyPr wrap="square" rtlCol="0">
              <a:spAutoFit/>
            </a:bodyPr>
            <a:lstStyle/>
            <a:p>
              <a:r>
                <a:rPr lang="zh-CN" altLang="en-US" sz="3600" b="1" dirty="0">
                  <a:solidFill>
                    <a:schemeClr val="accent1"/>
                  </a:solidFill>
                  <a:latin typeface="微软雅黑" panose="020B0503020204020204" pitchFamily="34" charset="-122"/>
                  <a:ea typeface="微软雅黑" panose="020B0503020204020204" pitchFamily="34" charset="-122"/>
                </a:rPr>
                <a:t>结果与分析</a:t>
              </a:r>
              <a:endParaRPr lang="en-US" altLang="zh-CN" sz="3600" b="1" dirty="0">
                <a:solidFill>
                  <a:schemeClr val="accent1"/>
                </a:solidFill>
                <a:latin typeface="微软雅黑" panose="020B0503020204020204" pitchFamily="34" charset="-122"/>
                <a:ea typeface="微软雅黑" panose="020B0503020204020204" pitchFamily="34" charset="-122"/>
              </a:endParaRPr>
            </a:p>
            <a:p>
              <a:r>
                <a:rPr lang="en-US" altLang="zh-CN" sz="1600" dirty="0">
                  <a:solidFill>
                    <a:schemeClr val="bg1">
                      <a:lumMod val="50000"/>
                    </a:schemeClr>
                  </a:solidFill>
                  <a:latin typeface="微软雅黑" panose="020B0503020204020204" pitchFamily="34" charset="-122"/>
                  <a:ea typeface="微软雅黑" panose="020B0503020204020204" pitchFamily="34" charset="-122"/>
                </a:rPr>
                <a:t>Result and Analysis</a:t>
              </a:r>
              <a:endParaRPr lang="zh-CN" altLang="en-US" sz="16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45" name="弧形 44"/>
            <p:cNvSpPr/>
            <p:nvPr/>
          </p:nvSpPr>
          <p:spPr>
            <a:xfrm>
              <a:off x="4321453" y="1062037"/>
              <a:ext cx="814388" cy="814388"/>
            </a:xfrm>
            <a:prstGeom prst="arc">
              <a:avLst>
                <a:gd name="adj1" fmla="val 16200000"/>
                <a:gd name="adj2" fmla="val 4863777"/>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6749144" y="2081163"/>
            <a:ext cx="4740984" cy="109400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542925" y="2650331"/>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目的与意义</a:t>
            </a:r>
            <a:endParaRPr lang="zh-CN" altLang="en-US" sz="2800" b="1" dirty="0">
              <a:latin typeface="微软雅黑" panose="020B0503020204020204" pitchFamily="34" charset="-122"/>
              <a:ea typeface="微软雅黑" panose="020B0503020204020204" pitchFamily="34" charset="-122"/>
            </a:endParaRPr>
          </a:p>
        </p:txBody>
      </p:sp>
      <p:sp>
        <p:nvSpPr>
          <p:cNvPr id="8" name="文本框 7"/>
          <p:cNvSpPr txBox="1"/>
          <p:nvPr/>
        </p:nvSpPr>
        <p:spPr>
          <a:xfrm>
            <a:off x="542925" y="3643312"/>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方法与过程</a:t>
            </a:r>
            <a:endParaRPr lang="zh-CN" altLang="en-US" sz="2800" b="1" dirty="0">
              <a:latin typeface="微软雅黑" panose="020B0503020204020204" pitchFamily="34" charset="-122"/>
              <a:ea typeface="微软雅黑" panose="020B0503020204020204" pitchFamily="34" charset="-122"/>
            </a:endParaRPr>
          </a:p>
        </p:txBody>
      </p:sp>
      <p:sp>
        <p:nvSpPr>
          <p:cNvPr id="9" name="文本框 8"/>
          <p:cNvSpPr txBox="1"/>
          <p:nvPr/>
        </p:nvSpPr>
        <p:spPr>
          <a:xfrm>
            <a:off x="542925" y="4636293"/>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结果与分析</a:t>
            </a:r>
            <a:endParaRPr lang="zh-CN" altLang="en-US" sz="2800" b="1"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542925" y="5629275"/>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总结与讨论</a:t>
            </a:r>
            <a:endParaRPr lang="zh-CN" altLang="en-US" sz="2800" b="1" dirty="0">
              <a:latin typeface="微软雅黑" panose="020B0503020204020204" pitchFamily="34" charset="-122"/>
              <a:ea typeface="微软雅黑" panose="020B0503020204020204" pitchFamily="34" charset="-122"/>
            </a:endParaRPr>
          </a:p>
        </p:txBody>
      </p:sp>
      <p:grpSp>
        <p:nvGrpSpPr>
          <p:cNvPr id="3" name="组合 2"/>
          <p:cNvGrpSpPr/>
          <p:nvPr/>
        </p:nvGrpSpPr>
        <p:grpSpPr>
          <a:xfrm>
            <a:off x="-2" y="1537960"/>
            <a:ext cx="2867026" cy="921872"/>
            <a:chOff x="-2" y="1537960"/>
            <a:chExt cx="2867026" cy="921872"/>
          </a:xfrm>
        </p:grpSpPr>
        <p:sp>
          <p:nvSpPr>
            <p:cNvPr id="11" name="矩形 10"/>
            <p:cNvSpPr/>
            <p:nvPr/>
          </p:nvSpPr>
          <p:spPr>
            <a:xfrm>
              <a:off x="-1" y="1537960"/>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直角三角形 11"/>
            <p:cNvSpPr/>
            <p:nvPr/>
          </p:nvSpPr>
          <p:spPr>
            <a:xfrm rot="10800000">
              <a:off x="-2" y="2299960"/>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 name="文本框 13"/>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endParaRPr lang="zh-CN" altLang="en-US" sz="4800" b="1" dirty="0">
              <a:solidFill>
                <a:schemeClr val="accent1"/>
              </a:solidFill>
              <a:latin typeface="微软雅黑" panose="020B0503020204020204" pitchFamily="34" charset="-122"/>
              <a:ea typeface="微软雅黑" panose="020B0503020204020204" pitchFamily="34" charset="-122"/>
            </a:endParaRPr>
          </a:p>
        </p:txBody>
      </p:sp>
      <p:sp>
        <p:nvSpPr>
          <p:cNvPr id="15" name="文本框 14"/>
          <p:cNvSpPr txBox="1"/>
          <p:nvPr/>
        </p:nvSpPr>
        <p:spPr>
          <a:xfrm>
            <a:off x="3979636" y="1520170"/>
            <a:ext cx="2946400" cy="2215991"/>
          </a:xfrm>
          <a:prstGeom prst="rect">
            <a:avLst/>
          </a:prstGeom>
          <a:noFill/>
        </p:spPr>
        <p:txBody>
          <a:bodyPr wrap="square" rtlCol="0">
            <a:spAutoFit/>
          </a:bodyPr>
          <a:lstStyle/>
          <a:p>
            <a:pPr algn="ctr"/>
            <a:r>
              <a:rPr lang="en-US" altLang="zh-CN" sz="13800" b="1" dirty="0">
                <a:solidFill>
                  <a:schemeClr val="accent1"/>
                </a:solidFill>
                <a:latin typeface="微软雅黑" panose="020B0503020204020204" pitchFamily="34" charset="-122"/>
                <a:ea typeface="微软雅黑" panose="020B0503020204020204" pitchFamily="34" charset="-122"/>
              </a:rPr>
              <a:t>01</a:t>
            </a:r>
            <a:endParaRPr lang="zh-CN" altLang="en-US" sz="13800" b="1" dirty="0">
              <a:solidFill>
                <a:schemeClr val="accent1"/>
              </a:solidFill>
              <a:latin typeface="微软雅黑" panose="020B0503020204020204" pitchFamily="34" charset="-122"/>
              <a:ea typeface="微软雅黑" panose="020B0503020204020204" pitchFamily="34" charset="-122"/>
            </a:endParaRPr>
          </a:p>
        </p:txBody>
      </p:sp>
      <p:sp>
        <p:nvSpPr>
          <p:cNvPr id="18" name="文本框 17"/>
          <p:cNvSpPr txBox="1"/>
          <p:nvPr/>
        </p:nvSpPr>
        <p:spPr>
          <a:xfrm>
            <a:off x="7208701" y="2151111"/>
            <a:ext cx="4119335" cy="954107"/>
          </a:xfrm>
          <a:prstGeom prst="rect">
            <a:avLst/>
          </a:prstGeom>
          <a:noFill/>
        </p:spPr>
        <p:txBody>
          <a:bodyPr wrap="square" rtlCol="0">
            <a:spAutoFit/>
          </a:bodyPr>
          <a:lstStyle/>
          <a:p>
            <a:r>
              <a:rPr lang="zh-CN" altLang="en-US" sz="3600" b="1" dirty="0">
                <a:solidFill>
                  <a:schemeClr val="bg1"/>
                </a:solidFill>
              </a:rPr>
              <a:t>研究背景</a:t>
            </a:r>
            <a:endParaRPr lang="en-US" altLang="zh-CN" sz="3600" b="1" dirty="0">
              <a:solidFill>
                <a:schemeClr val="bg1"/>
              </a:solidFill>
            </a:endParaRPr>
          </a:p>
          <a:p>
            <a:r>
              <a:rPr lang="en-US" altLang="zh-CN" sz="2000" dirty="0">
                <a:solidFill>
                  <a:schemeClr val="bg1"/>
                </a:solidFill>
                <a:latin typeface="微软雅黑" panose="020B0503020204020204" pitchFamily="34" charset="-122"/>
                <a:ea typeface="微软雅黑" panose="020B0503020204020204" pitchFamily="34" charset="-122"/>
              </a:rPr>
              <a:t>Research background</a:t>
            </a:r>
            <a:endParaRPr lang="en-US" altLang="zh-CN" sz="2000" dirty="0">
              <a:solidFill>
                <a:schemeClr val="bg1"/>
              </a:solidFill>
              <a:latin typeface="微软雅黑" panose="020B0503020204020204" pitchFamily="34" charset="-122"/>
              <a:ea typeface="微软雅黑" panose="020B0503020204020204" pitchFamily="34" charset="-122"/>
            </a:endParaRPr>
          </a:p>
        </p:txBody>
      </p:sp>
      <p:sp>
        <p:nvSpPr>
          <p:cNvPr id="20" name="文本框 19"/>
          <p:cNvSpPr txBox="1"/>
          <p:nvPr/>
        </p:nvSpPr>
        <p:spPr>
          <a:xfrm>
            <a:off x="6571653" y="3629017"/>
            <a:ext cx="4064000" cy="1848711"/>
          </a:xfrm>
          <a:prstGeom prst="rect">
            <a:avLst/>
          </a:prstGeom>
          <a:noFill/>
        </p:spPr>
        <p:txBody>
          <a:bodyPr wrap="square" rtlCol="0">
            <a:spAutoFit/>
          </a:bodyPr>
          <a:lstStyle/>
          <a:p>
            <a:pPr marL="285750" indent="-285750">
              <a:lnSpc>
                <a:spcPts val="35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背景介绍</a:t>
            </a:r>
            <a:endParaRPr lang="en-US" altLang="zh-CN" sz="2400" dirty="0">
              <a:latin typeface="微软雅黑" panose="020B0503020204020204" pitchFamily="34" charset="-122"/>
              <a:ea typeface="微软雅黑" panose="020B0503020204020204" pitchFamily="34" charset="-122"/>
            </a:endParaRPr>
          </a:p>
          <a:p>
            <a:pPr marL="285750" indent="-285750">
              <a:lnSpc>
                <a:spcPts val="35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社会现状与需求</a:t>
            </a:r>
            <a:endParaRPr lang="en-US" altLang="zh-CN" sz="2400" dirty="0">
              <a:latin typeface="微软雅黑" panose="020B0503020204020204" pitchFamily="34" charset="-122"/>
              <a:ea typeface="微软雅黑" panose="020B0503020204020204" pitchFamily="34" charset="-122"/>
            </a:endParaRPr>
          </a:p>
          <a:p>
            <a:pPr marL="285750" indent="-285750">
              <a:lnSpc>
                <a:spcPts val="35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国内外研究进展</a:t>
            </a:r>
            <a:endParaRPr lang="en-US" altLang="zh-CN" sz="2400" dirty="0">
              <a:latin typeface="微软雅黑" panose="020B0503020204020204" pitchFamily="34" charset="-122"/>
              <a:ea typeface="微软雅黑" panose="020B0503020204020204" pitchFamily="34" charset="-122"/>
            </a:endParaRPr>
          </a:p>
          <a:p>
            <a:pPr marL="285750" indent="-285750">
              <a:lnSpc>
                <a:spcPts val="35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重难点分析</a:t>
            </a:r>
            <a:endParaRPr lang="zh-CN" altLang="en-US" sz="2400" dirty="0">
              <a:latin typeface="微软雅黑" panose="020B0503020204020204" pitchFamily="34" charset="-122"/>
              <a:ea typeface="微软雅黑" panose="020B0503020204020204" pitchFamily="34" charset="-122"/>
            </a:endParaRPr>
          </a:p>
        </p:txBody>
      </p:sp>
      <p:grpSp>
        <p:nvGrpSpPr>
          <p:cNvPr id="22" name="组合 21"/>
          <p:cNvGrpSpPr/>
          <p:nvPr/>
        </p:nvGrpSpPr>
        <p:grpSpPr>
          <a:xfrm flipH="1">
            <a:off x="10375900" y="6121400"/>
            <a:ext cx="1282700" cy="421640"/>
            <a:chOff x="495300" y="304800"/>
            <a:chExt cx="1282700" cy="421640"/>
          </a:xfrm>
        </p:grpSpPr>
        <p:sp>
          <p:nvSpPr>
            <p:cNvPr id="23" name="矩形: 圆角 22"/>
            <p:cNvSpPr/>
            <p:nvPr/>
          </p:nvSpPr>
          <p:spPr>
            <a:xfrm>
              <a:off x="495300" y="304800"/>
              <a:ext cx="7920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角 23"/>
            <p:cNvSpPr/>
            <p:nvPr/>
          </p:nvSpPr>
          <p:spPr>
            <a:xfrm>
              <a:off x="495300" y="485140"/>
              <a:ext cx="12827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圆角 24"/>
            <p:cNvSpPr/>
            <p:nvPr/>
          </p:nvSpPr>
          <p:spPr>
            <a:xfrm>
              <a:off x="495300" y="665480"/>
              <a:ext cx="5400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文本框 5"/>
          <p:cNvSpPr txBox="1"/>
          <p:nvPr/>
        </p:nvSpPr>
        <p:spPr>
          <a:xfrm>
            <a:off x="542925" y="1657350"/>
            <a:ext cx="1828800"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研究背景</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3396996" y="5393688"/>
            <a:ext cx="8316000" cy="115582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542925" y="2650331"/>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目的与意义</a:t>
            </a:r>
            <a:endParaRPr lang="zh-CN" altLang="en-US" sz="2800" b="1" dirty="0">
              <a:latin typeface="微软雅黑" panose="020B0503020204020204" pitchFamily="34" charset="-122"/>
              <a:ea typeface="微软雅黑" panose="020B0503020204020204" pitchFamily="34" charset="-122"/>
            </a:endParaRPr>
          </a:p>
        </p:txBody>
      </p:sp>
      <p:sp>
        <p:nvSpPr>
          <p:cNvPr id="6" name="文本框 5"/>
          <p:cNvSpPr txBox="1"/>
          <p:nvPr/>
        </p:nvSpPr>
        <p:spPr>
          <a:xfrm>
            <a:off x="542925" y="3643312"/>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方法与过程</a:t>
            </a:r>
            <a:endParaRPr lang="zh-CN" altLang="en-US" sz="2800" b="1" dirty="0">
              <a:latin typeface="微软雅黑" panose="020B0503020204020204" pitchFamily="34" charset="-122"/>
              <a:ea typeface="微软雅黑" panose="020B0503020204020204" pitchFamily="34" charset="-122"/>
            </a:endParaRPr>
          </a:p>
        </p:txBody>
      </p:sp>
      <p:sp>
        <p:nvSpPr>
          <p:cNvPr id="7" name="文本框 6"/>
          <p:cNvSpPr txBox="1"/>
          <p:nvPr/>
        </p:nvSpPr>
        <p:spPr>
          <a:xfrm>
            <a:off x="542925" y="4636293"/>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结果与分析</a:t>
            </a:r>
            <a:endParaRPr lang="zh-CN" altLang="en-US" sz="2800" b="1" dirty="0">
              <a:latin typeface="微软雅黑" panose="020B0503020204020204" pitchFamily="34" charset="-122"/>
              <a:ea typeface="微软雅黑" panose="020B0503020204020204" pitchFamily="34" charset="-122"/>
            </a:endParaRPr>
          </a:p>
        </p:txBody>
      </p:sp>
      <p:sp>
        <p:nvSpPr>
          <p:cNvPr id="8" name="文本框 7"/>
          <p:cNvSpPr txBox="1"/>
          <p:nvPr/>
        </p:nvSpPr>
        <p:spPr>
          <a:xfrm>
            <a:off x="542925" y="5629275"/>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总结与讨论</a:t>
            </a:r>
            <a:endParaRPr lang="zh-CN" altLang="en-US" sz="2800" b="1" dirty="0">
              <a:latin typeface="微软雅黑" panose="020B0503020204020204" pitchFamily="34" charset="-122"/>
              <a:ea typeface="微软雅黑" panose="020B0503020204020204" pitchFamily="34" charset="-122"/>
            </a:endParaRPr>
          </a:p>
        </p:txBody>
      </p:sp>
      <p:sp>
        <p:nvSpPr>
          <p:cNvPr id="12" name="文本框 11"/>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endParaRPr lang="zh-CN" altLang="en-US" sz="4800" b="1" dirty="0">
              <a:solidFill>
                <a:schemeClr val="accent1"/>
              </a:solidFill>
              <a:latin typeface="微软雅黑" panose="020B0503020204020204" pitchFamily="34" charset="-122"/>
              <a:ea typeface="微软雅黑" panose="020B0503020204020204" pitchFamily="34" charset="-122"/>
            </a:endParaRPr>
          </a:p>
        </p:txBody>
      </p:sp>
      <p:sp>
        <p:nvSpPr>
          <p:cNvPr id="14" name="文本框 13"/>
          <p:cNvSpPr txBox="1"/>
          <p:nvPr/>
        </p:nvSpPr>
        <p:spPr>
          <a:xfrm>
            <a:off x="3403600" y="162578"/>
            <a:ext cx="45085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背景介绍</a:t>
            </a:r>
            <a:endParaRPr lang="zh-CN" altLang="en-US" sz="2800" b="1" dirty="0">
              <a:latin typeface="微软雅黑" panose="020B0503020204020204" pitchFamily="34" charset="-122"/>
              <a:ea typeface="微软雅黑" panose="020B0503020204020204" pitchFamily="34" charset="-122"/>
            </a:endParaRPr>
          </a:p>
        </p:txBody>
      </p:sp>
      <p:sp>
        <p:nvSpPr>
          <p:cNvPr id="15" name="矩形 14"/>
          <p:cNvSpPr/>
          <p:nvPr/>
        </p:nvSpPr>
        <p:spPr>
          <a:xfrm>
            <a:off x="3396996" y="797947"/>
            <a:ext cx="8316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4013199" y="1303019"/>
            <a:ext cx="6959600" cy="4757034"/>
          </a:xfrm>
          <a:prstGeom prst="rect">
            <a:avLst/>
          </a:prstGeom>
          <a:solidFill>
            <a:schemeClr val="bg1"/>
          </a:solidFill>
          <a:ln>
            <a:noFill/>
          </a:ln>
          <a:effectLst>
            <a:outerShdw blurRad="127000" sx="102000" sy="102000" algn="ctr" rotWithShape="0">
              <a:schemeClr val="bg1">
                <a:lumMod val="5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圆角 17"/>
          <p:cNvSpPr/>
          <p:nvPr/>
        </p:nvSpPr>
        <p:spPr>
          <a:xfrm>
            <a:off x="5607049" y="1626860"/>
            <a:ext cx="3771900" cy="642610"/>
          </a:xfrm>
          <a:prstGeom prst="roundRect">
            <a:avLst>
              <a:gd name="adj" fmla="val 25692"/>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这里填写标题</a:t>
            </a:r>
            <a:endParaRPr lang="zh-CN" altLang="en-US" sz="2400" b="1" dirty="0">
              <a:latin typeface="微软雅黑" panose="020B0503020204020204" pitchFamily="34" charset="-122"/>
              <a:ea typeface="微软雅黑" panose="020B0503020204020204" pitchFamily="34" charset="-122"/>
            </a:endParaRPr>
          </a:p>
        </p:txBody>
      </p:sp>
      <p:sp>
        <p:nvSpPr>
          <p:cNvPr id="19" name="文本框 18"/>
          <p:cNvSpPr txBox="1"/>
          <p:nvPr/>
        </p:nvSpPr>
        <p:spPr>
          <a:xfrm>
            <a:off x="4381499" y="2650331"/>
            <a:ext cx="6223000" cy="2585323"/>
          </a:xfrm>
          <a:prstGeom prst="rect">
            <a:avLst/>
          </a:prstGeom>
          <a:noFill/>
        </p:spPr>
        <p:txBody>
          <a:bodyPr wrap="square" rtlCol="0">
            <a:spAutoFit/>
          </a:bodyPr>
          <a:lstStyle/>
          <a:p>
            <a:r>
              <a:rPr lang="en-US" altLang="zh-CN" dirty="0"/>
              <a:t>        </a:t>
            </a:r>
            <a:r>
              <a:rPr lang="zh-CN" altLang="en-US" dirty="0"/>
              <a:t>这里填写正文内容这里填写正文内容这里填写正文内容这里填写正文内容这里填写正文内容这里填写正文内容这里填写正文内容</a:t>
            </a:r>
            <a:endParaRPr lang="zh-CN" altLang="en-US" dirty="0"/>
          </a:p>
          <a:p>
            <a:r>
              <a:rPr lang="zh-CN" altLang="en-US" dirty="0"/>
              <a:t>        这里填写正文内容这里填写正文内容这里填写正文内容这里填写正文内容这里填写正文内容这里填写正文内容</a:t>
            </a:r>
            <a:endParaRPr lang="zh-CN" altLang="en-US" dirty="0"/>
          </a:p>
          <a:p>
            <a:r>
              <a:rPr lang="zh-CN" altLang="en-US" dirty="0"/>
              <a:t>这里填写正文内容这里填写正文内容</a:t>
            </a:r>
            <a:endParaRPr lang="en-US" altLang="zh-CN" dirty="0"/>
          </a:p>
          <a:p>
            <a:r>
              <a:rPr lang="zh-CN" altLang="en-US" dirty="0"/>
              <a:t>        这里填写正文内容这里填写正文内容这里填写正文内容这里填写正文内容这里填写正文内容这里填写正文内容</a:t>
            </a:r>
            <a:endParaRPr lang="zh-CN" altLang="en-US" dirty="0"/>
          </a:p>
          <a:p>
            <a:r>
              <a:rPr lang="zh-CN" altLang="en-US" dirty="0"/>
              <a:t>这里填写正文内容这里填写正文内容</a:t>
            </a:r>
            <a:endParaRPr lang="zh-CN" altLang="en-US" dirty="0"/>
          </a:p>
        </p:txBody>
      </p:sp>
      <p:grpSp>
        <p:nvGrpSpPr>
          <p:cNvPr id="24" name="组合 23"/>
          <p:cNvGrpSpPr/>
          <p:nvPr/>
        </p:nvGrpSpPr>
        <p:grpSpPr>
          <a:xfrm>
            <a:off x="-2" y="1537960"/>
            <a:ext cx="2867026" cy="921872"/>
            <a:chOff x="-2" y="1537960"/>
            <a:chExt cx="2867026" cy="921872"/>
          </a:xfrm>
        </p:grpSpPr>
        <p:sp>
          <p:nvSpPr>
            <p:cNvPr id="25" name="矩形 24"/>
            <p:cNvSpPr/>
            <p:nvPr/>
          </p:nvSpPr>
          <p:spPr>
            <a:xfrm>
              <a:off x="-1" y="1537960"/>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直角三角形 25"/>
            <p:cNvSpPr/>
            <p:nvPr/>
          </p:nvSpPr>
          <p:spPr>
            <a:xfrm rot="10800000">
              <a:off x="-2" y="2299960"/>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7" name="文本框 26"/>
          <p:cNvSpPr txBox="1"/>
          <p:nvPr/>
        </p:nvSpPr>
        <p:spPr>
          <a:xfrm>
            <a:off x="542925" y="1657350"/>
            <a:ext cx="1828800"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研究背景</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任意多边形: 形状 15"/>
          <p:cNvSpPr/>
          <p:nvPr/>
        </p:nvSpPr>
        <p:spPr>
          <a:xfrm rot="5400000" flipH="1">
            <a:off x="7284931" y="3159233"/>
            <a:ext cx="940567" cy="1468942"/>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flip="none" rotWithShape="1">
            <a:gsLst>
              <a:gs pos="0">
                <a:schemeClr val="accent1">
                  <a:alpha val="10000"/>
                  <a:lumMod val="50000"/>
                  <a:lumOff val="50000"/>
                </a:schemeClr>
              </a:gs>
              <a:gs pos="100000">
                <a:schemeClr val="accent1"/>
              </a:gs>
            </a:gsLst>
            <a:lin ang="162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84125" tIns="42062" rIns="84125" bIns="42062" rtlCol="0" anchor="ctr">
            <a:noAutofit/>
          </a:bodyPr>
          <a:lstStyle/>
          <a:p>
            <a:pPr algn="ctr"/>
            <a:endParaRPr lang="zh-CN" altLang="en-US" sz="1655">
              <a:latin typeface="+mn-ea"/>
            </a:endParaRPr>
          </a:p>
        </p:txBody>
      </p:sp>
      <p:sp>
        <p:nvSpPr>
          <p:cNvPr id="4" name="矩形 3"/>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542925" y="2650331"/>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目的与意义</a:t>
            </a:r>
            <a:endParaRPr lang="zh-CN" altLang="en-US" sz="2800" b="1" dirty="0">
              <a:latin typeface="微软雅黑" panose="020B0503020204020204" pitchFamily="34" charset="-122"/>
              <a:ea typeface="微软雅黑" panose="020B0503020204020204" pitchFamily="34" charset="-122"/>
            </a:endParaRPr>
          </a:p>
        </p:txBody>
      </p:sp>
      <p:sp>
        <p:nvSpPr>
          <p:cNvPr id="6" name="文本框 5"/>
          <p:cNvSpPr txBox="1"/>
          <p:nvPr/>
        </p:nvSpPr>
        <p:spPr>
          <a:xfrm>
            <a:off x="542925" y="3643312"/>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方法与过程</a:t>
            </a:r>
            <a:endParaRPr lang="zh-CN" altLang="en-US" sz="2800" b="1" dirty="0">
              <a:latin typeface="微软雅黑" panose="020B0503020204020204" pitchFamily="34" charset="-122"/>
              <a:ea typeface="微软雅黑" panose="020B0503020204020204" pitchFamily="34" charset="-122"/>
            </a:endParaRPr>
          </a:p>
        </p:txBody>
      </p:sp>
      <p:sp>
        <p:nvSpPr>
          <p:cNvPr id="7" name="文本框 6"/>
          <p:cNvSpPr txBox="1"/>
          <p:nvPr/>
        </p:nvSpPr>
        <p:spPr>
          <a:xfrm>
            <a:off x="542925" y="4636293"/>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结果与分析</a:t>
            </a:r>
            <a:endParaRPr lang="zh-CN" altLang="en-US" sz="2800" b="1" dirty="0">
              <a:latin typeface="微软雅黑" panose="020B0503020204020204" pitchFamily="34" charset="-122"/>
              <a:ea typeface="微软雅黑" panose="020B0503020204020204" pitchFamily="34" charset="-122"/>
            </a:endParaRPr>
          </a:p>
        </p:txBody>
      </p:sp>
      <p:sp>
        <p:nvSpPr>
          <p:cNvPr id="8" name="文本框 7"/>
          <p:cNvSpPr txBox="1"/>
          <p:nvPr/>
        </p:nvSpPr>
        <p:spPr>
          <a:xfrm>
            <a:off x="542925" y="5629275"/>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总结与讨论</a:t>
            </a:r>
            <a:endParaRPr lang="zh-CN" altLang="en-US" sz="2800" b="1" dirty="0">
              <a:latin typeface="微软雅黑" panose="020B0503020204020204" pitchFamily="34" charset="-122"/>
              <a:ea typeface="微软雅黑" panose="020B0503020204020204" pitchFamily="34" charset="-122"/>
            </a:endParaRPr>
          </a:p>
        </p:txBody>
      </p:sp>
      <p:sp>
        <p:nvSpPr>
          <p:cNvPr id="12" name="文本框 11"/>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endParaRPr lang="zh-CN" altLang="en-US" sz="4800" b="1" dirty="0">
              <a:solidFill>
                <a:schemeClr val="accent1"/>
              </a:solidFill>
              <a:latin typeface="微软雅黑" panose="020B0503020204020204" pitchFamily="34" charset="-122"/>
              <a:ea typeface="微软雅黑" panose="020B0503020204020204" pitchFamily="34" charset="-122"/>
            </a:endParaRPr>
          </a:p>
        </p:txBody>
      </p:sp>
      <p:sp>
        <p:nvSpPr>
          <p:cNvPr id="15" name="矩形 14"/>
          <p:cNvSpPr/>
          <p:nvPr/>
        </p:nvSpPr>
        <p:spPr>
          <a:xfrm>
            <a:off x="3396996" y="797947"/>
            <a:ext cx="8316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3403600" y="162578"/>
            <a:ext cx="45085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社会现状与需求</a:t>
            </a:r>
            <a:endParaRPr lang="zh-CN" altLang="en-US" sz="2800" b="1" dirty="0">
              <a:latin typeface="微软雅黑" panose="020B0503020204020204" pitchFamily="34" charset="-122"/>
              <a:ea typeface="微软雅黑" panose="020B0503020204020204" pitchFamily="34" charset="-122"/>
            </a:endParaRPr>
          </a:p>
        </p:txBody>
      </p:sp>
      <p:grpSp>
        <p:nvGrpSpPr>
          <p:cNvPr id="19" name="组合 18"/>
          <p:cNvGrpSpPr/>
          <p:nvPr/>
        </p:nvGrpSpPr>
        <p:grpSpPr>
          <a:xfrm>
            <a:off x="3559111" y="1495884"/>
            <a:ext cx="3066472" cy="4379008"/>
            <a:chOff x="3860800" y="1773487"/>
            <a:chExt cx="3066472" cy="4379008"/>
          </a:xfrm>
        </p:grpSpPr>
        <p:sp>
          <p:nvSpPr>
            <p:cNvPr id="3" name="矩形 2"/>
            <p:cNvSpPr/>
            <p:nvPr/>
          </p:nvSpPr>
          <p:spPr>
            <a:xfrm>
              <a:off x="3860800" y="2105969"/>
              <a:ext cx="3066472" cy="4046526"/>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p:cNvSpPr/>
            <p:nvPr/>
          </p:nvSpPr>
          <p:spPr>
            <a:xfrm>
              <a:off x="4354945" y="1773487"/>
              <a:ext cx="2078182" cy="5264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latin typeface="微软雅黑" panose="020B0503020204020204" pitchFamily="34" charset="-122"/>
                  <a:ea typeface="微软雅黑" panose="020B0503020204020204" pitchFamily="34" charset="-122"/>
                </a:rPr>
                <a:t>社会现状</a:t>
              </a:r>
              <a:endParaRPr lang="zh-CN" altLang="en-US" b="1" dirty="0">
                <a:latin typeface="微软雅黑" panose="020B0503020204020204" pitchFamily="34" charset="-122"/>
                <a:ea typeface="微软雅黑" panose="020B0503020204020204" pitchFamily="34" charset="-122"/>
              </a:endParaRPr>
            </a:p>
          </p:txBody>
        </p:sp>
      </p:grpSp>
      <p:grpSp>
        <p:nvGrpSpPr>
          <p:cNvPr id="20" name="组合 19"/>
          <p:cNvGrpSpPr/>
          <p:nvPr/>
        </p:nvGrpSpPr>
        <p:grpSpPr>
          <a:xfrm>
            <a:off x="8726392" y="1495884"/>
            <a:ext cx="3066472" cy="4379008"/>
            <a:chOff x="8794486" y="1657350"/>
            <a:chExt cx="3066472" cy="4379008"/>
          </a:xfrm>
        </p:grpSpPr>
        <p:sp>
          <p:nvSpPr>
            <p:cNvPr id="17" name="矩形 16"/>
            <p:cNvSpPr/>
            <p:nvPr/>
          </p:nvSpPr>
          <p:spPr>
            <a:xfrm>
              <a:off x="8794486" y="1989832"/>
              <a:ext cx="3066472" cy="4046526"/>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圆角 17"/>
            <p:cNvSpPr/>
            <p:nvPr/>
          </p:nvSpPr>
          <p:spPr>
            <a:xfrm>
              <a:off x="9288631" y="1657350"/>
              <a:ext cx="2078182" cy="5264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latin typeface="微软雅黑" panose="020B0503020204020204" pitchFamily="34" charset="-122"/>
                  <a:ea typeface="微软雅黑" panose="020B0503020204020204" pitchFamily="34" charset="-122"/>
                </a:rPr>
                <a:t>社会需求</a:t>
              </a:r>
              <a:endParaRPr lang="zh-CN" altLang="en-US" b="1" dirty="0">
                <a:latin typeface="微软雅黑" panose="020B0503020204020204" pitchFamily="34" charset="-122"/>
                <a:ea typeface="微软雅黑" panose="020B0503020204020204" pitchFamily="34" charset="-122"/>
              </a:endParaRPr>
            </a:p>
          </p:txBody>
        </p:sp>
      </p:grpSp>
      <p:sp>
        <p:nvSpPr>
          <p:cNvPr id="21" name="文本框 20"/>
          <p:cNvSpPr txBox="1"/>
          <p:nvPr/>
        </p:nvSpPr>
        <p:spPr>
          <a:xfrm>
            <a:off x="3628417" y="2459832"/>
            <a:ext cx="2889115" cy="2677656"/>
          </a:xfrm>
          <a:prstGeom prst="rect">
            <a:avLst/>
          </a:prstGeom>
          <a:noFill/>
        </p:spPr>
        <p:txBody>
          <a:bodyPr wrap="square" rtlCol="0">
            <a:spAutoFit/>
          </a:bodyPr>
          <a:lstStyle/>
          <a:p>
            <a:pPr marL="285750" indent="-285750">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这里输入正文内容这里输入正文内容这里输入正文内容这里输入正文内容这里输入正文内容</a:t>
            </a:r>
            <a:endParaRPr lang="zh-CN" altLang="en-US" sz="14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这里输入正文内容这里输入正文内容这里输入正文内容这里输入正文内容这里输入正文内容这里输入正文内容这里输入正文内容这里输入正文内容</a:t>
            </a:r>
            <a:endParaRPr lang="zh-CN" altLang="en-US" sz="14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这里输入正文内容这里输入正文内容这里输入正文内容</a:t>
            </a:r>
            <a:endParaRPr lang="zh-CN" altLang="en-US" sz="14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endParaRPr lang="zh-CN" altLang="en-US" sz="1400" dirty="0">
              <a:latin typeface="微软雅黑" panose="020B0503020204020204" pitchFamily="34" charset="-122"/>
              <a:ea typeface="微软雅黑" panose="020B0503020204020204" pitchFamily="34" charset="-122"/>
            </a:endParaRPr>
          </a:p>
        </p:txBody>
      </p:sp>
      <p:sp>
        <p:nvSpPr>
          <p:cNvPr id="22" name="文本框 21"/>
          <p:cNvSpPr txBox="1"/>
          <p:nvPr/>
        </p:nvSpPr>
        <p:spPr>
          <a:xfrm>
            <a:off x="8815070" y="2459832"/>
            <a:ext cx="2889115" cy="2677656"/>
          </a:xfrm>
          <a:prstGeom prst="rect">
            <a:avLst/>
          </a:prstGeom>
          <a:noFill/>
        </p:spPr>
        <p:txBody>
          <a:bodyPr wrap="square" rtlCol="0">
            <a:spAutoFit/>
          </a:bodyPr>
          <a:lstStyle/>
          <a:p>
            <a:pPr marL="285750" indent="-285750">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这里输入正文内容这里输入正文内容这里输入正文内容这里输入正文内容这里输入正文内容</a:t>
            </a:r>
            <a:endParaRPr lang="zh-CN" altLang="en-US" sz="14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这里输入正文内容这里输入正文内容这里输入正文内容这里输入正文内容这里输入正文内容这里输入正文内容这里输入正文内容这里输入正文内容</a:t>
            </a:r>
            <a:endParaRPr lang="zh-CN" altLang="en-US" sz="14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这里输入正文内容这里输入正文内容这里输入正文内容</a:t>
            </a:r>
            <a:endParaRPr lang="zh-CN" altLang="en-US" sz="14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endParaRPr lang="zh-CN" altLang="en-US" sz="1400" dirty="0">
              <a:latin typeface="微软雅黑" panose="020B0503020204020204" pitchFamily="34" charset="-122"/>
              <a:ea typeface="微软雅黑" panose="020B0503020204020204" pitchFamily="34" charset="-122"/>
            </a:endParaRPr>
          </a:p>
        </p:txBody>
      </p:sp>
      <p:grpSp>
        <p:nvGrpSpPr>
          <p:cNvPr id="26" name="组合 25"/>
          <p:cNvGrpSpPr/>
          <p:nvPr/>
        </p:nvGrpSpPr>
        <p:grpSpPr>
          <a:xfrm>
            <a:off x="-2" y="1537960"/>
            <a:ext cx="2867026" cy="921872"/>
            <a:chOff x="-2" y="1537960"/>
            <a:chExt cx="2867026" cy="921872"/>
          </a:xfrm>
        </p:grpSpPr>
        <p:sp>
          <p:nvSpPr>
            <p:cNvPr id="27" name="矩形 26"/>
            <p:cNvSpPr/>
            <p:nvPr/>
          </p:nvSpPr>
          <p:spPr>
            <a:xfrm>
              <a:off x="-1" y="1537960"/>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直角三角形 27"/>
            <p:cNvSpPr/>
            <p:nvPr/>
          </p:nvSpPr>
          <p:spPr>
            <a:xfrm rot="10800000">
              <a:off x="-2" y="2299960"/>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9" name="文本框 28"/>
          <p:cNvSpPr txBox="1"/>
          <p:nvPr/>
        </p:nvSpPr>
        <p:spPr>
          <a:xfrm>
            <a:off x="542925" y="1657350"/>
            <a:ext cx="1828800"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研究背景</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542925" y="2650331"/>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目的与意义</a:t>
            </a:r>
            <a:endParaRPr lang="zh-CN" altLang="en-US" sz="2800" b="1" dirty="0">
              <a:latin typeface="微软雅黑" panose="020B0503020204020204" pitchFamily="34" charset="-122"/>
              <a:ea typeface="微软雅黑" panose="020B0503020204020204" pitchFamily="34" charset="-122"/>
            </a:endParaRPr>
          </a:p>
        </p:txBody>
      </p:sp>
      <p:sp>
        <p:nvSpPr>
          <p:cNvPr id="6" name="文本框 5"/>
          <p:cNvSpPr txBox="1"/>
          <p:nvPr/>
        </p:nvSpPr>
        <p:spPr>
          <a:xfrm>
            <a:off x="542925" y="3643312"/>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方法与过程</a:t>
            </a:r>
            <a:endParaRPr lang="zh-CN" altLang="en-US" sz="2800" b="1" dirty="0">
              <a:latin typeface="微软雅黑" panose="020B0503020204020204" pitchFamily="34" charset="-122"/>
              <a:ea typeface="微软雅黑" panose="020B0503020204020204" pitchFamily="34" charset="-122"/>
            </a:endParaRPr>
          </a:p>
        </p:txBody>
      </p:sp>
      <p:sp>
        <p:nvSpPr>
          <p:cNvPr id="7" name="文本框 6"/>
          <p:cNvSpPr txBox="1"/>
          <p:nvPr/>
        </p:nvSpPr>
        <p:spPr>
          <a:xfrm>
            <a:off x="542925" y="4636293"/>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结果与分析</a:t>
            </a:r>
            <a:endParaRPr lang="zh-CN" altLang="en-US" sz="2800" b="1" dirty="0">
              <a:latin typeface="微软雅黑" panose="020B0503020204020204" pitchFamily="34" charset="-122"/>
              <a:ea typeface="微软雅黑" panose="020B0503020204020204" pitchFamily="34" charset="-122"/>
            </a:endParaRPr>
          </a:p>
        </p:txBody>
      </p:sp>
      <p:sp>
        <p:nvSpPr>
          <p:cNvPr id="8" name="文本框 7"/>
          <p:cNvSpPr txBox="1"/>
          <p:nvPr/>
        </p:nvSpPr>
        <p:spPr>
          <a:xfrm>
            <a:off x="542925" y="5629275"/>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总结与讨论</a:t>
            </a:r>
            <a:endParaRPr lang="zh-CN" altLang="en-US" sz="2800" b="1" dirty="0">
              <a:latin typeface="微软雅黑" panose="020B0503020204020204" pitchFamily="34" charset="-122"/>
              <a:ea typeface="微软雅黑" panose="020B0503020204020204" pitchFamily="34" charset="-122"/>
            </a:endParaRPr>
          </a:p>
        </p:txBody>
      </p:sp>
      <p:sp>
        <p:nvSpPr>
          <p:cNvPr id="12" name="文本框 11"/>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endParaRPr lang="zh-CN" altLang="en-US" sz="4800" b="1" dirty="0">
              <a:solidFill>
                <a:schemeClr val="accent1"/>
              </a:solidFill>
              <a:latin typeface="微软雅黑" panose="020B0503020204020204" pitchFamily="34" charset="-122"/>
              <a:ea typeface="微软雅黑" panose="020B0503020204020204" pitchFamily="34" charset="-122"/>
            </a:endParaRPr>
          </a:p>
        </p:txBody>
      </p:sp>
      <p:sp>
        <p:nvSpPr>
          <p:cNvPr id="15" name="矩形 14"/>
          <p:cNvSpPr/>
          <p:nvPr/>
        </p:nvSpPr>
        <p:spPr>
          <a:xfrm>
            <a:off x="3396996" y="797947"/>
            <a:ext cx="8316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3403600" y="162578"/>
            <a:ext cx="45085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国内外研究进展</a:t>
            </a:r>
            <a:endParaRPr lang="zh-CN" altLang="en-US" sz="2800" b="1" dirty="0">
              <a:latin typeface="微软雅黑" panose="020B0503020204020204" pitchFamily="34" charset="-122"/>
              <a:ea typeface="微软雅黑" panose="020B0503020204020204" pitchFamily="34" charset="-122"/>
            </a:endParaRPr>
          </a:p>
        </p:txBody>
      </p:sp>
      <p:sp>
        <p:nvSpPr>
          <p:cNvPr id="25" name="矩形 24"/>
          <p:cNvSpPr/>
          <p:nvPr/>
        </p:nvSpPr>
        <p:spPr>
          <a:xfrm>
            <a:off x="4076700" y="3596412"/>
            <a:ext cx="7289800" cy="130910"/>
          </a:xfrm>
          <a:prstGeom prst="rect">
            <a:avLst/>
          </a:prstGeom>
          <a:gradFill flip="none" rotWithShape="1">
            <a:gsLst>
              <a:gs pos="0">
                <a:schemeClr val="accent1">
                  <a:lumMod val="50000"/>
                  <a:lumOff val="50000"/>
                  <a:alpha val="50000"/>
                </a:schemeClr>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等腰三角形 26"/>
          <p:cNvSpPr/>
          <p:nvPr/>
        </p:nvSpPr>
        <p:spPr>
          <a:xfrm rot="5400000">
            <a:off x="11188190" y="3492053"/>
            <a:ext cx="393969" cy="339629"/>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p:cNvSpPr/>
          <p:nvPr/>
        </p:nvSpPr>
        <p:spPr>
          <a:xfrm>
            <a:off x="4857821" y="3468124"/>
            <a:ext cx="339629" cy="339629"/>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椭圆 28"/>
          <p:cNvSpPr/>
          <p:nvPr/>
        </p:nvSpPr>
        <p:spPr>
          <a:xfrm>
            <a:off x="4943498" y="3553801"/>
            <a:ext cx="168275" cy="16827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文本框 30"/>
          <p:cNvSpPr txBox="1"/>
          <p:nvPr/>
        </p:nvSpPr>
        <p:spPr>
          <a:xfrm>
            <a:off x="2867024" y="3785484"/>
            <a:ext cx="1325104" cy="369332"/>
          </a:xfrm>
          <a:prstGeom prst="rect">
            <a:avLst/>
          </a:prstGeom>
          <a:noFill/>
        </p:spPr>
        <p:txBody>
          <a:bodyPr wrap="square" rtlCol="0">
            <a:spAutoFit/>
          </a:bodyPr>
          <a:lstStyle/>
          <a:p>
            <a:pPr algn="ctr"/>
            <a:r>
              <a:rPr lang="zh-CN" altLang="en-US" b="1" dirty="0">
                <a:solidFill>
                  <a:schemeClr val="accent1"/>
                </a:solidFill>
                <a:latin typeface="微软雅黑" panose="020B0503020204020204" pitchFamily="34" charset="-122"/>
                <a:ea typeface="微软雅黑" panose="020B0503020204020204" pitchFamily="34" charset="-122"/>
              </a:rPr>
              <a:t>重要节点</a:t>
            </a:r>
            <a:endParaRPr lang="zh-CN" altLang="en-US" b="1" dirty="0">
              <a:solidFill>
                <a:schemeClr val="accent1"/>
              </a:solidFill>
              <a:latin typeface="微软雅黑" panose="020B0503020204020204" pitchFamily="34" charset="-122"/>
              <a:ea typeface="微软雅黑" panose="020B0503020204020204" pitchFamily="34" charset="-122"/>
            </a:endParaRPr>
          </a:p>
        </p:txBody>
      </p:sp>
      <p:sp>
        <p:nvSpPr>
          <p:cNvPr id="32" name="文本框 31"/>
          <p:cNvSpPr txBox="1"/>
          <p:nvPr/>
        </p:nvSpPr>
        <p:spPr>
          <a:xfrm>
            <a:off x="4232861" y="3858755"/>
            <a:ext cx="1589547" cy="307777"/>
          </a:xfrm>
          <a:prstGeom prst="rect">
            <a:avLst/>
          </a:prstGeom>
          <a:noFill/>
        </p:spPr>
        <p:txBody>
          <a:bodyPr wrap="square" rtlCol="0">
            <a:spAutoFit/>
          </a:bodyPr>
          <a:lstStyle/>
          <a:p>
            <a:pPr algn="ctr"/>
            <a:r>
              <a:rPr lang="en-US" altLang="zh-CN" sz="1400" b="1" dirty="0">
                <a:latin typeface="微软雅黑" panose="020B0503020204020204" pitchFamily="34" charset="-122"/>
                <a:ea typeface="微软雅黑" panose="020B0503020204020204" pitchFamily="34" charset="-122"/>
              </a:rPr>
              <a:t>XXXX</a:t>
            </a:r>
            <a:r>
              <a:rPr lang="zh-CN" altLang="en-US" sz="1400" b="1" dirty="0">
                <a:latin typeface="微软雅黑" panose="020B0503020204020204" pitchFamily="34" charset="-122"/>
                <a:ea typeface="微软雅黑" panose="020B0503020204020204" pitchFamily="34" charset="-122"/>
              </a:rPr>
              <a:t>年</a:t>
            </a:r>
            <a:r>
              <a:rPr lang="en-US" altLang="zh-CN" sz="1400" b="1" dirty="0">
                <a:latin typeface="微软雅黑" panose="020B0503020204020204" pitchFamily="34" charset="-122"/>
                <a:ea typeface="微软雅黑" panose="020B0503020204020204" pitchFamily="34" charset="-122"/>
              </a:rPr>
              <a:t>XX</a:t>
            </a:r>
            <a:r>
              <a:rPr lang="zh-CN" altLang="en-US" sz="1400" b="1" dirty="0">
                <a:latin typeface="微软雅黑" panose="020B0503020204020204" pitchFamily="34" charset="-122"/>
                <a:ea typeface="微软雅黑" panose="020B0503020204020204" pitchFamily="34" charset="-122"/>
              </a:rPr>
              <a:t>月</a:t>
            </a:r>
            <a:endParaRPr lang="zh-CN" altLang="en-US" sz="1400" b="1" dirty="0">
              <a:latin typeface="微软雅黑" panose="020B0503020204020204" pitchFamily="34" charset="-122"/>
              <a:ea typeface="微软雅黑" panose="020B0503020204020204" pitchFamily="34" charset="-122"/>
            </a:endParaRPr>
          </a:p>
        </p:txBody>
      </p:sp>
      <p:sp>
        <p:nvSpPr>
          <p:cNvPr id="34" name="对话气泡: 矩形 33"/>
          <p:cNvSpPr/>
          <p:nvPr/>
        </p:nvSpPr>
        <p:spPr>
          <a:xfrm>
            <a:off x="3660856" y="1157979"/>
            <a:ext cx="2901834" cy="1914537"/>
          </a:xfrm>
          <a:prstGeom prst="wedgeRectCallout">
            <a:avLst>
              <a:gd name="adj1" fmla="val -5008"/>
              <a:gd name="adj2" fmla="val 6803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文本框 37"/>
          <p:cNvSpPr txBox="1"/>
          <p:nvPr/>
        </p:nvSpPr>
        <p:spPr>
          <a:xfrm>
            <a:off x="3889137" y="1212186"/>
            <a:ext cx="809625" cy="307777"/>
          </a:xfrm>
          <a:prstGeom prst="rect">
            <a:avLst/>
          </a:prstGeom>
          <a:noFill/>
        </p:spPr>
        <p:txBody>
          <a:bodyPr wrap="square" rtlCol="0">
            <a:spAutoFit/>
          </a:bodyPr>
          <a:lstStyle/>
          <a:p>
            <a:r>
              <a:rPr lang="zh-CN" altLang="en-US" sz="1400" dirty="0">
                <a:solidFill>
                  <a:schemeClr val="bg1"/>
                </a:solidFill>
                <a:latin typeface="微软雅黑" panose="020B0503020204020204" pitchFamily="34" charset="-122"/>
                <a:ea typeface="微软雅黑" panose="020B0503020204020204" pitchFamily="34" charset="-122"/>
              </a:rPr>
              <a:t>国外：</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39" name="矩形 38"/>
          <p:cNvSpPr/>
          <p:nvPr/>
        </p:nvSpPr>
        <p:spPr>
          <a:xfrm>
            <a:off x="3859212" y="1281291"/>
            <a:ext cx="45719" cy="1800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文本框 39"/>
          <p:cNvSpPr txBox="1"/>
          <p:nvPr/>
        </p:nvSpPr>
        <p:spPr>
          <a:xfrm>
            <a:off x="3772484" y="1505097"/>
            <a:ext cx="2657759" cy="577081"/>
          </a:xfrm>
          <a:prstGeom prst="rect">
            <a:avLst/>
          </a:prstGeom>
          <a:noFill/>
        </p:spPr>
        <p:txBody>
          <a:bodyPr wrap="square" rtlCol="0">
            <a:spAutoFit/>
          </a:bodyPr>
          <a:lstStyle/>
          <a:p>
            <a:r>
              <a:rPr lang="zh-CN" altLang="en-US" sz="1050" dirty="0">
                <a:solidFill>
                  <a:schemeClr val="bg1"/>
                </a:solidFill>
                <a:latin typeface="微软雅黑" panose="020B0503020204020204" pitchFamily="34" charset="-122"/>
                <a:ea typeface="微软雅黑" panose="020B0503020204020204" pitchFamily="34" charset="-122"/>
              </a:rPr>
              <a:t>这里填写正文内容这里填写正文内容这里填写正文内容这里填写正文内容这里填写正文内容这里填写正文内容</a:t>
            </a:r>
            <a:endParaRPr lang="zh-CN" altLang="en-US" sz="1050" dirty="0">
              <a:solidFill>
                <a:schemeClr val="bg1"/>
              </a:solidFill>
              <a:latin typeface="微软雅黑" panose="020B0503020204020204" pitchFamily="34" charset="-122"/>
              <a:ea typeface="微软雅黑" panose="020B0503020204020204" pitchFamily="34" charset="-122"/>
            </a:endParaRPr>
          </a:p>
        </p:txBody>
      </p:sp>
      <p:sp>
        <p:nvSpPr>
          <p:cNvPr id="47" name="文本框 46"/>
          <p:cNvSpPr txBox="1"/>
          <p:nvPr/>
        </p:nvSpPr>
        <p:spPr>
          <a:xfrm>
            <a:off x="3889137" y="2088714"/>
            <a:ext cx="809625" cy="307777"/>
          </a:xfrm>
          <a:prstGeom prst="rect">
            <a:avLst/>
          </a:prstGeom>
          <a:noFill/>
        </p:spPr>
        <p:txBody>
          <a:bodyPr wrap="square" rtlCol="0">
            <a:spAutoFit/>
          </a:bodyPr>
          <a:lstStyle/>
          <a:p>
            <a:r>
              <a:rPr lang="zh-CN" altLang="en-US" sz="1400" dirty="0">
                <a:solidFill>
                  <a:schemeClr val="bg1"/>
                </a:solidFill>
                <a:latin typeface="微软雅黑" panose="020B0503020204020204" pitchFamily="34" charset="-122"/>
                <a:ea typeface="微软雅黑" panose="020B0503020204020204" pitchFamily="34" charset="-122"/>
              </a:rPr>
              <a:t>国内：</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48" name="矩形 47"/>
          <p:cNvSpPr/>
          <p:nvPr/>
        </p:nvSpPr>
        <p:spPr>
          <a:xfrm>
            <a:off x="3859212" y="2157819"/>
            <a:ext cx="45719" cy="1800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文本框 48"/>
          <p:cNvSpPr txBox="1"/>
          <p:nvPr/>
        </p:nvSpPr>
        <p:spPr>
          <a:xfrm>
            <a:off x="3772484" y="2381625"/>
            <a:ext cx="2657759" cy="577081"/>
          </a:xfrm>
          <a:prstGeom prst="rect">
            <a:avLst/>
          </a:prstGeom>
          <a:noFill/>
        </p:spPr>
        <p:txBody>
          <a:bodyPr wrap="square" rtlCol="0">
            <a:spAutoFit/>
          </a:bodyPr>
          <a:lstStyle/>
          <a:p>
            <a:r>
              <a:rPr lang="zh-CN" altLang="en-US" sz="1050" dirty="0">
                <a:solidFill>
                  <a:schemeClr val="bg1"/>
                </a:solidFill>
                <a:latin typeface="微软雅黑" panose="020B0503020204020204" pitchFamily="34" charset="-122"/>
                <a:ea typeface="微软雅黑" panose="020B0503020204020204" pitchFamily="34" charset="-122"/>
              </a:rPr>
              <a:t>这里填写正文内容这里填写正文内容这里填写正文内容这里填写正文内容这里填写正文内容这里填写正文内容</a:t>
            </a:r>
            <a:endParaRPr lang="zh-CN" altLang="en-US" sz="1050" dirty="0">
              <a:solidFill>
                <a:schemeClr val="bg1"/>
              </a:solidFill>
              <a:latin typeface="微软雅黑" panose="020B0503020204020204" pitchFamily="34" charset="-122"/>
              <a:ea typeface="微软雅黑" panose="020B0503020204020204" pitchFamily="34" charset="-122"/>
            </a:endParaRPr>
          </a:p>
        </p:txBody>
      </p:sp>
      <p:sp>
        <p:nvSpPr>
          <p:cNvPr id="51" name="椭圆 50"/>
          <p:cNvSpPr/>
          <p:nvPr/>
        </p:nvSpPr>
        <p:spPr>
          <a:xfrm>
            <a:off x="6562690" y="3473496"/>
            <a:ext cx="339629" cy="339629"/>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椭圆 51"/>
          <p:cNvSpPr/>
          <p:nvPr/>
        </p:nvSpPr>
        <p:spPr>
          <a:xfrm>
            <a:off x="6648367" y="3559173"/>
            <a:ext cx="168275" cy="16827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文本框 52"/>
          <p:cNvSpPr txBox="1"/>
          <p:nvPr/>
        </p:nvSpPr>
        <p:spPr>
          <a:xfrm>
            <a:off x="5937730" y="3849284"/>
            <a:ext cx="1589547" cy="307777"/>
          </a:xfrm>
          <a:prstGeom prst="rect">
            <a:avLst/>
          </a:prstGeom>
          <a:noFill/>
        </p:spPr>
        <p:txBody>
          <a:bodyPr wrap="square" rtlCol="0">
            <a:spAutoFit/>
          </a:bodyPr>
          <a:lstStyle/>
          <a:p>
            <a:pPr algn="ctr"/>
            <a:r>
              <a:rPr lang="en-US" altLang="zh-CN" sz="1400" b="1" dirty="0">
                <a:latin typeface="微软雅黑" panose="020B0503020204020204" pitchFamily="34" charset="-122"/>
                <a:ea typeface="微软雅黑" panose="020B0503020204020204" pitchFamily="34" charset="-122"/>
              </a:rPr>
              <a:t>XXXX</a:t>
            </a:r>
            <a:r>
              <a:rPr lang="zh-CN" altLang="en-US" sz="1400" b="1" dirty="0">
                <a:latin typeface="微软雅黑" panose="020B0503020204020204" pitchFamily="34" charset="-122"/>
                <a:ea typeface="微软雅黑" panose="020B0503020204020204" pitchFamily="34" charset="-122"/>
              </a:rPr>
              <a:t>年</a:t>
            </a:r>
            <a:r>
              <a:rPr lang="en-US" altLang="zh-CN" sz="1400" b="1" dirty="0">
                <a:latin typeface="微软雅黑" panose="020B0503020204020204" pitchFamily="34" charset="-122"/>
                <a:ea typeface="微软雅黑" panose="020B0503020204020204" pitchFamily="34" charset="-122"/>
              </a:rPr>
              <a:t>XX</a:t>
            </a:r>
            <a:r>
              <a:rPr lang="zh-CN" altLang="en-US" sz="1400" b="1" dirty="0">
                <a:latin typeface="微软雅黑" panose="020B0503020204020204" pitchFamily="34" charset="-122"/>
                <a:ea typeface="微软雅黑" panose="020B0503020204020204" pitchFamily="34" charset="-122"/>
              </a:rPr>
              <a:t>月</a:t>
            </a:r>
            <a:endParaRPr lang="zh-CN" altLang="en-US" sz="1400" b="1" dirty="0">
              <a:latin typeface="微软雅黑" panose="020B0503020204020204" pitchFamily="34" charset="-122"/>
              <a:ea typeface="微软雅黑" panose="020B0503020204020204" pitchFamily="34" charset="-122"/>
            </a:endParaRPr>
          </a:p>
        </p:txBody>
      </p:sp>
      <p:sp>
        <p:nvSpPr>
          <p:cNvPr id="56" name="对话气泡: 矩形 55"/>
          <p:cNvSpPr/>
          <p:nvPr/>
        </p:nvSpPr>
        <p:spPr>
          <a:xfrm>
            <a:off x="5082758" y="4565531"/>
            <a:ext cx="2901834" cy="1914537"/>
          </a:xfrm>
          <a:prstGeom prst="wedgeRectCallout">
            <a:avLst>
              <a:gd name="adj1" fmla="val 8450"/>
              <a:gd name="adj2" fmla="val -71273"/>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文本框 56"/>
          <p:cNvSpPr txBox="1"/>
          <p:nvPr/>
        </p:nvSpPr>
        <p:spPr>
          <a:xfrm>
            <a:off x="5311039" y="4619738"/>
            <a:ext cx="809625" cy="307777"/>
          </a:xfrm>
          <a:prstGeom prst="rect">
            <a:avLst/>
          </a:prstGeom>
          <a:noFill/>
        </p:spPr>
        <p:txBody>
          <a:bodyPr wrap="square" rtlCol="0">
            <a:spAutoFit/>
          </a:bodyPr>
          <a:lstStyle/>
          <a:p>
            <a:r>
              <a:rPr lang="zh-CN" altLang="en-US" sz="1400" dirty="0">
                <a:solidFill>
                  <a:schemeClr val="bg1"/>
                </a:solidFill>
                <a:latin typeface="微软雅黑" panose="020B0503020204020204" pitchFamily="34" charset="-122"/>
                <a:ea typeface="微软雅黑" panose="020B0503020204020204" pitchFamily="34" charset="-122"/>
              </a:rPr>
              <a:t>国外：</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58" name="矩形 57"/>
          <p:cNvSpPr/>
          <p:nvPr/>
        </p:nvSpPr>
        <p:spPr>
          <a:xfrm>
            <a:off x="5281114" y="4688843"/>
            <a:ext cx="45719" cy="1800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文本框 58"/>
          <p:cNvSpPr txBox="1"/>
          <p:nvPr/>
        </p:nvSpPr>
        <p:spPr>
          <a:xfrm>
            <a:off x="5194386" y="4912649"/>
            <a:ext cx="2657759" cy="577081"/>
          </a:xfrm>
          <a:prstGeom prst="rect">
            <a:avLst/>
          </a:prstGeom>
          <a:noFill/>
        </p:spPr>
        <p:txBody>
          <a:bodyPr wrap="square" rtlCol="0">
            <a:spAutoFit/>
          </a:bodyPr>
          <a:lstStyle/>
          <a:p>
            <a:r>
              <a:rPr lang="zh-CN" altLang="en-US" sz="1050" dirty="0">
                <a:solidFill>
                  <a:schemeClr val="bg1"/>
                </a:solidFill>
                <a:latin typeface="微软雅黑" panose="020B0503020204020204" pitchFamily="34" charset="-122"/>
                <a:ea typeface="微软雅黑" panose="020B0503020204020204" pitchFamily="34" charset="-122"/>
              </a:rPr>
              <a:t>这里填写正文内容这里填写正文内容这里填写正文内容这里填写正文内容这里填写正文内容这里填写正文内容</a:t>
            </a:r>
            <a:endParaRPr lang="zh-CN" altLang="en-US" sz="1050" dirty="0">
              <a:solidFill>
                <a:schemeClr val="bg1"/>
              </a:solidFill>
              <a:latin typeface="微软雅黑" panose="020B0503020204020204" pitchFamily="34" charset="-122"/>
              <a:ea typeface="微软雅黑" panose="020B0503020204020204" pitchFamily="34" charset="-122"/>
            </a:endParaRPr>
          </a:p>
        </p:txBody>
      </p:sp>
      <p:sp>
        <p:nvSpPr>
          <p:cNvPr id="60" name="文本框 59"/>
          <p:cNvSpPr txBox="1"/>
          <p:nvPr/>
        </p:nvSpPr>
        <p:spPr>
          <a:xfrm>
            <a:off x="5311039" y="5496266"/>
            <a:ext cx="809625" cy="307777"/>
          </a:xfrm>
          <a:prstGeom prst="rect">
            <a:avLst/>
          </a:prstGeom>
          <a:noFill/>
        </p:spPr>
        <p:txBody>
          <a:bodyPr wrap="square" rtlCol="0">
            <a:spAutoFit/>
          </a:bodyPr>
          <a:lstStyle/>
          <a:p>
            <a:r>
              <a:rPr lang="zh-CN" altLang="en-US" sz="1400" dirty="0">
                <a:solidFill>
                  <a:schemeClr val="bg1"/>
                </a:solidFill>
                <a:latin typeface="微软雅黑" panose="020B0503020204020204" pitchFamily="34" charset="-122"/>
                <a:ea typeface="微软雅黑" panose="020B0503020204020204" pitchFamily="34" charset="-122"/>
              </a:rPr>
              <a:t>国内：</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61" name="矩形 60"/>
          <p:cNvSpPr/>
          <p:nvPr/>
        </p:nvSpPr>
        <p:spPr>
          <a:xfrm>
            <a:off x="5281114" y="5565371"/>
            <a:ext cx="45719" cy="1800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文本框 61"/>
          <p:cNvSpPr txBox="1"/>
          <p:nvPr/>
        </p:nvSpPr>
        <p:spPr>
          <a:xfrm>
            <a:off x="5194386" y="5789177"/>
            <a:ext cx="2657759" cy="577081"/>
          </a:xfrm>
          <a:prstGeom prst="rect">
            <a:avLst/>
          </a:prstGeom>
          <a:noFill/>
        </p:spPr>
        <p:txBody>
          <a:bodyPr wrap="square" rtlCol="0">
            <a:spAutoFit/>
          </a:bodyPr>
          <a:lstStyle/>
          <a:p>
            <a:r>
              <a:rPr lang="zh-CN" altLang="en-US" sz="1050" dirty="0">
                <a:solidFill>
                  <a:schemeClr val="bg1"/>
                </a:solidFill>
                <a:latin typeface="微软雅黑" panose="020B0503020204020204" pitchFamily="34" charset="-122"/>
                <a:ea typeface="微软雅黑" panose="020B0503020204020204" pitchFamily="34" charset="-122"/>
              </a:rPr>
              <a:t>这里填写正文内容这里填写正文内容这里填写正文内容这里填写正文内容这里填写正文内容这里填写正文内容</a:t>
            </a:r>
            <a:endParaRPr lang="zh-CN" altLang="en-US" sz="1050" dirty="0">
              <a:solidFill>
                <a:schemeClr val="bg1"/>
              </a:solidFill>
              <a:latin typeface="微软雅黑" panose="020B0503020204020204" pitchFamily="34" charset="-122"/>
              <a:ea typeface="微软雅黑" panose="020B0503020204020204" pitchFamily="34" charset="-122"/>
            </a:endParaRPr>
          </a:p>
        </p:txBody>
      </p:sp>
      <p:sp>
        <p:nvSpPr>
          <p:cNvPr id="64" name="椭圆 63"/>
          <p:cNvSpPr/>
          <p:nvPr/>
        </p:nvSpPr>
        <p:spPr>
          <a:xfrm>
            <a:off x="8391645" y="3468124"/>
            <a:ext cx="339629" cy="339629"/>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椭圆 64"/>
          <p:cNvSpPr/>
          <p:nvPr/>
        </p:nvSpPr>
        <p:spPr>
          <a:xfrm>
            <a:off x="8477322" y="3553801"/>
            <a:ext cx="168275" cy="16827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文本框 65"/>
          <p:cNvSpPr txBox="1"/>
          <p:nvPr/>
        </p:nvSpPr>
        <p:spPr>
          <a:xfrm>
            <a:off x="7766685" y="3867991"/>
            <a:ext cx="1589547" cy="307777"/>
          </a:xfrm>
          <a:prstGeom prst="rect">
            <a:avLst/>
          </a:prstGeom>
          <a:noFill/>
        </p:spPr>
        <p:txBody>
          <a:bodyPr wrap="square" rtlCol="0">
            <a:spAutoFit/>
          </a:bodyPr>
          <a:lstStyle/>
          <a:p>
            <a:pPr algn="ctr"/>
            <a:r>
              <a:rPr lang="en-US" altLang="zh-CN" sz="1400" b="1" dirty="0">
                <a:latin typeface="微软雅黑" panose="020B0503020204020204" pitchFamily="34" charset="-122"/>
                <a:ea typeface="微软雅黑" panose="020B0503020204020204" pitchFamily="34" charset="-122"/>
              </a:rPr>
              <a:t>XXXX</a:t>
            </a:r>
            <a:r>
              <a:rPr lang="zh-CN" altLang="en-US" sz="1400" b="1" dirty="0">
                <a:latin typeface="微软雅黑" panose="020B0503020204020204" pitchFamily="34" charset="-122"/>
                <a:ea typeface="微软雅黑" panose="020B0503020204020204" pitchFamily="34" charset="-122"/>
              </a:rPr>
              <a:t>年</a:t>
            </a:r>
            <a:r>
              <a:rPr lang="en-US" altLang="zh-CN" sz="1400" b="1" dirty="0">
                <a:latin typeface="微软雅黑" panose="020B0503020204020204" pitchFamily="34" charset="-122"/>
                <a:ea typeface="微软雅黑" panose="020B0503020204020204" pitchFamily="34" charset="-122"/>
              </a:rPr>
              <a:t>XX</a:t>
            </a:r>
            <a:r>
              <a:rPr lang="zh-CN" altLang="en-US" sz="1400" b="1" dirty="0">
                <a:latin typeface="微软雅黑" panose="020B0503020204020204" pitchFamily="34" charset="-122"/>
                <a:ea typeface="微软雅黑" panose="020B0503020204020204" pitchFamily="34" charset="-122"/>
              </a:rPr>
              <a:t>月</a:t>
            </a:r>
            <a:endParaRPr lang="zh-CN" altLang="en-US" sz="1400" b="1" dirty="0">
              <a:latin typeface="微软雅黑" panose="020B0503020204020204" pitchFamily="34" charset="-122"/>
              <a:ea typeface="微软雅黑" panose="020B0503020204020204" pitchFamily="34" charset="-122"/>
            </a:endParaRPr>
          </a:p>
        </p:txBody>
      </p:sp>
      <p:sp>
        <p:nvSpPr>
          <p:cNvPr id="68" name="椭圆 67"/>
          <p:cNvSpPr/>
          <p:nvPr/>
        </p:nvSpPr>
        <p:spPr>
          <a:xfrm>
            <a:off x="10310263" y="3464959"/>
            <a:ext cx="339629" cy="339629"/>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椭圆 68"/>
          <p:cNvSpPr/>
          <p:nvPr/>
        </p:nvSpPr>
        <p:spPr>
          <a:xfrm>
            <a:off x="10395940" y="3550636"/>
            <a:ext cx="168275" cy="16827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文本框 69"/>
          <p:cNvSpPr txBox="1"/>
          <p:nvPr/>
        </p:nvSpPr>
        <p:spPr>
          <a:xfrm>
            <a:off x="9685303" y="3849283"/>
            <a:ext cx="1589547" cy="307777"/>
          </a:xfrm>
          <a:prstGeom prst="rect">
            <a:avLst/>
          </a:prstGeom>
          <a:noFill/>
        </p:spPr>
        <p:txBody>
          <a:bodyPr wrap="square" rtlCol="0">
            <a:spAutoFit/>
          </a:bodyPr>
          <a:lstStyle/>
          <a:p>
            <a:pPr algn="ctr"/>
            <a:r>
              <a:rPr lang="en-US" altLang="zh-CN" sz="1400" b="1" dirty="0">
                <a:latin typeface="微软雅黑" panose="020B0503020204020204" pitchFamily="34" charset="-122"/>
                <a:ea typeface="微软雅黑" panose="020B0503020204020204" pitchFamily="34" charset="-122"/>
              </a:rPr>
              <a:t>XXXX</a:t>
            </a:r>
            <a:r>
              <a:rPr lang="zh-CN" altLang="en-US" sz="1400" b="1" dirty="0">
                <a:latin typeface="微软雅黑" panose="020B0503020204020204" pitchFamily="34" charset="-122"/>
                <a:ea typeface="微软雅黑" panose="020B0503020204020204" pitchFamily="34" charset="-122"/>
              </a:rPr>
              <a:t>年</a:t>
            </a:r>
            <a:r>
              <a:rPr lang="en-US" altLang="zh-CN" sz="1400" b="1" dirty="0">
                <a:latin typeface="微软雅黑" panose="020B0503020204020204" pitchFamily="34" charset="-122"/>
                <a:ea typeface="微软雅黑" panose="020B0503020204020204" pitchFamily="34" charset="-122"/>
              </a:rPr>
              <a:t>XX</a:t>
            </a:r>
            <a:r>
              <a:rPr lang="zh-CN" altLang="en-US" sz="1400" b="1" dirty="0">
                <a:latin typeface="微软雅黑" panose="020B0503020204020204" pitchFamily="34" charset="-122"/>
                <a:ea typeface="微软雅黑" panose="020B0503020204020204" pitchFamily="34" charset="-122"/>
              </a:rPr>
              <a:t>月</a:t>
            </a:r>
            <a:endParaRPr lang="zh-CN" altLang="en-US" sz="1400" b="1" dirty="0">
              <a:latin typeface="微软雅黑" panose="020B0503020204020204" pitchFamily="34" charset="-122"/>
              <a:ea typeface="微软雅黑" panose="020B0503020204020204" pitchFamily="34" charset="-122"/>
            </a:endParaRPr>
          </a:p>
        </p:txBody>
      </p:sp>
      <p:sp>
        <p:nvSpPr>
          <p:cNvPr id="72" name="对话气泡: 矩形 71"/>
          <p:cNvSpPr/>
          <p:nvPr/>
        </p:nvSpPr>
        <p:spPr>
          <a:xfrm>
            <a:off x="8089981" y="1168137"/>
            <a:ext cx="2901834" cy="1914537"/>
          </a:xfrm>
          <a:prstGeom prst="wedgeRectCallout">
            <a:avLst>
              <a:gd name="adj1" fmla="val -32908"/>
              <a:gd name="adj2" fmla="val 640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文本框 72"/>
          <p:cNvSpPr txBox="1"/>
          <p:nvPr/>
        </p:nvSpPr>
        <p:spPr>
          <a:xfrm>
            <a:off x="8318262" y="1222344"/>
            <a:ext cx="809625" cy="307777"/>
          </a:xfrm>
          <a:prstGeom prst="rect">
            <a:avLst/>
          </a:prstGeom>
          <a:noFill/>
        </p:spPr>
        <p:txBody>
          <a:bodyPr wrap="square" rtlCol="0">
            <a:spAutoFit/>
          </a:bodyPr>
          <a:lstStyle/>
          <a:p>
            <a:r>
              <a:rPr lang="zh-CN" altLang="en-US" sz="1400" dirty="0">
                <a:solidFill>
                  <a:schemeClr val="bg1"/>
                </a:solidFill>
                <a:latin typeface="微软雅黑" panose="020B0503020204020204" pitchFamily="34" charset="-122"/>
                <a:ea typeface="微软雅黑" panose="020B0503020204020204" pitchFamily="34" charset="-122"/>
              </a:rPr>
              <a:t>国外：</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74" name="矩形 73"/>
          <p:cNvSpPr/>
          <p:nvPr/>
        </p:nvSpPr>
        <p:spPr>
          <a:xfrm>
            <a:off x="8288337" y="1291449"/>
            <a:ext cx="45719" cy="1800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文本框 74"/>
          <p:cNvSpPr txBox="1"/>
          <p:nvPr/>
        </p:nvSpPr>
        <p:spPr>
          <a:xfrm>
            <a:off x="8201609" y="1515255"/>
            <a:ext cx="2657759" cy="577081"/>
          </a:xfrm>
          <a:prstGeom prst="rect">
            <a:avLst/>
          </a:prstGeom>
          <a:noFill/>
        </p:spPr>
        <p:txBody>
          <a:bodyPr wrap="square" rtlCol="0">
            <a:spAutoFit/>
          </a:bodyPr>
          <a:lstStyle/>
          <a:p>
            <a:r>
              <a:rPr lang="zh-CN" altLang="en-US" sz="1050" dirty="0">
                <a:solidFill>
                  <a:schemeClr val="bg1"/>
                </a:solidFill>
                <a:latin typeface="微软雅黑" panose="020B0503020204020204" pitchFamily="34" charset="-122"/>
                <a:ea typeface="微软雅黑" panose="020B0503020204020204" pitchFamily="34" charset="-122"/>
              </a:rPr>
              <a:t>这里填写正文内容这里填写正文内容这里填写正文内容这里填写正文内容这里填写正文内容这里填写正文内容</a:t>
            </a:r>
            <a:endParaRPr lang="zh-CN" altLang="en-US" sz="1050" dirty="0">
              <a:solidFill>
                <a:schemeClr val="bg1"/>
              </a:solidFill>
              <a:latin typeface="微软雅黑" panose="020B0503020204020204" pitchFamily="34" charset="-122"/>
              <a:ea typeface="微软雅黑" panose="020B0503020204020204" pitchFamily="34" charset="-122"/>
            </a:endParaRPr>
          </a:p>
        </p:txBody>
      </p:sp>
      <p:sp>
        <p:nvSpPr>
          <p:cNvPr id="76" name="文本框 75"/>
          <p:cNvSpPr txBox="1"/>
          <p:nvPr/>
        </p:nvSpPr>
        <p:spPr>
          <a:xfrm>
            <a:off x="8318262" y="2098872"/>
            <a:ext cx="809625" cy="307777"/>
          </a:xfrm>
          <a:prstGeom prst="rect">
            <a:avLst/>
          </a:prstGeom>
          <a:noFill/>
        </p:spPr>
        <p:txBody>
          <a:bodyPr wrap="square" rtlCol="0">
            <a:spAutoFit/>
          </a:bodyPr>
          <a:lstStyle/>
          <a:p>
            <a:r>
              <a:rPr lang="zh-CN" altLang="en-US" sz="1400" dirty="0">
                <a:solidFill>
                  <a:schemeClr val="bg1"/>
                </a:solidFill>
                <a:latin typeface="微软雅黑" panose="020B0503020204020204" pitchFamily="34" charset="-122"/>
                <a:ea typeface="微软雅黑" panose="020B0503020204020204" pitchFamily="34" charset="-122"/>
              </a:rPr>
              <a:t>国内：</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77" name="矩形 76"/>
          <p:cNvSpPr/>
          <p:nvPr/>
        </p:nvSpPr>
        <p:spPr>
          <a:xfrm>
            <a:off x="8288337" y="2167977"/>
            <a:ext cx="45719" cy="1800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文本框 77"/>
          <p:cNvSpPr txBox="1"/>
          <p:nvPr/>
        </p:nvSpPr>
        <p:spPr>
          <a:xfrm>
            <a:off x="8201609" y="2391783"/>
            <a:ext cx="2657759" cy="577081"/>
          </a:xfrm>
          <a:prstGeom prst="rect">
            <a:avLst/>
          </a:prstGeom>
          <a:noFill/>
        </p:spPr>
        <p:txBody>
          <a:bodyPr wrap="square" rtlCol="0">
            <a:spAutoFit/>
          </a:bodyPr>
          <a:lstStyle/>
          <a:p>
            <a:r>
              <a:rPr lang="zh-CN" altLang="en-US" sz="1050" dirty="0">
                <a:solidFill>
                  <a:schemeClr val="bg1"/>
                </a:solidFill>
                <a:latin typeface="微软雅黑" panose="020B0503020204020204" pitchFamily="34" charset="-122"/>
                <a:ea typeface="微软雅黑" panose="020B0503020204020204" pitchFamily="34" charset="-122"/>
              </a:rPr>
              <a:t>这里填写正文内容这里填写正文内容这里填写正文内容这里填写正文内容这里填写正文内容这里填写正文内容</a:t>
            </a:r>
            <a:endParaRPr lang="zh-CN" altLang="en-US" sz="1050" dirty="0">
              <a:solidFill>
                <a:schemeClr val="bg1"/>
              </a:solidFill>
              <a:latin typeface="微软雅黑" panose="020B0503020204020204" pitchFamily="34" charset="-122"/>
              <a:ea typeface="微软雅黑" panose="020B0503020204020204" pitchFamily="34" charset="-122"/>
            </a:endParaRPr>
          </a:p>
        </p:txBody>
      </p:sp>
      <p:sp>
        <p:nvSpPr>
          <p:cNvPr id="80" name="对话气泡: 矩形 79"/>
          <p:cNvSpPr/>
          <p:nvPr/>
        </p:nvSpPr>
        <p:spPr>
          <a:xfrm>
            <a:off x="8945023" y="4556115"/>
            <a:ext cx="2901834" cy="1914537"/>
          </a:xfrm>
          <a:prstGeom prst="wedgeRectCallout">
            <a:avLst>
              <a:gd name="adj1" fmla="val 4511"/>
              <a:gd name="adj2" fmla="val -71273"/>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文本框 80"/>
          <p:cNvSpPr txBox="1"/>
          <p:nvPr/>
        </p:nvSpPr>
        <p:spPr>
          <a:xfrm>
            <a:off x="9173304" y="4610322"/>
            <a:ext cx="809625" cy="307777"/>
          </a:xfrm>
          <a:prstGeom prst="rect">
            <a:avLst/>
          </a:prstGeom>
          <a:noFill/>
        </p:spPr>
        <p:txBody>
          <a:bodyPr wrap="square" rtlCol="0">
            <a:spAutoFit/>
          </a:bodyPr>
          <a:lstStyle/>
          <a:p>
            <a:r>
              <a:rPr lang="zh-CN" altLang="en-US" sz="1400" dirty="0">
                <a:solidFill>
                  <a:schemeClr val="bg1"/>
                </a:solidFill>
                <a:latin typeface="微软雅黑" panose="020B0503020204020204" pitchFamily="34" charset="-122"/>
                <a:ea typeface="微软雅黑" panose="020B0503020204020204" pitchFamily="34" charset="-122"/>
              </a:rPr>
              <a:t>国外：</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82" name="矩形 81"/>
          <p:cNvSpPr/>
          <p:nvPr/>
        </p:nvSpPr>
        <p:spPr>
          <a:xfrm>
            <a:off x="9143379" y="4679427"/>
            <a:ext cx="45719" cy="1800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文本框 82"/>
          <p:cNvSpPr txBox="1"/>
          <p:nvPr/>
        </p:nvSpPr>
        <p:spPr>
          <a:xfrm>
            <a:off x="9056651" y="4903233"/>
            <a:ext cx="2657759" cy="577081"/>
          </a:xfrm>
          <a:prstGeom prst="rect">
            <a:avLst/>
          </a:prstGeom>
          <a:noFill/>
        </p:spPr>
        <p:txBody>
          <a:bodyPr wrap="square" rtlCol="0">
            <a:spAutoFit/>
          </a:bodyPr>
          <a:lstStyle/>
          <a:p>
            <a:r>
              <a:rPr lang="zh-CN" altLang="en-US" sz="1050" dirty="0">
                <a:solidFill>
                  <a:schemeClr val="bg1"/>
                </a:solidFill>
                <a:latin typeface="微软雅黑" panose="020B0503020204020204" pitchFamily="34" charset="-122"/>
                <a:ea typeface="微软雅黑" panose="020B0503020204020204" pitchFamily="34" charset="-122"/>
              </a:rPr>
              <a:t>这里填写正文内容这里填写正文内容这里填写正文内容这里填写正文内容这里填写正文内容这里填写正文内容</a:t>
            </a:r>
            <a:endParaRPr lang="zh-CN" altLang="en-US" sz="1050" dirty="0">
              <a:solidFill>
                <a:schemeClr val="bg1"/>
              </a:solidFill>
              <a:latin typeface="微软雅黑" panose="020B0503020204020204" pitchFamily="34" charset="-122"/>
              <a:ea typeface="微软雅黑" panose="020B0503020204020204" pitchFamily="34" charset="-122"/>
            </a:endParaRPr>
          </a:p>
        </p:txBody>
      </p:sp>
      <p:sp>
        <p:nvSpPr>
          <p:cNvPr id="84" name="文本框 83"/>
          <p:cNvSpPr txBox="1"/>
          <p:nvPr/>
        </p:nvSpPr>
        <p:spPr>
          <a:xfrm>
            <a:off x="9173304" y="5486850"/>
            <a:ext cx="809625" cy="307777"/>
          </a:xfrm>
          <a:prstGeom prst="rect">
            <a:avLst/>
          </a:prstGeom>
          <a:noFill/>
        </p:spPr>
        <p:txBody>
          <a:bodyPr wrap="square" rtlCol="0">
            <a:spAutoFit/>
          </a:bodyPr>
          <a:lstStyle/>
          <a:p>
            <a:r>
              <a:rPr lang="zh-CN" altLang="en-US" sz="1400" dirty="0">
                <a:solidFill>
                  <a:schemeClr val="bg1"/>
                </a:solidFill>
                <a:latin typeface="微软雅黑" panose="020B0503020204020204" pitchFamily="34" charset="-122"/>
                <a:ea typeface="微软雅黑" panose="020B0503020204020204" pitchFamily="34" charset="-122"/>
              </a:rPr>
              <a:t>国内：</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85" name="矩形 84"/>
          <p:cNvSpPr/>
          <p:nvPr/>
        </p:nvSpPr>
        <p:spPr>
          <a:xfrm>
            <a:off x="9143379" y="5555955"/>
            <a:ext cx="45719" cy="1800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文本框 85"/>
          <p:cNvSpPr txBox="1"/>
          <p:nvPr/>
        </p:nvSpPr>
        <p:spPr>
          <a:xfrm>
            <a:off x="9056651" y="5779761"/>
            <a:ext cx="2657759" cy="577081"/>
          </a:xfrm>
          <a:prstGeom prst="rect">
            <a:avLst/>
          </a:prstGeom>
          <a:noFill/>
        </p:spPr>
        <p:txBody>
          <a:bodyPr wrap="square" rtlCol="0">
            <a:spAutoFit/>
          </a:bodyPr>
          <a:lstStyle/>
          <a:p>
            <a:r>
              <a:rPr lang="zh-CN" altLang="en-US" sz="1050" dirty="0">
                <a:solidFill>
                  <a:schemeClr val="bg1"/>
                </a:solidFill>
                <a:latin typeface="微软雅黑" panose="020B0503020204020204" pitchFamily="34" charset="-122"/>
                <a:ea typeface="微软雅黑" panose="020B0503020204020204" pitchFamily="34" charset="-122"/>
              </a:rPr>
              <a:t>这里填写正文内容这里填写正文内容这里填写正文内容这里填写正文内容这里填写正文内容这里填写正文内容</a:t>
            </a:r>
            <a:endParaRPr lang="zh-CN" altLang="en-US" sz="1050" dirty="0">
              <a:solidFill>
                <a:schemeClr val="bg1"/>
              </a:solidFill>
              <a:latin typeface="微软雅黑" panose="020B0503020204020204" pitchFamily="34" charset="-122"/>
              <a:ea typeface="微软雅黑" panose="020B0503020204020204" pitchFamily="34" charset="-122"/>
            </a:endParaRPr>
          </a:p>
        </p:txBody>
      </p:sp>
      <p:sp>
        <p:nvSpPr>
          <p:cNvPr id="14" name="矩形 13"/>
          <p:cNvSpPr/>
          <p:nvPr/>
        </p:nvSpPr>
        <p:spPr>
          <a:xfrm>
            <a:off x="-1" y="1537960"/>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直角三角形 15"/>
          <p:cNvSpPr/>
          <p:nvPr/>
        </p:nvSpPr>
        <p:spPr>
          <a:xfrm rot="10800000">
            <a:off x="-2" y="2299960"/>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p:cNvSpPr txBox="1"/>
          <p:nvPr/>
        </p:nvSpPr>
        <p:spPr>
          <a:xfrm>
            <a:off x="542925" y="1657350"/>
            <a:ext cx="1828800"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研究背景</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grpSp>
        <p:nvGrpSpPr>
          <p:cNvPr id="9" name="图形 32" descr="事件"/>
          <p:cNvGrpSpPr/>
          <p:nvPr/>
        </p:nvGrpSpPr>
        <p:grpSpPr>
          <a:xfrm>
            <a:off x="3293485" y="3315331"/>
            <a:ext cx="472181" cy="468123"/>
            <a:chOff x="3293485" y="3315331"/>
            <a:chExt cx="472181" cy="468123"/>
          </a:xfrm>
          <a:solidFill>
            <a:schemeClr val="accent1"/>
          </a:solidFill>
        </p:grpSpPr>
        <p:sp>
          <p:nvSpPr>
            <p:cNvPr id="10" name="任意多边形: 形状 9"/>
            <p:cNvSpPr/>
            <p:nvPr/>
          </p:nvSpPr>
          <p:spPr>
            <a:xfrm>
              <a:off x="3293485" y="3315331"/>
              <a:ext cx="472181" cy="468123"/>
            </a:xfrm>
            <a:custGeom>
              <a:avLst/>
              <a:gdLst>
                <a:gd name="connsiteX0" fmla="*/ 236091 w 472181"/>
                <a:gd name="connsiteY0" fmla="*/ 0 h 468123"/>
                <a:gd name="connsiteX1" fmla="*/ 0 w 472181"/>
                <a:gd name="connsiteY1" fmla="*/ 234062 h 468123"/>
                <a:gd name="connsiteX2" fmla="*/ 236091 w 472181"/>
                <a:gd name="connsiteY2" fmla="*/ 468123 h 468123"/>
                <a:gd name="connsiteX3" fmla="*/ 472181 w 472181"/>
                <a:gd name="connsiteY3" fmla="*/ 234062 h 468123"/>
                <a:gd name="connsiteX4" fmla="*/ 236091 w 472181"/>
                <a:gd name="connsiteY4" fmla="*/ 0 h 468123"/>
                <a:gd name="connsiteX5" fmla="*/ 236091 w 472181"/>
                <a:gd name="connsiteY5" fmla="*/ 410115 h 468123"/>
                <a:gd name="connsiteX6" fmla="*/ 59023 w 472181"/>
                <a:gd name="connsiteY6" fmla="*/ 234062 h 468123"/>
                <a:gd name="connsiteX7" fmla="*/ 236091 w 472181"/>
                <a:gd name="connsiteY7" fmla="*/ 59023 h 468123"/>
                <a:gd name="connsiteX8" fmla="*/ 413158 w 472181"/>
                <a:gd name="connsiteY8" fmla="*/ 234062 h 468123"/>
                <a:gd name="connsiteX9" fmla="*/ 236091 w 472181"/>
                <a:gd name="connsiteY9" fmla="*/ 410115 h 468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72181" h="468123">
                  <a:moveTo>
                    <a:pt x="236091" y="0"/>
                  </a:moveTo>
                  <a:cubicBezTo>
                    <a:pt x="105835" y="0"/>
                    <a:pt x="0" y="105835"/>
                    <a:pt x="0" y="234062"/>
                  </a:cubicBezTo>
                  <a:cubicBezTo>
                    <a:pt x="0" y="362288"/>
                    <a:pt x="105835" y="468123"/>
                    <a:pt x="236091" y="468123"/>
                  </a:cubicBezTo>
                  <a:cubicBezTo>
                    <a:pt x="366346" y="468123"/>
                    <a:pt x="472181" y="364317"/>
                    <a:pt x="472181" y="234062"/>
                  </a:cubicBezTo>
                  <a:cubicBezTo>
                    <a:pt x="472181" y="103806"/>
                    <a:pt x="366346" y="0"/>
                    <a:pt x="236091" y="0"/>
                  </a:cubicBezTo>
                  <a:moveTo>
                    <a:pt x="236091" y="410115"/>
                  </a:moveTo>
                  <a:cubicBezTo>
                    <a:pt x="138390" y="410115"/>
                    <a:pt x="59023" y="331763"/>
                    <a:pt x="59023" y="234062"/>
                  </a:cubicBezTo>
                  <a:cubicBezTo>
                    <a:pt x="59023" y="136361"/>
                    <a:pt x="138390" y="59023"/>
                    <a:pt x="236091" y="59023"/>
                  </a:cubicBezTo>
                  <a:cubicBezTo>
                    <a:pt x="333791" y="59023"/>
                    <a:pt x="413158" y="138390"/>
                    <a:pt x="413158" y="234062"/>
                  </a:cubicBezTo>
                  <a:cubicBezTo>
                    <a:pt x="413158" y="329734"/>
                    <a:pt x="333773" y="410115"/>
                    <a:pt x="236091" y="410115"/>
                  </a:cubicBezTo>
                </a:path>
              </a:pathLst>
            </a:custGeom>
            <a:solidFill>
              <a:schemeClr val="accent1"/>
            </a:solidFill>
            <a:ln w="0" cap="flat">
              <a:noFill/>
              <a:prstDash val="solid"/>
              <a:miter/>
            </a:ln>
          </p:spPr>
          <p:txBody>
            <a:bodyPr rtlCol="0" anchor="ctr"/>
            <a:lstStyle/>
            <a:p>
              <a:endParaRPr lang="zh-CN" altLang="en-US"/>
            </a:p>
          </p:txBody>
        </p:sp>
        <p:sp>
          <p:nvSpPr>
            <p:cNvPr id="11" name="任意多边形: 形状 10"/>
            <p:cNvSpPr/>
            <p:nvPr/>
          </p:nvSpPr>
          <p:spPr>
            <a:xfrm>
              <a:off x="3505154" y="3421166"/>
              <a:ext cx="141105" cy="219803"/>
            </a:xfrm>
            <a:custGeom>
              <a:avLst/>
              <a:gdLst>
                <a:gd name="connsiteX0" fmla="*/ 136361 w 141105"/>
                <a:gd name="connsiteY0" fmla="*/ 181144 h 219803"/>
                <a:gd name="connsiteX1" fmla="*/ 43751 w 141105"/>
                <a:gd name="connsiteY1" fmla="*/ 118045 h 219803"/>
                <a:gd name="connsiteX2" fmla="*/ 43751 w 141105"/>
                <a:gd name="connsiteY2" fmla="*/ 10181 h 219803"/>
                <a:gd name="connsiteX3" fmla="*/ 42736 w 141105"/>
                <a:gd name="connsiteY3" fmla="*/ 4076 h 219803"/>
                <a:gd name="connsiteX4" fmla="*/ 34584 w 141105"/>
                <a:gd name="connsiteY4" fmla="*/ 0 h 219803"/>
                <a:gd name="connsiteX5" fmla="*/ 10163 w 141105"/>
                <a:gd name="connsiteY5" fmla="*/ 0 h 219803"/>
                <a:gd name="connsiteX6" fmla="*/ 2029 w 141105"/>
                <a:gd name="connsiteY6" fmla="*/ 4076 h 219803"/>
                <a:gd name="connsiteX7" fmla="*/ 0 w 141105"/>
                <a:gd name="connsiteY7" fmla="*/ 10181 h 219803"/>
                <a:gd name="connsiteX8" fmla="*/ 0 w 141105"/>
                <a:gd name="connsiteY8" fmla="*/ 137394 h 219803"/>
                <a:gd name="connsiteX9" fmla="*/ 2029 w 141105"/>
                <a:gd name="connsiteY9" fmla="*/ 143499 h 219803"/>
                <a:gd name="connsiteX10" fmla="*/ 5072 w 141105"/>
                <a:gd name="connsiteY10" fmla="*/ 145528 h 219803"/>
                <a:gd name="connsiteX11" fmla="*/ 111922 w 141105"/>
                <a:gd name="connsiteY11" fmla="*/ 218790 h 219803"/>
                <a:gd name="connsiteX12" fmla="*/ 119041 w 141105"/>
                <a:gd name="connsiteY12" fmla="*/ 219804 h 219803"/>
                <a:gd name="connsiteX13" fmla="*/ 120056 w 141105"/>
                <a:gd name="connsiteY13" fmla="*/ 219804 h 219803"/>
                <a:gd name="connsiteX14" fmla="*/ 127175 w 141105"/>
                <a:gd name="connsiteY14" fmla="*/ 215728 h 219803"/>
                <a:gd name="connsiteX15" fmla="*/ 139386 w 141105"/>
                <a:gd name="connsiteY15" fmla="*/ 194350 h 219803"/>
                <a:gd name="connsiteX16" fmla="*/ 136342 w 141105"/>
                <a:gd name="connsiteY16" fmla="*/ 181126 h 219803"/>
                <a:gd name="connsiteX17" fmla="*/ 136361 w 141105"/>
                <a:gd name="connsiteY17" fmla="*/ 181144 h 21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1105" h="219803">
                  <a:moveTo>
                    <a:pt x="136361" y="181144"/>
                  </a:moveTo>
                  <a:lnTo>
                    <a:pt x="43751" y="118045"/>
                  </a:lnTo>
                  <a:lnTo>
                    <a:pt x="43751" y="10181"/>
                  </a:lnTo>
                  <a:cubicBezTo>
                    <a:pt x="43751" y="7120"/>
                    <a:pt x="43751" y="5091"/>
                    <a:pt x="42736" y="4076"/>
                  </a:cubicBezTo>
                  <a:cubicBezTo>
                    <a:pt x="40707" y="2047"/>
                    <a:pt x="37645" y="0"/>
                    <a:pt x="34584" y="0"/>
                  </a:cubicBezTo>
                  <a:lnTo>
                    <a:pt x="10163" y="0"/>
                  </a:lnTo>
                  <a:cubicBezTo>
                    <a:pt x="7120" y="0"/>
                    <a:pt x="5072" y="2029"/>
                    <a:pt x="2029" y="4076"/>
                  </a:cubicBezTo>
                  <a:cubicBezTo>
                    <a:pt x="0" y="5091"/>
                    <a:pt x="0" y="7138"/>
                    <a:pt x="0" y="10181"/>
                  </a:cubicBezTo>
                  <a:lnTo>
                    <a:pt x="0" y="137394"/>
                  </a:lnTo>
                  <a:cubicBezTo>
                    <a:pt x="0" y="140437"/>
                    <a:pt x="0" y="142484"/>
                    <a:pt x="2029" y="143499"/>
                  </a:cubicBezTo>
                  <a:cubicBezTo>
                    <a:pt x="3381" y="144851"/>
                    <a:pt x="4395" y="145528"/>
                    <a:pt x="5072" y="145528"/>
                  </a:cubicBezTo>
                  <a:lnTo>
                    <a:pt x="111922" y="218790"/>
                  </a:lnTo>
                  <a:cubicBezTo>
                    <a:pt x="113951" y="219804"/>
                    <a:pt x="117012" y="219804"/>
                    <a:pt x="119041" y="219804"/>
                  </a:cubicBezTo>
                  <a:lnTo>
                    <a:pt x="120056" y="219804"/>
                  </a:lnTo>
                  <a:cubicBezTo>
                    <a:pt x="123099" y="218790"/>
                    <a:pt x="125146" y="216742"/>
                    <a:pt x="127175" y="215728"/>
                  </a:cubicBezTo>
                  <a:lnTo>
                    <a:pt x="139386" y="194350"/>
                  </a:lnTo>
                  <a:cubicBezTo>
                    <a:pt x="142447" y="189260"/>
                    <a:pt x="141415" y="183155"/>
                    <a:pt x="136342" y="181126"/>
                  </a:cubicBezTo>
                  <a:lnTo>
                    <a:pt x="136361" y="181144"/>
                  </a:lnTo>
                  <a:close/>
                </a:path>
              </a:pathLst>
            </a:custGeom>
            <a:solidFill>
              <a:schemeClr val="accent1"/>
            </a:solidFill>
            <a:ln w="0" cap="flat">
              <a:noFill/>
              <a:prstDash val="solid"/>
              <a:miter/>
            </a:ln>
          </p:spPr>
          <p:txBody>
            <a:bodyPr rtlCol="0" anchor="ctr"/>
            <a:lstStyle/>
            <a:p>
              <a:endParaRPr lang="zh-CN" altLang="en-US"/>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542925" y="2650331"/>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目的与意义</a:t>
            </a:r>
            <a:endParaRPr lang="zh-CN" altLang="en-US" sz="2800" b="1" dirty="0">
              <a:latin typeface="微软雅黑" panose="020B0503020204020204" pitchFamily="34" charset="-122"/>
              <a:ea typeface="微软雅黑" panose="020B0503020204020204" pitchFamily="34" charset="-122"/>
            </a:endParaRPr>
          </a:p>
        </p:txBody>
      </p:sp>
      <p:sp>
        <p:nvSpPr>
          <p:cNvPr id="6" name="文本框 5"/>
          <p:cNvSpPr txBox="1"/>
          <p:nvPr/>
        </p:nvSpPr>
        <p:spPr>
          <a:xfrm>
            <a:off x="542925" y="3643312"/>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方法与过程</a:t>
            </a:r>
            <a:endParaRPr lang="zh-CN" altLang="en-US" sz="2800" b="1" dirty="0">
              <a:latin typeface="微软雅黑" panose="020B0503020204020204" pitchFamily="34" charset="-122"/>
              <a:ea typeface="微软雅黑" panose="020B0503020204020204" pitchFamily="34" charset="-122"/>
            </a:endParaRPr>
          </a:p>
        </p:txBody>
      </p:sp>
      <p:sp>
        <p:nvSpPr>
          <p:cNvPr id="7" name="文本框 6"/>
          <p:cNvSpPr txBox="1"/>
          <p:nvPr/>
        </p:nvSpPr>
        <p:spPr>
          <a:xfrm>
            <a:off x="542925" y="4636293"/>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结果与分析</a:t>
            </a:r>
            <a:endParaRPr lang="zh-CN" altLang="en-US" sz="2800" b="1" dirty="0">
              <a:latin typeface="微软雅黑" panose="020B0503020204020204" pitchFamily="34" charset="-122"/>
              <a:ea typeface="微软雅黑" panose="020B0503020204020204" pitchFamily="34" charset="-122"/>
            </a:endParaRPr>
          </a:p>
        </p:txBody>
      </p:sp>
      <p:sp>
        <p:nvSpPr>
          <p:cNvPr id="8" name="文本框 7"/>
          <p:cNvSpPr txBox="1"/>
          <p:nvPr/>
        </p:nvSpPr>
        <p:spPr>
          <a:xfrm>
            <a:off x="542925" y="5629275"/>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总结与讨论</a:t>
            </a:r>
            <a:endParaRPr lang="zh-CN" altLang="en-US" sz="2800" b="1" dirty="0">
              <a:latin typeface="微软雅黑" panose="020B0503020204020204" pitchFamily="34" charset="-122"/>
              <a:ea typeface="微软雅黑" panose="020B0503020204020204" pitchFamily="34" charset="-122"/>
            </a:endParaRPr>
          </a:p>
        </p:txBody>
      </p:sp>
      <p:sp>
        <p:nvSpPr>
          <p:cNvPr id="12" name="文本框 11"/>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endParaRPr lang="zh-CN" altLang="en-US" sz="4800" b="1" dirty="0">
              <a:solidFill>
                <a:schemeClr val="accent1"/>
              </a:solidFill>
              <a:latin typeface="微软雅黑" panose="020B0503020204020204" pitchFamily="34" charset="-122"/>
              <a:ea typeface="微软雅黑" panose="020B0503020204020204" pitchFamily="34" charset="-122"/>
            </a:endParaRPr>
          </a:p>
        </p:txBody>
      </p:sp>
      <p:sp>
        <p:nvSpPr>
          <p:cNvPr id="15" name="矩形 14"/>
          <p:cNvSpPr/>
          <p:nvPr/>
        </p:nvSpPr>
        <p:spPr>
          <a:xfrm>
            <a:off x="3396996" y="797947"/>
            <a:ext cx="8316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3403600" y="162578"/>
            <a:ext cx="45085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重难点分析</a:t>
            </a:r>
            <a:endParaRPr lang="zh-CN" altLang="en-US" sz="2800" b="1" dirty="0">
              <a:latin typeface="微软雅黑" panose="020B0503020204020204" pitchFamily="34" charset="-122"/>
              <a:ea typeface="微软雅黑" panose="020B0503020204020204" pitchFamily="34" charset="-122"/>
            </a:endParaRPr>
          </a:p>
        </p:txBody>
      </p:sp>
      <p:grpSp>
        <p:nvGrpSpPr>
          <p:cNvPr id="24" name="组合 23"/>
          <p:cNvGrpSpPr/>
          <p:nvPr/>
        </p:nvGrpSpPr>
        <p:grpSpPr>
          <a:xfrm>
            <a:off x="4365335" y="1417005"/>
            <a:ext cx="1925781" cy="1925781"/>
            <a:chOff x="3930073" y="1616006"/>
            <a:chExt cx="1925781" cy="1925781"/>
          </a:xfrm>
        </p:grpSpPr>
        <p:grpSp>
          <p:nvGrpSpPr>
            <p:cNvPr id="16" name="组合 15"/>
            <p:cNvGrpSpPr/>
            <p:nvPr/>
          </p:nvGrpSpPr>
          <p:grpSpPr>
            <a:xfrm>
              <a:off x="3930073" y="1616006"/>
              <a:ext cx="1925781" cy="1925781"/>
              <a:chOff x="3930073" y="1616006"/>
              <a:chExt cx="1925781" cy="1925781"/>
            </a:xfrm>
          </p:grpSpPr>
          <p:sp>
            <p:nvSpPr>
              <p:cNvPr id="14" name="椭圆 13"/>
              <p:cNvSpPr/>
              <p:nvPr/>
            </p:nvSpPr>
            <p:spPr>
              <a:xfrm>
                <a:off x="3930073" y="1616006"/>
                <a:ext cx="1925781" cy="1925781"/>
              </a:xfrm>
              <a:prstGeom prst="ellips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4135582" y="1821515"/>
                <a:ext cx="1514763" cy="1514763"/>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17" name="文本框 16"/>
            <p:cNvSpPr txBox="1"/>
            <p:nvPr/>
          </p:nvSpPr>
          <p:spPr>
            <a:xfrm>
              <a:off x="4261427" y="2255730"/>
              <a:ext cx="1263072" cy="646331"/>
            </a:xfrm>
            <a:prstGeom prst="rect">
              <a:avLst/>
            </a:prstGeom>
            <a:noFill/>
          </p:spPr>
          <p:txBody>
            <a:bodyPr wrap="square" rtlCol="0">
              <a:spAutoFit/>
            </a:bodyPr>
            <a:lstStyle/>
            <a:p>
              <a:pPr algn="ctr"/>
              <a:r>
                <a:rPr lang="zh-CN" altLang="en-US" sz="3600" dirty="0">
                  <a:solidFill>
                    <a:schemeClr val="bg1"/>
                  </a:solidFill>
                  <a:latin typeface="微软雅黑" panose="020B0503020204020204" pitchFamily="34" charset="-122"/>
                  <a:ea typeface="微软雅黑" panose="020B0503020204020204" pitchFamily="34" charset="-122"/>
                </a:rPr>
                <a:t>重点</a:t>
              </a:r>
              <a:endParaRPr lang="zh-CN" altLang="en-US" sz="3600" dirty="0">
                <a:solidFill>
                  <a:schemeClr val="bg1"/>
                </a:solidFill>
                <a:latin typeface="微软雅黑" panose="020B0503020204020204" pitchFamily="34" charset="-122"/>
                <a:ea typeface="微软雅黑" panose="020B0503020204020204" pitchFamily="34" charset="-122"/>
              </a:endParaRPr>
            </a:p>
          </p:txBody>
        </p:sp>
      </p:grpSp>
      <p:grpSp>
        <p:nvGrpSpPr>
          <p:cNvPr id="25" name="组合 24"/>
          <p:cNvGrpSpPr/>
          <p:nvPr/>
        </p:nvGrpSpPr>
        <p:grpSpPr>
          <a:xfrm>
            <a:off x="9030574" y="4460449"/>
            <a:ext cx="1925781" cy="1925781"/>
            <a:chOff x="9715211" y="4520842"/>
            <a:chExt cx="1925781" cy="1925781"/>
          </a:xfrm>
        </p:grpSpPr>
        <p:grpSp>
          <p:nvGrpSpPr>
            <p:cNvPr id="18" name="组合 17"/>
            <p:cNvGrpSpPr/>
            <p:nvPr/>
          </p:nvGrpSpPr>
          <p:grpSpPr>
            <a:xfrm>
              <a:off x="9715211" y="4520842"/>
              <a:ext cx="1925781" cy="1925781"/>
              <a:chOff x="3930073" y="1616006"/>
              <a:chExt cx="1925781" cy="1925781"/>
            </a:xfrm>
          </p:grpSpPr>
          <p:sp>
            <p:nvSpPr>
              <p:cNvPr id="19" name="椭圆 18"/>
              <p:cNvSpPr/>
              <p:nvPr/>
            </p:nvSpPr>
            <p:spPr>
              <a:xfrm>
                <a:off x="3930073" y="1616006"/>
                <a:ext cx="1925781" cy="1925781"/>
              </a:xfrm>
              <a:prstGeom prst="ellips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p:cNvSpPr/>
              <p:nvPr/>
            </p:nvSpPr>
            <p:spPr>
              <a:xfrm>
                <a:off x="4135582" y="1821515"/>
                <a:ext cx="1514763" cy="1514763"/>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21" name="文本框 20"/>
            <p:cNvSpPr txBox="1"/>
            <p:nvPr/>
          </p:nvSpPr>
          <p:spPr>
            <a:xfrm>
              <a:off x="10046565" y="5160566"/>
              <a:ext cx="1263072" cy="646331"/>
            </a:xfrm>
            <a:prstGeom prst="rect">
              <a:avLst/>
            </a:prstGeom>
            <a:noFill/>
          </p:spPr>
          <p:txBody>
            <a:bodyPr wrap="square" rtlCol="0">
              <a:spAutoFit/>
            </a:bodyPr>
            <a:lstStyle/>
            <a:p>
              <a:pPr algn="ctr"/>
              <a:r>
                <a:rPr lang="zh-CN" altLang="en-US" sz="3600" dirty="0">
                  <a:solidFill>
                    <a:schemeClr val="bg1"/>
                  </a:solidFill>
                  <a:latin typeface="微软雅黑" panose="020B0503020204020204" pitchFamily="34" charset="-122"/>
                  <a:ea typeface="微软雅黑" panose="020B0503020204020204" pitchFamily="34" charset="-122"/>
                </a:rPr>
                <a:t>难点</a:t>
              </a:r>
              <a:endParaRPr lang="zh-CN" altLang="en-US" sz="3600" dirty="0">
                <a:solidFill>
                  <a:schemeClr val="bg1"/>
                </a:solidFill>
                <a:latin typeface="微软雅黑" panose="020B0503020204020204" pitchFamily="34" charset="-122"/>
                <a:ea typeface="微软雅黑" panose="020B0503020204020204" pitchFamily="34" charset="-122"/>
              </a:endParaRPr>
            </a:p>
          </p:txBody>
        </p:sp>
      </p:grpSp>
      <p:sp>
        <p:nvSpPr>
          <p:cNvPr id="34" name="矩形: 圆角 33"/>
          <p:cNvSpPr/>
          <p:nvPr/>
        </p:nvSpPr>
        <p:spPr>
          <a:xfrm>
            <a:off x="8104103" y="1277881"/>
            <a:ext cx="3240000" cy="442276"/>
          </a:xfrm>
          <a:prstGeom prst="roundRect">
            <a:avLst>
              <a:gd name="adj" fmla="val 50000"/>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微软雅黑" panose="020B0503020204020204" pitchFamily="34" charset="-122"/>
                <a:ea typeface="微软雅黑" panose="020B0503020204020204" pitchFamily="34" charset="-122"/>
              </a:rPr>
              <a:t>这里填写重点事项</a:t>
            </a:r>
            <a:r>
              <a:rPr lang="en-US" altLang="zh-CN" dirty="0">
                <a:solidFill>
                  <a:schemeClr val="tx1"/>
                </a:solidFill>
                <a:latin typeface="微软雅黑" panose="020B0503020204020204" pitchFamily="34" charset="-122"/>
                <a:ea typeface="微软雅黑" panose="020B0503020204020204" pitchFamily="34" charset="-122"/>
              </a:rPr>
              <a:t>1</a:t>
            </a:r>
            <a:endParaRPr lang="zh-CN" altLang="en-US" dirty="0">
              <a:solidFill>
                <a:schemeClr val="tx1"/>
              </a:solidFill>
              <a:latin typeface="微软雅黑" panose="020B0503020204020204" pitchFamily="34" charset="-122"/>
              <a:ea typeface="微软雅黑" panose="020B0503020204020204" pitchFamily="34" charset="-122"/>
            </a:endParaRPr>
          </a:p>
        </p:txBody>
      </p:sp>
      <p:grpSp>
        <p:nvGrpSpPr>
          <p:cNvPr id="42" name="组合 41"/>
          <p:cNvGrpSpPr/>
          <p:nvPr/>
        </p:nvGrpSpPr>
        <p:grpSpPr>
          <a:xfrm>
            <a:off x="6085607" y="1589142"/>
            <a:ext cx="1805704" cy="322183"/>
            <a:chOff x="6106395" y="1657350"/>
            <a:chExt cx="1805704" cy="322183"/>
          </a:xfrm>
        </p:grpSpPr>
        <p:cxnSp>
          <p:nvCxnSpPr>
            <p:cNvPr id="38" name="直接连接符 37"/>
            <p:cNvCxnSpPr/>
            <p:nvPr/>
          </p:nvCxnSpPr>
          <p:spPr>
            <a:xfrm flipV="1">
              <a:off x="6106395" y="1657350"/>
              <a:ext cx="418301" cy="322183"/>
            </a:xfrm>
            <a:prstGeom prst="line">
              <a:avLst/>
            </a:prstGeom>
            <a:ln>
              <a:headEnd type="ova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a:off x="6524696" y="1657350"/>
              <a:ext cx="1387403"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45" name="矩形: 圆角 44"/>
          <p:cNvSpPr/>
          <p:nvPr/>
        </p:nvSpPr>
        <p:spPr>
          <a:xfrm>
            <a:off x="8495581" y="2023357"/>
            <a:ext cx="3240000" cy="442276"/>
          </a:xfrm>
          <a:prstGeom prst="roundRect">
            <a:avLst>
              <a:gd name="adj" fmla="val 50000"/>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800" dirty="0">
                <a:solidFill>
                  <a:schemeClr val="tx1"/>
                </a:solidFill>
                <a:latin typeface="微软雅黑" panose="020B0503020204020204" pitchFamily="34" charset="-122"/>
                <a:ea typeface="微软雅黑" panose="020B0503020204020204" pitchFamily="34" charset="-122"/>
              </a:rPr>
              <a:t>这里填写重点事项</a:t>
            </a:r>
            <a:r>
              <a:rPr lang="en-US" altLang="zh-CN" dirty="0">
                <a:solidFill>
                  <a:schemeClr val="tx1"/>
                </a:solidFill>
                <a:latin typeface="微软雅黑" panose="020B0503020204020204" pitchFamily="34" charset="-122"/>
                <a:ea typeface="微软雅黑" panose="020B0503020204020204" pitchFamily="34" charset="-122"/>
              </a:rPr>
              <a:t>2</a:t>
            </a:r>
            <a:endParaRPr lang="zh-CN" altLang="en-US" sz="1800" dirty="0">
              <a:solidFill>
                <a:schemeClr val="tx1"/>
              </a:solidFill>
              <a:latin typeface="微软雅黑" panose="020B0503020204020204" pitchFamily="34" charset="-122"/>
              <a:ea typeface="微软雅黑" panose="020B0503020204020204" pitchFamily="34" charset="-122"/>
            </a:endParaRPr>
          </a:p>
        </p:txBody>
      </p:sp>
      <p:sp>
        <p:nvSpPr>
          <p:cNvPr id="46" name="矩形: 圆角 45"/>
          <p:cNvSpPr/>
          <p:nvPr/>
        </p:nvSpPr>
        <p:spPr>
          <a:xfrm>
            <a:off x="8104103" y="2808196"/>
            <a:ext cx="3240000" cy="442276"/>
          </a:xfrm>
          <a:prstGeom prst="roundRect">
            <a:avLst>
              <a:gd name="adj" fmla="val 50000"/>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800" dirty="0">
                <a:solidFill>
                  <a:schemeClr val="tx1"/>
                </a:solidFill>
                <a:latin typeface="微软雅黑" panose="020B0503020204020204" pitchFamily="34" charset="-122"/>
                <a:ea typeface="微软雅黑" panose="020B0503020204020204" pitchFamily="34" charset="-122"/>
              </a:rPr>
              <a:t>这里填写重点事项</a:t>
            </a:r>
            <a:r>
              <a:rPr lang="en-US" altLang="zh-CN" dirty="0">
                <a:solidFill>
                  <a:schemeClr val="tx1"/>
                </a:solidFill>
                <a:latin typeface="微软雅黑" panose="020B0503020204020204" pitchFamily="34" charset="-122"/>
                <a:ea typeface="微软雅黑" panose="020B0503020204020204" pitchFamily="34" charset="-122"/>
              </a:rPr>
              <a:t>3</a:t>
            </a:r>
            <a:endParaRPr lang="zh-CN" altLang="en-US" sz="1800" dirty="0">
              <a:solidFill>
                <a:schemeClr val="tx1"/>
              </a:solidFill>
              <a:latin typeface="微软雅黑" panose="020B0503020204020204" pitchFamily="34" charset="-122"/>
              <a:ea typeface="微软雅黑" panose="020B0503020204020204" pitchFamily="34" charset="-122"/>
            </a:endParaRPr>
          </a:p>
        </p:txBody>
      </p:sp>
      <p:grpSp>
        <p:nvGrpSpPr>
          <p:cNvPr id="49" name="组合 48"/>
          <p:cNvGrpSpPr/>
          <p:nvPr/>
        </p:nvGrpSpPr>
        <p:grpSpPr>
          <a:xfrm flipV="1">
            <a:off x="6139582" y="2703060"/>
            <a:ext cx="1805704" cy="322183"/>
            <a:chOff x="6106395" y="1657350"/>
            <a:chExt cx="1805704" cy="322183"/>
          </a:xfrm>
        </p:grpSpPr>
        <p:cxnSp>
          <p:nvCxnSpPr>
            <p:cNvPr id="50" name="直接连接符 49"/>
            <p:cNvCxnSpPr/>
            <p:nvPr/>
          </p:nvCxnSpPr>
          <p:spPr>
            <a:xfrm flipV="1">
              <a:off x="6106395" y="1657350"/>
              <a:ext cx="418301" cy="322183"/>
            </a:xfrm>
            <a:prstGeom prst="line">
              <a:avLst/>
            </a:prstGeom>
            <a:ln>
              <a:headEnd type="ova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a:off x="6524696" y="1657350"/>
              <a:ext cx="1387403" cy="0"/>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53" name="直接连接符 52"/>
          <p:cNvCxnSpPr/>
          <p:nvPr/>
        </p:nvCxnSpPr>
        <p:spPr>
          <a:xfrm>
            <a:off x="6183858" y="2270295"/>
            <a:ext cx="2084653" cy="0"/>
          </a:xfrm>
          <a:prstGeom prst="line">
            <a:avLst/>
          </a:prstGeom>
          <a:ln>
            <a:headEnd type="oval"/>
          </a:ln>
        </p:spPr>
        <p:style>
          <a:lnRef idx="1">
            <a:schemeClr val="accent1"/>
          </a:lnRef>
          <a:fillRef idx="0">
            <a:schemeClr val="accent1"/>
          </a:fillRef>
          <a:effectRef idx="0">
            <a:schemeClr val="accent1"/>
          </a:effectRef>
          <a:fontRef idx="minor">
            <a:schemeClr val="tx1"/>
          </a:fontRef>
        </p:style>
      </p:cxnSp>
      <p:sp>
        <p:nvSpPr>
          <p:cNvPr id="55" name="矩形: 圆角 54"/>
          <p:cNvSpPr/>
          <p:nvPr/>
        </p:nvSpPr>
        <p:spPr>
          <a:xfrm>
            <a:off x="3865564" y="4279406"/>
            <a:ext cx="3240000" cy="442276"/>
          </a:xfrm>
          <a:prstGeom prst="roundRect">
            <a:avLst>
              <a:gd name="adj" fmla="val 50000"/>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微软雅黑" panose="020B0503020204020204" pitchFamily="34" charset="-122"/>
                <a:ea typeface="微软雅黑" panose="020B0503020204020204" pitchFamily="34" charset="-122"/>
              </a:rPr>
              <a:t>这里填写难点事项</a:t>
            </a:r>
            <a:r>
              <a:rPr lang="en-US" altLang="zh-CN" dirty="0">
                <a:solidFill>
                  <a:schemeClr val="tx1"/>
                </a:solidFill>
                <a:latin typeface="微软雅黑" panose="020B0503020204020204" pitchFamily="34" charset="-122"/>
                <a:ea typeface="微软雅黑" panose="020B0503020204020204" pitchFamily="34" charset="-122"/>
              </a:rPr>
              <a:t>1</a:t>
            </a: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56" name="矩形: 圆角 55"/>
          <p:cNvSpPr/>
          <p:nvPr/>
        </p:nvSpPr>
        <p:spPr>
          <a:xfrm>
            <a:off x="3434054" y="5069603"/>
            <a:ext cx="3240000" cy="442276"/>
          </a:xfrm>
          <a:prstGeom prst="roundRect">
            <a:avLst>
              <a:gd name="adj" fmla="val 50000"/>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800" dirty="0">
                <a:solidFill>
                  <a:schemeClr val="tx1"/>
                </a:solidFill>
                <a:latin typeface="微软雅黑" panose="020B0503020204020204" pitchFamily="34" charset="-122"/>
                <a:ea typeface="微软雅黑" panose="020B0503020204020204" pitchFamily="34" charset="-122"/>
              </a:rPr>
              <a:t>这里填写难点事项</a:t>
            </a:r>
            <a:r>
              <a:rPr lang="en-US" altLang="zh-CN" dirty="0">
                <a:solidFill>
                  <a:schemeClr val="tx1"/>
                </a:solidFill>
                <a:latin typeface="微软雅黑" panose="020B0503020204020204" pitchFamily="34" charset="-122"/>
                <a:ea typeface="微软雅黑" panose="020B0503020204020204" pitchFamily="34" charset="-122"/>
              </a:rPr>
              <a:t>2</a:t>
            </a:r>
            <a:endParaRPr lang="zh-CN" altLang="en-US" sz="1800" dirty="0">
              <a:solidFill>
                <a:schemeClr val="tx1"/>
              </a:solidFill>
              <a:latin typeface="微软雅黑" panose="020B0503020204020204" pitchFamily="34" charset="-122"/>
              <a:ea typeface="微软雅黑" panose="020B0503020204020204" pitchFamily="34" charset="-122"/>
            </a:endParaRPr>
          </a:p>
        </p:txBody>
      </p:sp>
      <p:sp>
        <p:nvSpPr>
          <p:cNvPr id="57" name="矩形: 圆角 56"/>
          <p:cNvSpPr/>
          <p:nvPr/>
        </p:nvSpPr>
        <p:spPr>
          <a:xfrm>
            <a:off x="3865564" y="5838915"/>
            <a:ext cx="3240000" cy="442276"/>
          </a:xfrm>
          <a:prstGeom prst="roundRect">
            <a:avLst>
              <a:gd name="adj" fmla="val 50000"/>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800" dirty="0">
                <a:solidFill>
                  <a:schemeClr val="tx1"/>
                </a:solidFill>
                <a:latin typeface="微软雅黑" panose="020B0503020204020204" pitchFamily="34" charset="-122"/>
                <a:ea typeface="微软雅黑" panose="020B0503020204020204" pitchFamily="34" charset="-122"/>
              </a:rPr>
              <a:t>这里填写难点事项</a:t>
            </a:r>
            <a:r>
              <a:rPr lang="en-US" altLang="zh-CN" dirty="0">
                <a:solidFill>
                  <a:schemeClr val="tx1"/>
                </a:solidFill>
                <a:latin typeface="微软雅黑" panose="020B0503020204020204" pitchFamily="34" charset="-122"/>
                <a:ea typeface="微软雅黑" panose="020B0503020204020204" pitchFamily="34" charset="-122"/>
              </a:rPr>
              <a:t>3</a:t>
            </a:r>
            <a:endParaRPr lang="zh-CN" altLang="en-US" sz="1800" dirty="0">
              <a:solidFill>
                <a:schemeClr val="tx1"/>
              </a:solidFill>
              <a:latin typeface="微软雅黑" panose="020B0503020204020204" pitchFamily="34" charset="-122"/>
              <a:ea typeface="微软雅黑" panose="020B0503020204020204" pitchFamily="34" charset="-122"/>
            </a:endParaRPr>
          </a:p>
        </p:txBody>
      </p:sp>
      <p:grpSp>
        <p:nvGrpSpPr>
          <p:cNvPr id="58" name="组合 57"/>
          <p:cNvGrpSpPr/>
          <p:nvPr/>
        </p:nvGrpSpPr>
        <p:grpSpPr>
          <a:xfrm flipH="1">
            <a:off x="7488340" y="4504866"/>
            <a:ext cx="1805704" cy="322183"/>
            <a:chOff x="6106395" y="1657350"/>
            <a:chExt cx="1805704" cy="322183"/>
          </a:xfrm>
        </p:grpSpPr>
        <p:cxnSp>
          <p:nvCxnSpPr>
            <p:cNvPr id="59" name="直接连接符 58"/>
            <p:cNvCxnSpPr/>
            <p:nvPr/>
          </p:nvCxnSpPr>
          <p:spPr>
            <a:xfrm flipV="1">
              <a:off x="6106395" y="1657350"/>
              <a:ext cx="418301" cy="322183"/>
            </a:xfrm>
            <a:prstGeom prst="line">
              <a:avLst/>
            </a:prstGeom>
            <a:ln>
              <a:headEnd type="oval"/>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a:off x="6524696" y="1657350"/>
              <a:ext cx="1387403"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61" name="组合 60"/>
          <p:cNvGrpSpPr/>
          <p:nvPr/>
        </p:nvGrpSpPr>
        <p:grpSpPr>
          <a:xfrm flipH="1" flipV="1">
            <a:off x="7430379" y="5812166"/>
            <a:ext cx="1805704" cy="322183"/>
            <a:chOff x="6106395" y="1657350"/>
            <a:chExt cx="1805704" cy="322183"/>
          </a:xfrm>
        </p:grpSpPr>
        <p:cxnSp>
          <p:nvCxnSpPr>
            <p:cNvPr id="62" name="直接连接符 61"/>
            <p:cNvCxnSpPr/>
            <p:nvPr/>
          </p:nvCxnSpPr>
          <p:spPr>
            <a:xfrm flipV="1">
              <a:off x="6106395" y="1657350"/>
              <a:ext cx="418301" cy="322183"/>
            </a:xfrm>
            <a:prstGeom prst="line">
              <a:avLst/>
            </a:prstGeom>
            <a:ln>
              <a:headEnd type="ova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6524696" y="1657350"/>
              <a:ext cx="1387403" cy="0"/>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64" name="直接连接符 63"/>
          <p:cNvCxnSpPr/>
          <p:nvPr/>
        </p:nvCxnSpPr>
        <p:spPr>
          <a:xfrm flipH="1">
            <a:off x="6978854" y="5317446"/>
            <a:ext cx="2084653" cy="0"/>
          </a:xfrm>
          <a:prstGeom prst="line">
            <a:avLst/>
          </a:prstGeom>
          <a:ln>
            <a:headEnd type="oval"/>
          </a:ln>
        </p:spPr>
        <p:style>
          <a:lnRef idx="1">
            <a:schemeClr val="accent1"/>
          </a:lnRef>
          <a:fillRef idx="0">
            <a:schemeClr val="accent1"/>
          </a:fillRef>
          <a:effectRef idx="0">
            <a:schemeClr val="accent1"/>
          </a:effectRef>
          <a:fontRef idx="minor">
            <a:schemeClr val="tx1"/>
          </a:fontRef>
        </p:style>
      </p:cxnSp>
      <p:grpSp>
        <p:nvGrpSpPr>
          <p:cNvPr id="65" name="组合 64"/>
          <p:cNvGrpSpPr/>
          <p:nvPr/>
        </p:nvGrpSpPr>
        <p:grpSpPr>
          <a:xfrm>
            <a:off x="-2" y="1537960"/>
            <a:ext cx="2867026" cy="921872"/>
            <a:chOff x="-2" y="1537960"/>
            <a:chExt cx="2867026" cy="921872"/>
          </a:xfrm>
        </p:grpSpPr>
        <p:sp>
          <p:nvSpPr>
            <p:cNvPr id="66" name="矩形 65"/>
            <p:cNvSpPr/>
            <p:nvPr/>
          </p:nvSpPr>
          <p:spPr>
            <a:xfrm>
              <a:off x="-1" y="1537960"/>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直角三角形 66"/>
            <p:cNvSpPr/>
            <p:nvPr/>
          </p:nvSpPr>
          <p:spPr>
            <a:xfrm rot="10800000">
              <a:off x="-2" y="2299960"/>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8" name="文本框 67"/>
          <p:cNvSpPr txBox="1"/>
          <p:nvPr/>
        </p:nvSpPr>
        <p:spPr>
          <a:xfrm>
            <a:off x="542925" y="1657350"/>
            <a:ext cx="1828800"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研究背景</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6749144" y="2081163"/>
            <a:ext cx="4740984" cy="109400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542925" y="3643312"/>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方法与过程</a:t>
            </a:r>
            <a:endParaRPr lang="zh-CN" altLang="en-US" sz="2800" b="1" dirty="0">
              <a:latin typeface="微软雅黑" panose="020B0503020204020204" pitchFamily="34" charset="-122"/>
              <a:ea typeface="微软雅黑" panose="020B0503020204020204" pitchFamily="34" charset="-122"/>
            </a:endParaRPr>
          </a:p>
        </p:txBody>
      </p:sp>
      <p:sp>
        <p:nvSpPr>
          <p:cNvPr id="9" name="文本框 8"/>
          <p:cNvSpPr txBox="1"/>
          <p:nvPr/>
        </p:nvSpPr>
        <p:spPr>
          <a:xfrm>
            <a:off x="542925" y="4636293"/>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结果与分析</a:t>
            </a:r>
            <a:endParaRPr lang="zh-CN" altLang="en-US" sz="2800" b="1"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542925" y="5629275"/>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总结与讨论</a:t>
            </a:r>
            <a:endParaRPr lang="zh-CN" altLang="en-US" sz="2800" b="1" dirty="0">
              <a:latin typeface="微软雅黑" panose="020B0503020204020204" pitchFamily="34" charset="-122"/>
              <a:ea typeface="微软雅黑" panose="020B0503020204020204" pitchFamily="34" charset="-122"/>
            </a:endParaRPr>
          </a:p>
        </p:txBody>
      </p:sp>
      <p:sp>
        <p:nvSpPr>
          <p:cNvPr id="6" name="文本框 5"/>
          <p:cNvSpPr txBox="1"/>
          <p:nvPr/>
        </p:nvSpPr>
        <p:spPr>
          <a:xfrm>
            <a:off x="542925" y="1657350"/>
            <a:ext cx="1828800" cy="523220"/>
          </a:xfrm>
          <a:prstGeom prst="rect">
            <a:avLst/>
          </a:prstGeom>
          <a:noFill/>
        </p:spPr>
        <p:txBody>
          <a:bodyPr wrap="square" rtlCol="0">
            <a:spAutoFit/>
          </a:bodyPr>
          <a:lstStyle/>
          <a:p>
            <a:r>
              <a:rPr lang="zh-CN" altLang="en-US" sz="2800" b="1" dirty="0">
                <a:solidFill>
                  <a:sysClr val="windowText" lastClr="000000"/>
                </a:solidFill>
                <a:latin typeface="微软雅黑" panose="020B0503020204020204" pitchFamily="34" charset="-122"/>
                <a:ea typeface="微软雅黑" panose="020B0503020204020204" pitchFamily="34" charset="-122"/>
              </a:rPr>
              <a:t>研究背景</a:t>
            </a:r>
            <a:endParaRPr lang="zh-CN" altLang="en-US" sz="2800" b="1" dirty="0">
              <a:solidFill>
                <a:sysClr val="windowText" lastClr="000000"/>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2" y="2520460"/>
            <a:ext cx="2867026" cy="921872"/>
            <a:chOff x="-2" y="1537960"/>
            <a:chExt cx="2867026" cy="921872"/>
          </a:xfrm>
        </p:grpSpPr>
        <p:sp>
          <p:nvSpPr>
            <p:cNvPr id="11" name="矩形 10"/>
            <p:cNvSpPr/>
            <p:nvPr/>
          </p:nvSpPr>
          <p:spPr>
            <a:xfrm>
              <a:off x="-1" y="1537960"/>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直角三角形 11"/>
            <p:cNvSpPr/>
            <p:nvPr/>
          </p:nvSpPr>
          <p:spPr>
            <a:xfrm rot="10800000">
              <a:off x="-2" y="2299960"/>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 name="文本框 13"/>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endParaRPr lang="zh-CN" altLang="en-US" sz="4800" b="1" dirty="0">
              <a:solidFill>
                <a:schemeClr val="accent1"/>
              </a:solidFill>
              <a:latin typeface="微软雅黑" panose="020B0503020204020204" pitchFamily="34" charset="-122"/>
              <a:ea typeface="微软雅黑" panose="020B0503020204020204" pitchFamily="34" charset="-122"/>
            </a:endParaRPr>
          </a:p>
        </p:txBody>
      </p:sp>
      <p:sp>
        <p:nvSpPr>
          <p:cNvPr id="15" name="文本框 14"/>
          <p:cNvSpPr txBox="1"/>
          <p:nvPr/>
        </p:nvSpPr>
        <p:spPr>
          <a:xfrm>
            <a:off x="3979636" y="1520170"/>
            <a:ext cx="2946400" cy="2215991"/>
          </a:xfrm>
          <a:prstGeom prst="rect">
            <a:avLst/>
          </a:prstGeom>
          <a:noFill/>
        </p:spPr>
        <p:txBody>
          <a:bodyPr wrap="square" rtlCol="0">
            <a:spAutoFit/>
          </a:bodyPr>
          <a:lstStyle/>
          <a:p>
            <a:pPr algn="ctr"/>
            <a:r>
              <a:rPr lang="en-US" altLang="zh-CN" sz="13800" b="1" dirty="0">
                <a:solidFill>
                  <a:schemeClr val="accent1"/>
                </a:solidFill>
                <a:latin typeface="微软雅黑" panose="020B0503020204020204" pitchFamily="34" charset="-122"/>
                <a:ea typeface="微软雅黑" panose="020B0503020204020204" pitchFamily="34" charset="-122"/>
              </a:rPr>
              <a:t>02</a:t>
            </a:r>
            <a:endParaRPr lang="zh-CN" altLang="en-US" sz="13800" b="1" dirty="0">
              <a:solidFill>
                <a:schemeClr val="accent1"/>
              </a:solidFill>
              <a:latin typeface="微软雅黑" panose="020B0503020204020204" pitchFamily="34" charset="-122"/>
              <a:ea typeface="微软雅黑" panose="020B0503020204020204" pitchFamily="34" charset="-122"/>
            </a:endParaRPr>
          </a:p>
        </p:txBody>
      </p:sp>
      <p:sp>
        <p:nvSpPr>
          <p:cNvPr id="18" name="文本框 17"/>
          <p:cNvSpPr txBox="1"/>
          <p:nvPr/>
        </p:nvSpPr>
        <p:spPr>
          <a:xfrm>
            <a:off x="7208701" y="2151111"/>
            <a:ext cx="4119335" cy="954107"/>
          </a:xfrm>
          <a:prstGeom prst="rect">
            <a:avLst/>
          </a:prstGeom>
          <a:noFill/>
        </p:spPr>
        <p:txBody>
          <a:bodyPr wrap="square" rtlCol="0">
            <a:spAutoFit/>
          </a:bodyPr>
          <a:lstStyle/>
          <a:p>
            <a:r>
              <a:rPr lang="zh-CN" altLang="en-US" sz="3600" b="1" dirty="0">
                <a:solidFill>
                  <a:schemeClr val="bg1"/>
                </a:solidFill>
              </a:rPr>
              <a:t>目的与意义</a:t>
            </a:r>
            <a:endParaRPr lang="en-US" altLang="zh-CN" sz="3600" b="1" dirty="0">
              <a:solidFill>
                <a:schemeClr val="bg1"/>
              </a:solidFill>
            </a:endParaRPr>
          </a:p>
          <a:p>
            <a:r>
              <a:rPr lang="en-US" altLang="zh-CN" sz="2000" dirty="0">
                <a:solidFill>
                  <a:schemeClr val="bg1"/>
                </a:solidFill>
                <a:latin typeface="微软雅黑" panose="020B0503020204020204" pitchFamily="34" charset="-122"/>
                <a:ea typeface="微软雅黑" panose="020B0503020204020204" pitchFamily="34" charset="-122"/>
              </a:rPr>
              <a:t>Purpose and significance</a:t>
            </a:r>
            <a:endParaRPr lang="en-US" altLang="zh-CN" sz="2000" dirty="0">
              <a:solidFill>
                <a:schemeClr val="bg1"/>
              </a:solidFill>
              <a:latin typeface="微软雅黑" panose="020B0503020204020204" pitchFamily="34" charset="-122"/>
              <a:ea typeface="微软雅黑" panose="020B0503020204020204" pitchFamily="34" charset="-122"/>
            </a:endParaRPr>
          </a:p>
        </p:txBody>
      </p:sp>
      <p:sp>
        <p:nvSpPr>
          <p:cNvPr id="20" name="文本框 19"/>
          <p:cNvSpPr txBox="1"/>
          <p:nvPr/>
        </p:nvSpPr>
        <p:spPr>
          <a:xfrm>
            <a:off x="6571653" y="3629017"/>
            <a:ext cx="4064000" cy="1399870"/>
          </a:xfrm>
          <a:prstGeom prst="rect">
            <a:avLst/>
          </a:prstGeom>
          <a:noFill/>
        </p:spPr>
        <p:txBody>
          <a:bodyPr wrap="square" rtlCol="0">
            <a:spAutoFit/>
          </a:bodyPr>
          <a:lstStyle/>
          <a:p>
            <a:pPr marL="285750" indent="-285750">
              <a:lnSpc>
                <a:spcPts val="35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研究目的</a:t>
            </a:r>
            <a:endParaRPr lang="en-US" altLang="zh-CN" sz="2400" dirty="0">
              <a:latin typeface="微软雅黑" panose="020B0503020204020204" pitchFamily="34" charset="-122"/>
              <a:ea typeface="微软雅黑" panose="020B0503020204020204" pitchFamily="34" charset="-122"/>
            </a:endParaRPr>
          </a:p>
          <a:p>
            <a:pPr marL="285750" indent="-285750">
              <a:lnSpc>
                <a:spcPts val="35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研究意义</a:t>
            </a:r>
            <a:endParaRPr lang="en-US" altLang="zh-CN" sz="2400" dirty="0">
              <a:latin typeface="微软雅黑" panose="020B0503020204020204" pitchFamily="34" charset="-122"/>
              <a:ea typeface="微软雅黑" panose="020B0503020204020204" pitchFamily="34" charset="-122"/>
            </a:endParaRPr>
          </a:p>
          <a:p>
            <a:pPr marL="285750" indent="-285750">
              <a:lnSpc>
                <a:spcPts val="35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实际应用</a:t>
            </a:r>
            <a:endParaRPr lang="en-US" altLang="zh-CN" sz="2400" dirty="0">
              <a:latin typeface="微软雅黑" panose="020B0503020204020204" pitchFamily="34" charset="-122"/>
              <a:ea typeface="微软雅黑" panose="020B0503020204020204" pitchFamily="34" charset="-122"/>
            </a:endParaRPr>
          </a:p>
        </p:txBody>
      </p:sp>
      <p:grpSp>
        <p:nvGrpSpPr>
          <p:cNvPr id="22" name="组合 21"/>
          <p:cNvGrpSpPr/>
          <p:nvPr/>
        </p:nvGrpSpPr>
        <p:grpSpPr>
          <a:xfrm flipH="1">
            <a:off x="10375900" y="6121400"/>
            <a:ext cx="1282700" cy="421640"/>
            <a:chOff x="495300" y="304800"/>
            <a:chExt cx="1282700" cy="421640"/>
          </a:xfrm>
        </p:grpSpPr>
        <p:sp>
          <p:nvSpPr>
            <p:cNvPr id="23" name="矩形: 圆角 22"/>
            <p:cNvSpPr/>
            <p:nvPr/>
          </p:nvSpPr>
          <p:spPr>
            <a:xfrm>
              <a:off x="495300" y="304800"/>
              <a:ext cx="7920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角 23"/>
            <p:cNvSpPr/>
            <p:nvPr/>
          </p:nvSpPr>
          <p:spPr>
            <a:xfrm>
              <a:off x="495300" y="485140"/>
              <a:ext cx="12827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圆角 24"/>
            <p:cNvSpPr/>
            <p:nvPr/>
          </p:nvSpPr>
          <p:spPr>
            <a:xfrm>
              <a:off x="495300" y="665480"/>
              <a:ext cx="5400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 name="文本框 6"/>
          <p:cNvSpPr txBox="1"/>
          <p:nvPr/>
        </p:nvSpPr>
        <p:spPr>
          <a:xfrm>
            <a:off x="542925" y="2650331"/>
            <a:ext cx="2019300"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目的与意义</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542925" y="3643312"/>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方法与过程</a:t>
            </a:r>
            <a:endParaRPr lang="zh-CN" altLang="en-US" sz="2800" b="1" dirty="0">
              <a:latin typeface="微软雅黑" panose="020B0503020204020204" pitchFamily="34" charset="-122"/>
              <a:ea typeface="微软雅黑" panose="020B0503020204020204" pitchFamily="34" charset="-122"/>
            </a:endParaRPr>
          </a:p>
        </p:txBody>
      </p:sp>
      <p:sp>
        <p:nvSpPr>
          <p:cNvPr id="9" name="文本框 8"/>
          <p:cNvSpPr txBox="1"/>
          <p:nvPr/>
        </p:nvSpPr>
        <p:spPr>
          <a:xfrm>
            <a:off x="542925" y="4636293"/>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结果与分析</a:t>
            </a:r>
            <a:endParaRPr lang="zh-CN" altLang="en-US" sz="2800" b="1"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542925" y="5629275"/>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总结与讨论</a:t>
            </a:r>
            <a:endParaRPr lang="zh-CN" altLang="en-US" sz="2800" b="1" dirty="0">
              <a:latin typeface="微软雅黑" panose="020B0503020204020204" pitchFamily="34" charset="-122"/>
              <a:ea typeface="微软雅黑" panose="020B0503020204020204" pitchFamily="34" charset="-122"/>
            </a:endParaRPr>
          </a:p>
        </p:txBody>
      </p:sp>
      <p:sp>
        <p:nvSpPr>
          <p:cNvPr id="6" name="文本框 5"/>
          <p:cNvSpPr txBox="1"/>
          <p:nvPr/>
        </p:nvSpPr>
        <p:spPr>
          <a:xfrm>
            <a:off x="542925" y="1657350"/>
            <a:ext cx="1828800" cy="523220"/>
          </a:xfrm>
          <a:prstGeom prst="rect">
            <a:avLst/>
          </a:prstGeom>
          <a:noFill/>
        </p:spPr>
        <p:txBody>
          <a:bodyPr wrap="square" rtlCol="0">
            <a:spAutoFit/>
          </a:bodyPr>
          <a:lstStyle/>
          <a:p>
            <a:r>
              <a:rPr lang="zh-CN" altLang="en-US" sz="2800" b="1" dirty="0">
                <a:solidFill>
                  <a:sysClr val="windowText" lastClr="000000"/>
                </a:solidFill>
                <a:latin typeface="微软雅黑" panose="020B0503020204020204" pitchFamily="34" charset="-122"/>
                <a:ea typeface="微软雅黑" panose="020B0503020204020204" pitchFamily="34" charset="-122"/>
              </a:rPr>
              <a:t>研究背景</a:t>
            </a:r>
            <a:endParaRPr lang="zh-CN" altLang="en-US" sz="2800" b="1" dirty="0">
              <a:solidFill>
                <a:sysClr val="windowText" lastClr="000000"/>
              </a:solidFill>
              <a:latin typeface="微软雅黑" panose="020B0503020204020204" pitchFamily="34" charset="-122"/>
              <a:ea typeface="微软雅黑" panose="020B0503020204020204" pitchFamily="34" charset="-122"/>
            </a:endParaRPr>
          </a:p>
        </p:txBody>
      </p:sp>
      <p:sp>
        <p:nvSpPr>
          <p:cNvPr id="11" name="矩形 10"/>
          <p:cNvSpPr/>
          <p:nvPr/>
        </p:nvSpPr>
        <p:spPr>
          <a:xfrm>
            <a:off x="-1" y="2520460"/>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直角三角形 11"/>
          <p:cNvSpPr/>
          <p:nvPr/>
        </p:nvSpPr>
        <p:spPr>
          <a:xfrm rot="10800000">
            <a:off x="-2" y="3282460"/>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endParaRPr lang="zh-CN" altLang="en-US" sz="4800" b="1" dirty="0">
              <a:solidFill>
                <a:schemeClr val="accent1"/>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542925" y="2650331"/>
            <a:ext cx="2019300"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目的与意义</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5" name="矩形 4"/>
          <p:cNvSpPr/>
          <p:nvPr/>
        </p:nvSpPr>
        <p:spPr>
          <a:xfrm>
            <a:off x="3396996" y="797947"/>
            <a:ext cx="8316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3403600" y="162578"/>
            <a:ext cx="45085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研究目的</a:t>
            </a:r>
            <a:endParaRPr lang="zh-CN" altLang="en-US" sz="2800" b="1" dirty="0">
              <a:latin typeface="微软雅黑" panose="020B0503020204020204" pitchFamily="34" charset="-122"/>
              <a:ea typeface="微软雅黑" panose="020B0503020204020204" pitchFamily="34" charset="-122"/>
            </a:endParaRPr>
          </a:p>
        </p:txBody>
      </p:sp>
      <p:pic>
        <p:nvPicPr>
          <p:cNvPr id="18" name="https://photo-static-api.fotomore.com/creative/vcg/veer/400/new/VCG41N696183822.jpg?uid=386&amp;timestamp=1744686684&amp;sign=d74936f07c2e3feeeb9c7fddb91d4b99" descr="商务人士在办公室开会"/>
          <p:cNvPicPr>
            <a:picLocks noChangeAspect="1"/>
          </p:cNvPicPr>
          <p:nvPr/>
        </p:nvPicPr>
        <p:blipFill>
          <a:blip r:embed="rId1" cstate="email"/>
          <a:stretch>
            <a:fillRect/>
          </a:stretch>
        </p:blipFill>
        <p:spPr>
          <a:xfrm>
            <a:off x="3396996" y="1498686"/>
            <a:ext cx="2378364" cy="1783774"/>
          </a:xfrm>
          <a:prstGeom prst="rect">
            <a:avLst/>
          </a:prstGeom>
          <a:effectLst>
            <a:outerShdw blurRad="63500" sx="102000" sy="102000" algn="ctr" rotWithShape="0">
              <a:prstClr val="black">
                <a:alpha val="40000"/>
              </a:prstClr>
            </a:outerShdw>
          </a:effectLst>
        </p:spPr>
      </p:pic>
      <p:sp>
        <p:nvSpPr>
          <p:cNvPr id="23" name="矩形 22"/>
          <p:cNvSpPr/>
          <p:nvPr/>
        </p:nvSpPr>
        <p:spPr>
          <a:xfrm>
            <a:off x="3396994" y="2650331"/>
            <a:ext cx="2378364" cy="627776"/>
          </a:xfrm>
          <a:prstGeom prst="rect">
            <a:avLst/>
          </a:prstGeom>
          <a:gradFill flip="none" rotWithShape="1">
            <a:gsLst>
              <a:gs pos="0">
                <a:schemeClr val="accent1">
                  <a:lumMod val="40000"/>
                  <a:lumOff val="60000"/>
                  <a:alpha val="80000"/>
                </a:schemeClr>
              </a:gs>
              <a:gs pos="100000">
                <a:schemeClr val="accent1">
                  <a:lumMod val="75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输入相关内容</a:t>
            </a:r>
            <a:endParaRPr lang="zh-CN" altLang="en-US" sz="2000" b="1" dirty="0">
              <a:latin typeface="微软雅黑" panose="020B0503020204020204" pitchFamily="34" charset="-122"/>
              <a:ea typeface="微软雅黑" panose="020B0503020204020204" pitchFamily="34" charset="-122"/>
            </a:endParaRPr>
          </a:p>
        </p:txBody>
      </p:sp>
      <p:pic>
        <p:nvPicPr>
          <p:cNvPr id="21" name="https://photo-static-api.fotomore.com/creative/vcg/veer/400/new/VCG41N696183822.jpg?uid=386&amp;timestamp=1744686684&amp;sign=d74936f07c2e3feeeb9c7fddb91d4b99"/>
          <p:cNvPicPr>
            <a:picLocks noChangeAspect="1"/>
          </p:cNvPicPr>
          <p:nvPr/>
        </p:nvPicPr>
        <p:blipFill>
          <a:blip r:embed="rId2" cstate="email"/>
          <a:srcRect/>
          <a:stretch>
            <a:fillRect/>
          </a:stretch>
        </p:blipFill>
        <p:spPr>
          <a:xfrm>
            <a:off x="6365814" y="2734819"/>
            <a:ext cx="2378364" cy="1587907"/>
          </a:xfrm>
          <a:prstGeom prst="rect">
            <a:avLst/>
          </a:prstGeom>
          <a:effectLst>
            <a:outerShdw blurRad="63500" sx="102000" sy="102000" algn="ctr" rotWithShape="0">
              <a:prstClr val="black">
                <a:alpha val="40000"/>
              </a:prstClr>
            </a:outerShdw>
          </a:effectLst>
        </p:spPr>
      </p:pic>
      <p:sp>
        <p:nvSpPr>
          <p:cNvPr id="24" name="矩形 23"/>
          <p:cNvSpPr/>
          <p:nvPr/>
        </p:nvSpPr>
        <p:spPr>
          <a:xfrm>
            <a:off x="6365668" y="3694950"/>
            <a:ext cx="2373747" cy="627776"/>
          </a:xfrm>
          <a:prstGeom prst="rect">
            <a:avLst/>
          </a:prstGeom>
          <a:gradFill flip="none" rotWithShape="1">
            <a:gsLst>
              <a:gs pos="0">
                <a:schemeClr val="accent1">
                  <a:lumMod val="40000"/>
                  <a:lumOff val="60000"/>
                  <a:alpha val="80000"/>
                </a:schemeClr>
              </a:gs>
              <a:gs pos="100000">
                <a:schemeClr val="accent1">
                  <a:lumMod val="75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输入相关内容</a:t>
            </a:r>
            <a:endParaRPr lang="zh-CN" altLang="en-US" sz="2000" b="1" dirty="0">
              <a:latin typeface="微软雅黑" panose="020B0503020204020204" pitchFamily="34" charset="-122"/>
              <a:ea typeface="微软雅黑" panose="020B0503020204020204" pitchFamily="34" charset="-122"/>
            </a:endParaRPr>
          </a:p>
        </p:txBody>
      </p:sp>
      <p:pic>
        <p:nvPicPr>
          <p:cNvPr id="22" name="https://photo-static-api.fotomore.com/creative/vcg/veer/400/new/VCG41N696183822.jpg?uid=386&amp;timestamp=1744686684&amp;sign=d74936f07c2e3feeeb9c7fddb91d4b99" descr="商务人士在办公室开会"/>
          <p:cNvPicPr>
            <a:picLocks noChangeAspect="1"/>
          </p:cNvPicPr>
          <p:nvPr/>
        </p:nvPicPr>
        <p:blipFill>
          <a:blip r:embed="rId1" cstate="email"/>
          <a:stretch>
            <a:fillRect/>
          </a:stretch>
        </p:blipFill>
        <p:spPr>
          <a:xfrm>
            <a:off x="9388638" y="1392388"/>
            <a:ext cx="2378364" cy="1783774"/>
          </a:xfrm>
          <a:prstGeom prst="rect">
            <a:avLst/>
          </a:prstGeom>
          <a:effectLst>
            <a:outerShdw blurRad="63500" sx="102000" sy="102000" algn="ctr" rotWithShape="0">
              <a:prstClr val="black">
                <a:alpha val="40000"/>
              </a:prstClr>
            </a:outerShdw>
          </a:effectLst>
        </p:spPr>
      </p:pic>
      <p:sp>
        <p:nvSpPr>
          <p:cNvPr id="25" name="矩形 24"/>
          <p:cNvSpPr/>
          <p:nvPr/>
        </p:nvSpPr>
        <p:spPr>
          <a:xfrm>
            <a:off x="9385971" y="2544033"/>
            <a:ext cx="2373747" cy="627776"/>
          </a:xfrm>
          <a:prstGeom prst="rect">
            <a:avLst/>
          </a:prstGeom>
          <a:gradFill flip="none" rotWithShape="1">
            <a:gsLst>
              <a:gs pos="0">
                <a:schemeClr val="accent1">
                  <a:lumMod val="40000"/>
                  <a:lumOff val="60000"/>
                  <a:alpha val="80000"/>
                </a:schemeClr>
              </a:gs>
              <a:gs pos="100000">
                <a:schemeClr val="accent1">
                  <a:lumMod val="75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输入相关内容</a:t>
            </a:r>
            <a:endParaRPr lang="zh-CN" altLang="en-US" sz="2000" b="1" dirty="0">
              <a:latin typeface="微软雅黑" panose="020B0503020204020204" pitchFamily="34" charset="-122"/>
              <a:ea typeface="微软雅黑" panose="020B0503020204020204" pitchFamily="34" charset="-122"/>
            </a:endParaRPr>
          </a:p>
        </p:txBody>
      </p:sp>
      <p:sp>
        <p:nvSpPr>
          <p:cNvPr id="26" name="矩形 25"/>
          <p:cNvSpPr/>
          <p:nvPr/>
        </p:nvSpPr>
        <p:spPr>
          <a:xfrm>
            <a:off x="3209212" y="3575541"/>
            <a:ext cx="2752115" cy="1671386"/>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p:cNvSpPr/>
          <p:nvPr/>
        </p:nvSpPr>
        <p:spPr>
          <a:xfrm>
            <a:off x="6205487" y="4523773"/>
            <a:ext cx="2752115" cy="1696158"/>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文本框 32"/>
          <p:cNvSpPr txBox="1"/>
          <p:nvPr/>
        </p:nvSpPr>
        <p:spPr>
          <a:xfrm>
            <a:off x="7296469" y="1581168"/>
            <a:ext cx="1231261" cy="954107"/>
          </a:xfrm>
          <a:prstGeom prst="rect">
            <a:avLst/>
          </a:prstGeom>
          <a:noFill/>
        </p:spPr>
        <p:txBody>
          <a:bodyPr wrap="square" rtlCol="0">
            <a:spAutoFit/>
          </a:bodyPr>
          <a:lstStyle/>
          <a:p>
            <a:pPr algn="ctr"/>
            <a:r>
              <a:rPr lang="zh-CN" altLang="en-US" sz="2800" b="1" dirty="0">
                <a:solidFill>
                  <a:schemeClr val="accent1"/>
                </a:solidFill>
                <a:latin typeface="微软雅黑" panose="020B0503020204020204" pitchFamily="34" charset="-122"/>
                <a:ea typeface="微软雅黑" panose="020B0503020204020204" pitchFamily="34" charset="-122"/>
              </a:rPr>
              <a:t>三大</a:t>
            </a:r>
            <a:endParaRPr lang="en-US" altLang="zh-CN" sz="2800" b="1" dirty="0">
              <a:solidFill>
                <a:schemeClr val="accent1"/>
              </a:solidFill>
              <a:latin typeface="微软雅黑" panose="020B0503020204020204" pitchFamily="34" charset="-122"/>
              <a:ea typeface="微软雅黑" panose="020B0503020204020204" pitchFamily="34" charset="-122"/>
            </a:endParaRPr>
          </a:p>
          <a:p>
            <a:pPr algn="ctr"/>
            <a:r>
              <a:rPr lang="zh-CN" altLang="en-US" sz="2800" b="1" dirty="0">
                <a:solidFill>
                  <a:schemeClr val="accent1"/>
                </a:solidFill>
                <a:latin typeface="微软雅黑" panose="020B0503020204020204" pitchFamily="34" charset="-122"/>
                <a:ea typeface="微软雅黑" panose="020B0503020204020204" pitchFamily="34" charset="-122"/>
              </a:rPr>
              <a:t>目的</a:t>
            </a:r>
            <a:endParaRPr lang="zh-CN" altLang="en-US" sz="2800" b="1" dirty="0">
              <a:solidFill>
                <a:schemeClr val="accent1"/>
              </a:solidFill>
              <a:latin typeface="微软雅黑" panose="020B0503020204020204" pitchFamily="34" charset="-122"/>
              <a:ea typeface="微软雅黑" panose="020B0503020204020204" pitchFamily="34" charset="-122"/>
            </a:endParaRPr>
          </a:p>
        </p:txBody>
      </p:sp>
      <p:sp>
        <p:nvSpPr>
          <p:cNvPr id="34" name="矩形 33"/>
          <p:cNvSpPr/>
          <p:nvPr/>
        </p:nvSpPr>
        <p:spPr>
          <a:xfrm>
            <a:off x="9201762" y="3575541"/>
            <a:ext cx="2752115" cy="1671386"/>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p:cNvSpPr/>
          <p:nvPr/>
        </p:nvSpPr>
        <p:spPr>
          <a:xfrm>
            <a:off x="3209212" y="3575541"/>
            <a:ext cx="2752115" cy="11940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p:cNvSpPr/>
          <p:nvPr/>
        </p:nvSpPr>
        <p:spPr>
          <a:xfrm>
            <a:off x="6205487" y="4521795"/>
            <a:ext cx="2752115" cy="10163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p:cNvSpPr/>
          <p:nvPr/>
        </p:nvSpPr>
        <p:spPr>
          <a:xfrm>
            <a:off x="9201761" y="3579894"/>
            <a:ext cx="2752115" cy="10163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文本框 37"/>
          <p:cNvSpPr txBox="1"/>
          <p:nvPr/>
        </p:nvSpPr>
        <p:spPr>
          <a:xfrm>
            <a:off x="3271512" y="3870774"/>
            <a:ext cx="2576078" cy="1015663"/>
          </a:xfrm>
          <a:prstGeom prst="rect">
            <a:avLst/>
          </a:prstGeom>
          <a:noFill/>
        </p:spPr>
        <p:txBody>
          <a:bodyPr wrap="square" rtlCol="0">
            <a:spAutoFit/>
          </a:bodyPr>
          <a:lstStyle/>
          <a:p>
            <a:r>
              <a:rPr lang="zh-CN" altLang="en-US" sz="1200" dirty="0">
                <a:latin typeface="微软雅黑" panose="020B0503020204020204" pitchFamily="34" charset="-122"/>
                <a:ea typeface="微软雅黑" panose="020B0503020204020204" pitchFamily="34" charset="-122"/>
              </a:rPr>
              <a:t>这里输入正文内容这里输入正文内容这里输入正文内容这里输入正文内容这里输入正文内容这里输入正文内容这里输入正文内容这里输入正文内容</a:t>
            </a:r>
            <a:endParaRPr lang="zh-CN" altLang="en-US" sz="1200" dirty="0">
              <a:latin typeface="微软雅黑" panose="020B0503020204020204" pitchFamily="34" charset="-122"/>
              <a:ea typeface="微软雅黑" panose="020B0503020204020204" pitchFamily="34" charset="-122"/>
            </a:endParaRPr>
          </a:p>
        </p:txBody>
      </p:sp>
      <p:sp>
        <p:nvSpPr>
          <p:cNvPr id="39" name="文本框 38"/>
          <p:cNvSpPr txBox="1"/>
          <p:nvPr/>
        </p:nvSpPr>
        <p:spPr>
          <a:xfrm>
            <a:off x="6303514" y="4822500"/>
            <a:ext cx="2576078" cy="1015663"/>
          </a:xfrm>
          <a:prstGeom prst="rect">
            <a:avLst/>
          </a:prstGeom>
          <a:noFill/>
        </p:spPr>
        <p:txBody>
          <a:bodyPr wrap="square" rtlCol="0">
            <a:spAutoFit/>
          </a:bodyPr>
          <a:lstStyle/>
          <a:p>
            <a:r>
              <a:rPr lang="zh-CN" altLang="en-US" sz="1200" dirty="0">
                <a:latin typeface="微软雅黑" panose="020B0503020204020204" pitchFamily="34" charset="-122"/>
                <a:ea typeface="微软雅黑" panose="020B0503020204020204" pitchFamily="34" charset="-122"/>
              </a:rPr>
              <a:t>这里输入正文内容这里输入正文内容这里输入正文内容这里输入正文内容这里输入正文内容这里输入正文内容这里输入正文内容这里输入正文内容</a:t>
            </a:r>
            <a:endParaRPr lang="zh-CN" altLang="en-US" sz="1200" dirty="0">
              <a:latin typeface="微软雅黑" panose="020B0503020204020204" pitchFamily="34" charset="-122"/>
              <a:ea typeface="微软雅黑" panose="020B0503020204020204" pitchFamily="34" charset="-122"/>
            </a:endParaRPr>
          </a:p>
        </p:txBody>
      </p:sp>
      <p:sp>
        <p:nvSpPr>
          <p:cNvPr id="40" name="文本框 39"/>
          <p:cNvSpPr txBox="1"/>
          <p:nvPr/>
        </p:nvSpPr>
        <p:spPr>
          <a:xfrm>
            <a:off x="9299789" y="3869814"/>
            <a:ext cx="2576078" cy="1015663"/>
          </a:xfrm>
          <a:prstGeom prst="rect">
            <a:avLst/>
          </a:prstGeom>
          <a:noFill/>
        </p:spPr>
        <p:txBody>
          <a:bodyPr wrap="square" rtlCol="0">
            <a:spAutoFit/>
          </a:bodyPr>
          <a:lstStyle/>
          <a:p>
            <a:r>
              <a:rPr lang="zh-CN" altLang="en-US" sz="1200" dirty="0">
                <a:latin typeface="微软雅黑" panose="020B0503020204020204" pitchFamily="34" charset="-122"/>
                <a:ea typeface="微软雅黑" panose="020B0503020204020204" pitchFamily="34" charset="-122"/>
              </a:rPr>
              <a:t>这里输入正文内容这里输入正文内容这里输入正文内容这里输入正文内容这里输入正文内容这里输入正文内容这里输入正文内容这里输入正文内容</a:t>
            </a:r>
            <a:endParaRPr lang="zh-CN" altLang="en-US" sz="1200" dirty="0">
              <a:latin typeface="微软雅黑" panose="020B0503020204020204" pitchFamily="34" charset="-122"/>
              <a:ea typeface="微软雅黑" panose="020B0503020204020204" pitchFamily="34" charset="-122"/>
            </a:endParaRPr>
          </a:p>
        </p:txBody>
      </p:sp>
      <p:grpSp>
        <p:nvGrpSpPr>
          <p:cNvPr id="41" name="图形 31" descr="研究"/>
          <p:cNvGrpSpPr/>
          <p:nvPr/>
        </p:nvGrpSpPr>
        <p:grpSpPr>
          <a:xfrm>
            <a:off x="6750777" y="1670854"/>
            <a:ext cx="602093" cy="744969"/>
            <a:chOff x="6750777" y="1670854"/>
            <a:chExt cx="602093" cy="744969"/>
          </a:xfrm>
          <a:solidFill>
            <a:schemeClr val="accent1"/>
          </a:solidFill>
        </p:grpSpPr>
        <p:sp>
          <p:nvSpPr>
            <p:cNvPr id="42" name="任意多边形: 形状 41"/>
            <p:cNvSpPr/>
            <p:nvPr/>
          </p:nvSpPr>
          <p:spPr>
            <a:xfrm>
              <a:off x="6750777" y="1672874"/>
              <a:ext cx="600075" cy="742950"/>
            </a:xfrm>
            <a:custGeom>
              <a:avLst/>
              <a:gdLst>
                <a:gd name="connsiteX0" fmla="*/ 600075 w 600075"/>
                <a:gd name="connsiteY0" fmla="*/ 228600 h 742950"/>
                <a:gd name="connsiteX1" fmla="*/ 414338 w 600075"/>
                <a:gd name="connsiteY1" fmla="*/ 228600 h 742950"/>
                <a:gd name="connsiteX2" fmla="*/ 371475 w 600075"/>
                <a:gd name="connsiteY2" fmla="*/ 185738 h 742950"/>
                <a:gd name="connsiteX3" fmla="*/ 371475 w 600075"/>
                <a:gd name="connsiteY3" fmla="*/ 0 h 742950"/>
                <a:gd name="connsiteX4" fmla="*/ 42863 w 600075"/>
                <a:gd name="connsiteY4" fmla="*/ 0 h 742950"/>
                <a:gd name="connsiteX5" fmla="*/ 0 w 600075"/>
                <a:gd name="connsiteY5" fmla="*/ 42863 h 742950"/>
                <a:gd name="connsiteX6" fmla="*/ 0 w 600075"/>
                <a:gd name="connsiteY6" fmla="*/ 700088 h 742950"/>
                <a:gd name="connsiteX7" fmla="*/ 42863 w 600075"/>
                <a:gd name="connsiteY7" fmla="*/ 742950 h 742950"/>
                <a:gd name="connsiteX8" fmla="*/ 557213 w 600075"/>
                <a:gd name="connsiteY8" fmla="*/ 742950 h 742950"/>
                <a:gd name="connsiteX9" fmla="*/ 600075 w 600075"/>
                <a:gd name="connsiteY9" fmla="*/ 700088 h 742950"/>
                <a:gd name="connsiteX10" fmla="*/ 600075 w 600075"/>
                <a:gd name="connsiteY10" fmla="*/ 228600 h 742950"/>
                <a:gd name="connsiteX11" fmla="*/ 285750 w 600075"/>
                <a:gd name="connsiteY11" fmla="*/ 228600 h 742950"/>
                <a:gd name="connsiteX12" fmla="*/ 457200 w 600075"/>
                <a:gd name="connsiteY12" fmla="*/ 400050 h 742950"/>
                <a:gd name="connsiteX13" fmla="*/ 285750 w 600075"/>
                <a:gd name="connsiteY13" fmla="*/ 571500 h 742950"/>
                <a:gd name="connsiteX14" fmla="*/ 114300 w 600075"/>
                <a:gd name="connsiteY14" fmla="*/ 400050 h 742950"/>
                <a:gd name="connsiteX15" fmla="*/ 285750 w 600075"/>
                <a:gd name="connsiteY15" fmla="*/ 228600 h 742950"/>
                <a:gd name="connsiteX16" fmla="*/ 285750 w 600075"/>
                <a:gd name="connsiteY16" fmla="*/ 285750 h 742950"/>
                <a:gd name="connsiteX17" fmla="*/ 171450 w 600075"/>
                <a:gd name="connsiteY17" fmla="*/ 400050 h 742950"/>
                <a:gd name="connsiteX18" fmla="*/ 285750 w 600075"/>
                <a:gd name="connsiteY18" fmla="*/ 514350 h 742950"/>
                <a:gd name="connsiteX19" fmla="*/ 400050 w 600075"/>
                <a:gd name="connsiteY19" fmla="*/ 400050 h 742950"/>
                <a:gd name="connsiteX20" fmla="*/ 285750 w 600075"/>
                <a:gd name="connsiteY20" fmla="*/ 285750 h 742950"/>
                <a:gd name="connsiteX21" fmla="*/ 536288 w 600075"/>
                <a:gd name="connsiteY21" fmla="*/ 636301 h 742950"/>
                <a:gd name="connsiteX22" fmla="*/ 495876 w 600075"/>
                <a:gd name="connsiteY22" fmla="*/ 636301 h 742950"/>
                <a:gd name="connsiteX23" fmla="*/ 435262 w 600075"/>
                <a:gd name="connsiteY23" fmla="*/ 575686 h 742950"/>
                <a:gd name="connsiteX24" fmla="*/ 435262 w 600075"/>
                <a:gd name="connsiteY24" fmla="*/ 535274 h 742950"/>
                <a:gd name="connsiteX25" fmla="*/ 475674 w 600075"/>
                <a:gd name="connsiteY25" fmla="*/ 535274 h 742950"/>
                <a:gd name="connsiteX26" fmla="*/ 536288 w 600075"/>
                <a:gd name="connsiteY26" fmla="*/ 595889 h 742950"/>
                <a:gd name="connsiteX27" fmla="*/ 536288 w 600075"/>
                <a:gd name="connsiteY27" fmla="*/ 636301 h 74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600075" h="742950">
                  <a:moveTo>
                    <a:pt x="600075" y="228600"/>
                  </a:moveTo>
                  <a:lnTo>
                    <a:pt x="414338" y="228600"/>
                  </a:lnTo>
                  <a:cubicBezTo>
                    <a:pt x="390667" y="228600"/>
                    <a:pt x="371475" y="209410"/>
                    <a:pt x="371475" y="185738"/>
                  </a:cubicBezTo>
                  <a:lnTo>
                    <a:pt x="371475" y="0"/>
                  </a:lnTo>
                  <a:lnTo>
                    <a:pt x="42863" y="0"/>
                  </a:lnTo>
                  <a:cubicBezTo>
                    <a:pt x="19190" y="0"/>
                    <a:pt x="0" y="19190"/>
                    <a:pt x="0" y="42863"/>
                  </a:cubicBezTo>
                  <a:lnTo>
                    <a:pt x="0" y="700088"/>
                  </a:lnTo>
                  <a:cubicBezTo>
                    <a:pt x="0" y="723758"/>
                    <a:pt x="19190" y="742950"/>
                    <a:pt x="42863" y="742950"/>
                  </a:cubicBezTo>
                  <a:lnTo>
                    <a:pt x="557213" y="742950"/>
                  </a:lnTo>
                  <a:cubicBezTo>
                    <a:pt x="580883" y="742950"/>
                    <a:pt x="600075" y="723758"/>
                    <a:pt x="600075" y="700088"/>
                  </a:cubicBezTo>
                  <a:lnTo>
                    <a:pt x="600075" y="228600"/>
                  </a:lnTo>
                  <a:moveTo>
                    <a:pt x="285750" y="228600"/>
                  </a:moveTo>
                  <a:cubicBezTo>
                    <a:pt x="380440" y="228600"/>
                    <a:pt x="457200" y="305360"/>
                    <a:pt x="457200" y="400050"/>
                  </a:cubicBezTo>
                  <a:cubicBezTo>
                    <a:pt x="457200" y="494740"/>
                    <a:pt x="380440" y="571500"/>
                    <a:pt x="285750" y="571500"/>
                  </a:cubicBezTo>
                  <a:cubicBezTo>
                    <a:pt x="191060" y="571500"/>
                    <a:pt x="114300" y="494740"/>
                    <a:pt x="114300" y="400050"/>
                  </a:cubicBezTo>
                  <a:cubicBezTo>
                    <a:pt x="114300" y="305360"/>
                    <a:pt x="191060" y="228600"/>
                    <a:pt x="285750" y="228600"/>
                  </a:cubicBezTo>
                  <a:moveTo>
                    <a:pt x="285750" y="285750"/>
                  </a:moveTo>
                  <a:cubicBezTo>
                    <a:pt x="222624" y="285750"/>
                    <a:pt x="171450" y="336924"/>
                    <a:pt x="171450" y="400050"/>
                  </a:cubicBezTo>
                  <a:cubicBezTo>
                    <a:pt x="171450" y="463176"/>
                    <a:pt x="222624" y="514350"/>
                    <a:pt x="285750" y="514350"/>
                  </a:cubicBezTo>
                  <a:cubicBezTo>
                    <a:pt x="348876" y="514350"/>
                    <a:pt x="400050" y="463176"/>
                    <a:pt x="400050" y="400050"/>
                  </a:cubicBezTo>
                  <a:cubicBezTo>
                    <a:pt x="400050" y="336924"/>
                    <a:pt x="348876" y="285750"/>
                    <a:pt x="285750" y="285750"/>
                  </a:cubicBezTo>
                  <a:moveTo>
                    <a:pt x="536288" y="636301"/>
                  </a:moveTo>
                  <a:cubicBezTo>
                    <a:pt x="525130" y="647460"/>
                    <a:pt x="507038" y="647460"/>
                    <a:pt x="495876" y="636301"/>
                  </a:cubicBezTo>
                  <a:lnTo>
                    <a:pt x="435262" y="575686"/>
                  </a:lnTo>
                  <a:cubicBezTo>
                    <a:pt x="424103" y="564524"/>
                    <a:pt x="424103" y="546433"/>
                    <a:pt x="435262" y="535274"/>
                  </a:cubicBezTo>
                  <a:cubicBezTo>
                    <a:pt x="446420" y="524115"/>
                    <a:pt x="464512" y="524115"/>
                    <a:pt x="475674" y="535274"/>
                  </a:cubicBezTo>
                  <a:lnTo>
                    <a:pt x="536288" y="595889"/>
                  </a:lnTo>
                  <a:cubicBezTo>
                    <a:pt x="547447" y="607051"/>
                    <a:pt x="547447" y="625142"/>
                    <a:pt x="536288" y="636301"/>
                  </a:cubicBezTo>
                </a:path>
              </a:pathLst>
            </a:custGeom>
            <a:solidFill>
              <a:schemeClr val="accent1"/>
            </a:solidFill>
            <a:ln w="3572" cap="flat">
              <a:noFill/>
              <a:prstDash val="solid"/>
              <a:miter/>
            </a:ln>
          </p:spPr>
          <p:txBody>
            <a:bodyPr rtlCol="0" anchor="ctr"/>
            <a:lstStyle/>
            <a:p>
              <a:endParaRPr lang="zh-CN" altLang="en-US"/>
            </a:p>
          </p:txBody>
        </p:sp>
        <p:sp>
          <p:nvSpPr>
            <p:cNvPr id="43" name="任意多边形: 形状 42"/>
            <p:cNvSpPr/>
            <p:nvPr/>
          </p:nvSpPr>
          <p:spPr>
            <a:xfrm>
              <a:off x="7150827" y="1670854"/>
              <a:ext cx="202043" cy="202044"/>
            </a:xfrm>
            <a:custGeom>
              <a:avLst/>
              <a:gdLst>
                <a:gd name="connsiteX0" fmla="*/ 28575 w 202043"/>
                <a:gd name="connsiteY0" fmla="*/ 202044 h 202044"/>
                <a:gd name="connsiteX1" fmla="*/ 187756 w 202043"/>
                <a:gd name="connsiteY1" fmla="*/ 202044 h 202044"/>
                <a:gd name="connsiteX2" fmla="*/ 202043 w 202043"/>
                <a:gd name="connsiteY2" fmla="*/ 187757 h 202044"/>
                <a:gd name="connsiteX3" fmla="*/ 197860 w 202043"/>
                <a:gd name="connsiteY3" fmla="*/ 177654 h 202044"/>
                <a:gd name="connsiteX4" fmla="*/ 24389 w 202043"/>
                <a:gd name="connsiteY4" fmla="*/ 4185 h 202044"/>
                <a:gd name="connsiteX5" fmla="*/ 4186 w 202043"/>
                <a:gd name="connsiteY5" fmla="*/ 4185 h 202044"/>
                <a:gd name="connsiteX6" fmla="*/ 0 w 202043"/>
                <a:gd name="connsiteY6" fmla="*/ 14287 h 202044"/>
                <a:gd name="connsiteX7" fmla="*/ 0 w 202043"/>
                <a:gd name="connsiteY7" fmla="*/ 173469 h 202044"/>
                <a:gd name="connsiteX8" fmla="*/ 28575 w 202043"/>
                <a:gd name="connsiteY8" fmla="*/ 202044 h 202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2043" h="202044">
                  <a:moveTo>
                    <a:pt x="28575" y="202044"/>
                  </a:moveTo>
                  <a:lnTo>
                    <a:pt x="187756" y="202044"/>
                  </a:lnTo>
                  <a:cubicBezTo>
                    <a:pt x="195649" y="202044"/>
                    <a:pt x="202043" y="195648"/>
                    <a:pt x="202043" y="187757"/>
                  </a:cubicBezTo>
                  <a:cubicBezTo>
                    <a:pt x="202043" y="183968"/>
                    <a:pt x="200539" y="180334"/>
                    <a:pt x="197860" y="177654"/>
                  </a:cubicBezTo>
                  <a:lnTo>
                    <a:pt x="24389" y="4185"/>
                  </a:lnTo>
                  <a:cubicBezTo>
                    <a:pt x="18810" y="-1395"/>
                    <a:pt x="9765" y="-1395"/>
                    <a:pt x="4186" y="4185"/>
                  </a:cubicBezTo>
                  <a:cubicBezTo>
                    <a:pt x="1504" y="6864"/>
                    <a:pt x="0" y="10498"/>
                    <a:pt x="0" y="14287"/>
                  </a:cubicBezTo>
                  <a:lnTo>
                    <a:pt x="0" y="173469"/>
                  </a:lnTo>
                  <a:cubicBezTo>
                    <a:pt x="0" y="189251"/>
                    <a:pt x="12794" y="202044"/>
                    <a:pt x="28575" y="202044"/>
                  </a:cubicBezTo>
                  <a:close/>
                </a:path>
              </a:pathLst>
            </a:custGeom>
            <a:solidFill>
              <a:schemeClr val="accent1"/>
            </a:solidFill>
            <a:ln w="3572" cap="flat">
              <a:noFill/>
              <a:prstDash val="solid"/>
              <a:miter/>
            </a:ln>
          </p:spPr>
          <p:txBody>
            <a:bodyPr rtlCol="0" anchor="ctr"/>
            <a:lstStyle/>
            <a:p>
              <a:endParaRPr lang="zh-CN" altLang="en-US"/>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542925" y="3643312"/>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方法与过程</a:t>
            </a:r>
            <a:endParaRPr lang="zh-CN" altLang="en-US" sz="2800" b="1" dirty="0">
              <a:latin typeface="微软雅黑" panose="020B0503020204020204" pitchFamily="34" charset="-122"/>
              <a:ea typeface="微软雅黑" panose="020B0503020204020204" pitchFamily="34" charset="-122"/>
            </a:endParaRPr>
          </a:p>
        </p:txBody>
      </p:sp>
      <p:sp>
        <p:nvSpPr>
          <p:cNvPr id="9" name="文本框 8"/>
          <p:cNvSpPr txBox="1"/>
          <p:nvPr/>
        </p:nvSpPr>
        <p:spPr>
          <a:xfrm>
            <a:off x="542925" y="4636293"/>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结果与分析</a:t>
            </a:r>
            <a:endParaRPr lang="zh-CN" altLang="en-US" sz="2800" b="1"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542925" y="5629275"/>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总结与讨论</a:t>
            </a:r>
            <a:endParaRPr lang="zh-CN" altLang="en-US" sz="2800" b="1" dirty="0">
              <a:latin typeface="微软雅黑" panose="020B0503020204020204" pitchFamily="34" charset="-122"/>
              <a:ea typeface="微软雅黑" panose="020B0503020204020204" pitchFamily="34" charset="-122"/>
            </a:endParaRPr>
          </a:p>
        </p:txBody>
      </p:sp>
      <p:sp>
        <p:nvSpPr>
          <p:cNvPr id="6" name="文本框 5"/>
          <p:cNvSpPr txBox="1"/>
          <p:nvPr/>
        </p:nvSpPr>
        <p:spPr>
          <a:xfrm>
            <a:off x="542925" y="1657350"/>
            <a:ext cx="1828800" cy="523220"/>
          </a:xfrm>
          <a:prstGeom prst="rect">
            <a:avLst/>
          </a:prstGeom>
          <a:noFill/>
        </p:spPr>
        <p:txBody>
          <a:bodyPr wrap="square" rtlCol="0">
            <a:spAutoFit/>
          </a:bodyPr>
          <a:lstStyle/>
          <a:p>
            <a:r>
              <a:rPr lang="zh-CN" altLang="en-US" sz="2800" b="1" dirty="0">
                <a:solidFill>
                  <a:sysClr val="windowText" lastClr="000000"/>
                </a:solidFill>
                <a:latin typeface="微软雅黑" panose="020B0503020204020204" pitchFamily="34" charset="-122"/>
                <a:ea typeface="微软雅黑" panose="020B0503020204020204" pitchFamily="34" charset="-122"/>
              </a:rPr>
              <a:t>研究背景</a:t>
            </a:r>
            <a:endParaRPr lang="zh-CN" altLang="en-US" sz="2800" b="1" dirty="0">
              <a:solidFill>
                <a:sysClr val="windowText" lastClr="000000"/>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2" y="2520460"/>
            <a:ext cx="2867026" cy="921872"/>
            <a:chOff x="-2" y="1537960"/>
            <a:chExt cx="2867026" cy="921872"/>
          </a:xfrm>
        </p:grpSpPr>
        <p:sp>
          <p:nvSpPr>
            <p:cNvPr id="11" name="矩形 10"/>
            <p:cNvSpPr/>
            <p:nvPr/>
          </p:nvSpPr>
          <p:spPr>
            <a:xfrm>
              <a:off x="-1" y="1537960"/>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直角三角形 11"/>
            <p:cNvSpPr/>
            <p:nvPr/>
          </p:nvSpPr>
          <p:spPr>
            <a:xfrm rot="10800000">
              <a:off x="-2" y="2299960"/>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 name="文本框 13"/>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endParaRPr lang="zh-CN" altLang="en-US" sz="4800" b="1" dirty="0">
              <a:solidFill>
                <a:schemeClr val="accent1"/>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542925" y="2650331"/>
            <a:ext cx="2019300"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目的与意义</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5" name="矩形 4"/>
          <p:cNvSpPr/>
          <p:nvPr/>
        </p:nvSpPr>
        <p:spPr>
          <a:xfrm>
            <a:off x="3396996" y="797947"/>
            <a:ext cx="8316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3403600" y="162578"/>
            <a:ext cx="45085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研究意义</a:t>
            </a:r>
            <a:endParaRPr lang="zh-CN" altLang="en-US" sz="2800" b="1" dirty="0">
              <a:latin typeface="微软雅黑" panose="020B0503020204020204" pitchFamily="34" charset="-122"/>
              <a:ea typeface="微软雅黑" panose="020B0503020204020204" pitchFamily="34" charset="-122"/>
            </a:endParaRPr>
          </a:p>
        </p:txBody>
      </p:sp>
      <p:sp>
        <p:nvSpPr>
          <p:cNvPr id="20" name="任意多边形 44"/>
          <p:cNvSpPr/>
          <p:nvPr/>
        </p:nvSpPr>
        <p:spPr>
          <a:xfrm>
            <a:off x="5430632" y="1818309"/>
            <a:ext cx="1980000" cy="4204591"/>
          </a:xfrm>
          <a:custGeom>
            <a:avLst/>
            <a:gdLst>
              <a:gd name="connsiteX0" fmla="*/ 0 w 2065994"/>
              <a:gd name="connsiteY0" fmla="*/ 206599 h 4216402"/>
              <a:gd name="connsiteX1" fmla="*/ 206599 w 2065994"/>
              <a:gd name="connsiteY1" fmla="*/ 0 h 4216402"/>
              <a:gd name="connsiteX2" fmla="*/ 1859395 w 2065994"/>
              <a:gd name="connsiteY2" fmla="*/ 0 h 4216402"/>
              <a:gd name="connsiteX3" fmla="*/ 2065994 w 2065994"/>
              <a:gd name="connsiteY3" fmla="*/ 206599 h 4216402"/>
              <a:gd name="connsiteX4" fmla="*/ 2065994 w 2065994"/>
              <a:gd name="connsiteY4" fmla="*/ 4009803 h 4216402"/>
              <a:gd name="connsiteX5" fmla="*/ 1859395 w 2065994"/>
              <a:gd name="connsiteY5" fmla="*/ 4216402 h 4216402"/>
              <a:gd name="connsiteX6" fmla="*/ 206599 w 2065994"/>
              <a:gd name="connsiteY6" fmla="*/ 4216402 h 4216402"/>
              <a:gd name="connsiteX7" fmla="*/ 0 w 2065994"/>
              <a:gd name="connsiteY7" fmla="*/ 4009803 h 4216402"/>
              <a:gd name="connsiteX8" fmla="*/ 0 w 2065994"/>
              <a:gd name="connsiteY8" fmla="*/ 206599 h 4216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65994" h="4216402">
                <a:moveTo>
                  <a:pt x="0" y="206599"/>
                </a:moveTo>
                <a:cubicBezTo>
                  <a:pt x="0" y="92498"/>
                  <a:pt x="92498" y="0"/>
                  <a:pt x="206599" y="0"/>
                </a:cubicBezTo>
                <a:lnTo>
                  <a:pt x="1859395" y="0"/>
                </a:lnTo>
                <a:cubicBezTo>
                  <a:pt x="1973496" y="0"/>
                  <a:pt x="2065994" y="92498"/>
                  <a:pt x="2065994" y="206599"/>
                </a:cubicBezTo>
                <a:lnTo>
                  <a:pt x="2065994" y="4009803"/>
                </a:lnTo>
                <a:cubicBezTo>
                  <a:pt x="2065994" y="4123904"/>
                  <a:pt x="1973496" y="4216402"/>
                  <a:pt x="1859395" y="4216402"/>
                </a:cubicBezTo>
                <a:lnTo>
                  <a:pt x="206599" y="4216402"/>
                </a:lnTo>
                <a:cubicBezTo>
                  <a:pt x="92498" y="4216402"/>
                  <a:pt x="0" y="4123904"/>
                  <a:pt x="0" y="4009803"/>
                </a:cubicBezTo>
                <a:lnTo>
                  <a:pt x="0" y="206599"/>
                </a:lnTo>
                <a:close/>
              </a:path>
            </a:pathLst>
          </a:custGeom>
          <a:solidFill>
            <a:schemeClr val="accent1"/>
          </a:solidFill>
          <a:ln>
            <a:noFill/>
          </a:ln>
          <a:effectLst>
            <a:outerShdw blurRad="139700" dist="101600" dir="5400000" algn="t"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grpSp>
        <p:nvGrpSpPr>
          <p:cNvPr id="85" name="组合 84"/>
          <p:cNvGrpSpPr/>
          <p:nvPr/>
        </p:nvGrpSpPr>
        <p:grpSpPr>
          <a:xfrm>
            <a:off x="5976349" y="2118381"/>
            <a:ext cx="920153" cy="920152"/>
            <a:chOff x="5970167" y="2135632"/>
            <a:chExt cx="920153" cy="920152"/>
          </a:xfrm>
        </p:grpSpPr>
        <p:sp>
          <p:nvSpPr>
            <p:cNvPr id="29" name="椭圆 28"/>
            <p:cNvSpPr/>
            <p:nvPr/>
          </p:nvSpPr>
          <p:spPr>
            <a:xfrm>
              <a:off x="5970167" y="2135632"/>
              <a:ext cx="920153" cy="920152"/>
            </a:xfrm>
            <a:prstGeom prst="ellipse">
              <a:avLst/>
            </a:prstGeom>
            <a:solidFill>
              <a:schemeClr val="bg1"/>
            </a:solidFill>
            <a:ln w="120650" cap="flat" cmpd="sng" algn="ctr">
              <a:noFill/>
              <a:prstDash val="solid"/>
              <a:miter lim="800000"/>
            </a:ln>
            <a:effectLst/>
          </p:spPr>
          <p:txBody>
            <a:bodyPr/>
            <a:lstStyle/>
            <a:p>
              <a:endParaRPr lang="zh-CN" altLang="en-US"/>
            </a:p>
          </p:txBody>
        </p:sp>
        <p:grpSp>
          <p:nvGrpSpPr>
            <p:cNvPr id="56" name="组合 55"/>
            <p:cNvGrpSpPr/>
            <p:nvPr/>
          </p:nvGrpSpPr>
          <p:grpSpPr>
            <a:xfrm>
              <a:off x="6271579" y="2364421"/>
              <a:ext cx="317328" cy="462574"/>
              <a:chOff x="2528974" y="2756586"/>
              <a:chExt cx="317328" cy="462574"/>
            </a:xfrm>
            <a:solidFill>
              <a:schemeClr val="accent1"/>
            </a:solidFill>
          </p:grpSpPr>
          <p:sp>
            <p:nvSpPr>
              <p:cNvPr id="57" name="AutoShape 113"/>
              <p:cNvSpPr/>
              <p:nvPr/>
            </p:nvSpPr>
            <p:spPr bwMode="auto">
              <a:xfrm>
                <a:off x="2528974" y="2756586"/>
                <a:ext cx="317328" cy="46257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5386" y="14175"/>
                    </a:moveTo>
                    <a:lnTo>
                      <a:pt x="6223" y="14175"/>
                    </a:lnTo>
                    <a:cubicBezTo>
                      <a:pt x="5734" y="13446"/>
                      <a:pt x="5147" y="12716"/>
                      <a:pt x="4568" y="12003"/>
                    </a:cubicBezTo>
                    <a:cubicBezTo>
                      <a:pt x="3287" y="10427"/>
                      <a:pt x="1963" y="8797"/>
                      <a:pt x="1963" y="7425"/>
                    </a:cubicBezTo>
                    <a:cubicBezTo>
                      <a:pt x="1963" y="4075"/>
                      <a:pt x="5927" y="1350"/>
                      <a:pt x="10800" y="1350"/>
                    </a:cubicBezTo>
                    <a:cubicBezTo>
                      <a:pt x="15672" y="1350"/>
                      <a:pt x="19636" y="4075"/>
                      <a:pt x="19636" y="7425"/>
                    </a:cubicBezTo>
                    <a:cubicBezTo>
                      <a:pt x="19636" y="8787"/>
                      <a:pt x="18312" y="10425"/>
                      <a:pt x="17029" y="12011"/>
                    </a:cubicBezTo>
                    <a:cubicBezTo>
                      <a:pt x="16455" y="12723"/>
                      <a:pt x="15873" y="13449"/>
                      <a:pt x="15386" y="14175"/>
                    </a:cubicBezTo>
                    <a:moveTo>
                      <a:pt x="10800" y="20249"/>
                    </a:moveTo>
                    <a:cubicBezTo>
                      <a:pt x="9805" y="20249"/>
                      <a:pt x="9347" y="20171"/>
                      <a:pt x="8839" y="19406"/>
                    </a:cubicBezTo>
                    <a:lnTo>
                      <a:pt x="13000" y="19048"/>
                    </a:lnTo>
                    <a:cubicBezTo>
                      <a:pt x="12398" y="20164"/>
                      <a:pt x="11959" y="20249"/>
                      <a:pt x="10800" y="20249"/>
                    </a:cubicBezTo>
                    <a:moveTo>
                      <a:pt x="7595" y="16813"/>
                    </a:moveTo>
                    <a:cubicBezTo>
                      <a:pt x="7417" y="16407"/>
                      <a:pt x="7215" y="15978"/>
                      <a:pt x="6991" y="15525"/>
                    </a:cubicBezTo>
                    <a:lnTo>
                      <a:pt x="14616" y="15525"/>
                    </a:lnTo>
                    <a:cubicBezTo>
                      <a:pt x="14496" y="15767"/>
                      <a:pt x="14375" y="16010"/>
                      <a:pt x="14270" y="16239"/>
                    </a:cubicBezTo>
                    <a:cubicBezTo>
                      <a:pt x="14270" y="16239"/>
                      <a:pt x="7595" y="16813"/>
                      <a:pt x="7595" y="16813"/>
                    </a:cubicBezTo>
                    <a:close/>
                    <a:moveTo>
                      <a:pt x="13345" y="18343"/>
                    </a:moveTo>
                    <a:lnTo>
                      <a:pt x="8476" y="18762"/>
                    </a:lnTo>
                    <a:cubicBezTo>
                      <a:pt x="8303" y="18416"/>
                      <a:pt x="8116" y="18011"/>
                      <a:pt x="7890" y="17483"/>
                    </a:cubicBezTo>
                    <a:cubicBezTo>
                      <a:pt x="7887" y="17477"/>
                      <a:pt x="7883" y="17469"/>
                      <a:pt x="7881" y="17462"/>
                    </a:cubicBezTo>
                    <a:lnTo>
                      <a:pt x="13957" y="16941"/>
                    </a:lnTo>
                    <a:cubicBezTo>
                      <a:pt x="13871" y="17140"/>
                      <a:pt x="13778" y="17350"/>
                      <a:pt x="13698" y="17537"/>
                    </a:cubicBezTo>
                    <a:cubicBezTo>
                      <a:pt x="13569" y="17841"/>
                      <a:pt x="13453" y="18104"/>
                      <a:pt x="13345" y="18343"/>
                    </a:cubicBezTo>
                    <a:moveTo>
                      <a:pt x="10800" y="0"/>
                    </a:moveTo>
                    <a:cubicBezTo>
                      <a:pt x="4835" y="0"/>
                      <a:pt x="0" y="3324"/>
                      <a:pt x="0" y="7425"/>
                    </a:cubicBezTo>
                    <a:cubicBezTo>
                      <a:pt x="0" y="10146"/>
                      <a:pt x="3621" y="13029"/>
                      <a:pt x="4939" y="15562"/>
                    </a:cubicBezTo>
                    <a:cubicBezTo>
                      <a:pt x="6906" y="19339"/>
                      <a:pt x="6688" y="21599"/>
                      <a:pt x="10800" y="21599"/>
                    </a:cubicBezTo>
                    <a:cubicBezTo>
                      <a:pt x="14972" y="21599"/>
                      <a:pt x="14692" y="19349"/>
                      <a:pt x="16660" y="15577"/>
                    </a:cubicBezTo>
                    <a:cubicBezTo>
                      <a:pt x="17983" y="13039"/>
                      <a:pt x="21600" y="10124"/>
                      <a:pt x="21600" y="7425"/>
                    </a:cubicBezTo>
                    <a:cubicBezTo>
                      <a:pt x="21600" y="3324"/>
                      <a:pt x="16764" y="0"/>
                      <a:pt x="10800" y="0"/>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dirty="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sp>
            <p:nvSpPr>
              <p:cNvPr id="58" name="AutoShape 114"/>
              <p:cNvSpPr/>
              <p:nvPr/>
            </p:nvSpPr>
            <p:spPr bwMode="auto">
              <a:xfrm>
                <a:off x="2600805" y="2829208"/>
                <a:ext cx="93935" cy="9393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938" y="0"/>
                    </a:moveTo>
                    <a:cubicBezTo>
                      <a:pt x="8943" y="0"/>
                      <a:pt x="0" y="8942"/>
                      <a:pt x="0" y="19938"/>
                    </a:cubicBezTo>
                    <a:cubicBezTo>
                      <a:pt x="0" y="20855"/>
                      <a:pt x="743" y="21600"/>
                      <a:pt x="1661" y="21600"/>
                    </a:cubicBezTo>
                    <a:cubicBezTo>
                      <a:pt x="2579" y="21600"/>
                      <a:pt x="3323" y="20855"/>
                      <a:pt x="3323" y="19938"/>
                    </a:cubicBezTo>
                    <a:cubicBezTo>
                      <a:pt x="3323" y="10777"/>
                      <a:pt x="10777" y="3323"/>
                      <a:pt x="19938" y="3323"/>
                    </a:cubicBezTo>
                    <a:cubicBezTo>
                      <a:pt x="20856" y="3323"/>
                      <a:pt x="21600" y="2578"/>
                      <a:pt x="21600" y="1661"/>
                    </a:cubicBezTo>
                    <a:cubicBezTo>
                      <a:pt x="21600" y="744"/>
                      <a:pt x="20856" y="0"/>
                      <a:pt x="19938" y="0"/>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grpSp>
      </p:grpSp>
      <p:sp>
        <p:nvSpPr>
          <p:cNvPr id="78" name="文本框 77"/>
          <p:cNvSpPr txBox="1"/>
          <p:nvPr/>
        </p:nvSpPr>
        <p:spPr>
          <a:xfrm>
            <a:off x="5658950" y="3745487"/>
            <a:ext cx="1554951" cy="2185214"/>
          </a:xfrm>
          <a:prstGeom prst="rect">
            <a:avLst/>
          </a:prstGeom>
          <a:noFill/>
        </p:spPr>
        <p:txBody>
          <a:bodyPr wrap="square" rtlCol="0">
            <a:spAutoFit/>
          </a:bodyPr>
          <a:lstStyle/>
          <a:p>
            <a:r>
              <a:rPr lang="zh-CN" altLang="en-US" sz="1400" dirty="0">
                <a:solidFill>
                  <a:schemeClr val="bg1"/>
                </a:solidFill>
                <a:latin typeface="微软雅黑" panose="020B0503020204020204" pitchFamily="34" charset="-122"/>
                <a:ea typeface="微软雅黑" panose="020B0503020204020204" pitchFamily="34" charset="-122"/>
              </a:rPr>
              <a:t>这里输入正文内容，这里输入正文内容，这里输入正文内容，这里输入正文内容，这里输入正文内容，这里输入正文内容</a:t>
            </a:r>
            <a:endParaRPr lang="zh-CN" altLang="en-US" sz="1400" dirty="0">
              <a:solidFill>
                <a:schemeClr val="bg1"/>
              </a:solidFill>
              <a:latin typeface="微软雅黑" panose="020B0503020204020204" pitchFamily="34" charset="-122"/>
              <a:ea typeface="微软雅黑" panose="020B0503020204020204" pitchFamily="34" charset="-122"/>
            </a:endParaRPr>
          </a:p>
          <a:p>
            <a:endParaRPr lang="zh-CN" altLang="en-US" sz="1400" dirty="0">
              <a:solidFill>
                <a:schemeClr val="bg1"/>
              </a:solidFill>
              <a:latin typeface="微软雅黑" panose="020B0503020204020204" pitchFamily="34" charset="-122"/>
              <a:ea typeface="微软雅黑" panose="020B0503020204020204" pitchFamily="34" charset="-122"/>
            </a:endParaRPr>
          </a:p>
          <a:p>
            <a:endParaRPr lang="zh-CN" altLang="en-US" sz="1000" dirty="0">
              <a:solidFill>
                <a:schemeClr val="bg1"/>
              </a:solidFill>
              <a:latin typeface="微软雅黑" panose="020B0503020204020204" pitchFamily="34" charset="-122"/>
              <a:ea typeface="微软雅黑" panose="020B0503020204020204" pitchFamily="34" charset="-122"/>
            </a:endParaRPr>
          </a:p>
        </p:txBody>
      </p:sp>
      <p:sp>
        <p:nvSpPr>
          <p:cNvPr id="79" name="文本框 78"/>
          <p:cNvSpPr txBox="1"/>
          <p:nvPr/>
        </p:nvSpPr>
        <p:spPr>
          <a:xfrm>
            <a:off x="5604296" y="3166546"/>
            <a:ext cx="1632672" cy="365827"/>
          </a:xfrm>
          <a:prstGeom prst="rect">
            <a:avLst/>
          </a:prstGeom>
          <a:noFill/>
        </p:spPr>
        <p:txBody>
          <a:bodyPr wrap="square" rtlCol="0">
            <a:spAutoFit/>
          </a:bodyPr>
          <a:lstStyle/>
          <a:p>
            <a:pPr algn="ctr"/>
            <a:r>
              <a:rPr lang="zh-CN" altLang="en-US" dirty="0">
                <a:solidFill>
                  <a:schemeClr val="bg1"/>
                </a:solidFill>
                <a:latin typeface="微软雅黑" panose="020B0503020204020204" pitchFamily="34" charset="-122"/>
                <a:ea typeface="微软雅黑" panose="020B0503020204020204" pitchFamily="34" charset="-122"/>
              </a:rPr>
              <a:t>输入意义标题</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80" name="矩形 79"/>
          <p:cNvSpPr/>
          <p:nvPr/>
        </p:nvSpPr>
        <p:spPr>
          <a:xfrm>
            <a:off x="5878425" y="3582720"/>
            <a:ext cx="111600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任意多边形 37"/>
          <p:cNvSpPr/>
          <p:nvPr/>
        </p:nvSpPr>
        <p:spPr>
          <a:xfrm>
            <a:off x="3191739" y="1818308"/>
            <a:ext cx="1980000" cy="4204593"/>
          </a:xfrm>
          <a:custGeom>
            <a:avLst/>
            <a:gdLst>
              <a:gd name="connsiteX0" fmla="*/ 0 w 2065994"/>
              <a:gd name="connsiteY0" fmla="*/ 206599 h 4216402"/>
              <a:gd name="connsiteX1" fmla="*/ 206599 w 2065994"/>
              <a:gd name="connsiteY1" fmla="*/ 0 h 4216402"/>
              <a:gd name="connsiteX2" fmla="*/ 1859395 w 2065994"/>
              <a:gd name="connsiteY2" fmla="*/ 0 h 4216402"/>
              <a:gd name="connsiteX3" fmla="*/ 2065994 w 2065994"/>
              <a:gd name="connsiteY3" fmla="*/ 206599 h 4216402"/>
              <a:gd name="connsiteX4" fmla="*/ 2065994 w 2065994"/>
              <a:gd name="connsiteY4" fmla="*/ 4009803 h 4216402"/>
              <a:gd name="connsiteX5" fmla="*/ 1859395 w 2065994"/>
              <a:gd name="connsiteY5" fmla="*/ 4216402 h 4216402"/>
              <a:gd name="connsiteX6" fmla="*/ 206599 w 2065994"/>
              <a:gd name="connsiteY6" fmla="*/ 4216402 h 4216402"/>
              <a:gd name="connsiteX7" fmla="*/ 0 w 2065994"/>
              <a:gd name="connsiteY7" fmla="*/ 4009803 h 4216402"/>
              <a:gd name="connsiteX8" fmla="*/ 0 w 2065994"/>
              <a:gd name="connsiteY8" fmla="*/ 206599 h 4216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65994" h="4216402">
                <a:moveTo>
                  <a:pt x="0" y="206599"/>
                </a:moveTo>
                <a:cubicBezTo>
                  <a:pt x="0" y="92498"/>
                  <a:pt x="92498" y="0"/>
                  <a:pt x="206599" y="0"/>
                </a:cubicBezTo>
                <a:lnTo>
                  <a:pt x="1859395" y="0"/>
                </a:lnTo>
                <a:cubicBezTo>
                  <a:pt x="1973496" y="0"/>
                  <a:pt x="2065994" y="92498"/>
                  <a:pt x="2065994" y="206599"/>
                </a:cubicBezTo>
                <a:lnTo>
                  <a:pt x="2065994" y="4009803"/>
                </a:lnTo>
                <a:cubicBezTo>
                  <a:pt x="2065994" y="4123904"/>
                  <a:pt x="1973496" y="4216402"/>
                  <a:pt x="1859395" y="4216402"/>
                </a:cubicBezTo>
                <a:lnTo>
                  <a:pt x="206599" y="4216402"/>
                </a:lnTo>
                <a:cubicBezTo>
                  <a:pt x="92498" y="4216402"/>
                  <a:pt x="0" y="4123904"/>
                  <a:pt x="0" y="4009803"/>
                </a:cubicBezTo>
                <a:lnTo>
                  <a:pt x="0" y="206599"/>
                </a:lnTo>
                <a:close/>
              </a:path>
            </a:pathLst>
          </a:custGeom>
          <a:noFill/>
          <a:ln>
            <a:solidFill>
              <a:schemeClr val="accent1"/>
            </a:solidFill>
          </a:ln>
          <a:effectLst>
            <a:outerShdw blurRad="63500" sx="102000" sy="102000" algn="ctr"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76" name="文本框 75"/>
          <p:cNvSpPr txBox="1"/>
          <p:nvPr/>
        </p:nvSpPr>
        <p:spPr>
          <a:xfrm>
            <a:off x="3382868" y="3745487"/>
            <a:ext cx="1597743" cy="2031325"/>
          </a:xfrm>
          <a:prstGeom prst="rect">
            <a:avLst/>
          </a:prstGeom>
          <a:noFill/>
        </p:spPr>
        <p:txBody>
          <a:bodyPr wrap="square" rtlCol="0">
            <a:spAutoFit/>
          </a:bodyPr>
          <a:lstStyle/>
          <a:p>
            <a:r>
              <a:rPr lang="zh-CN" altLang="en-US" sz="1400" dirty="0">
                <a:latin typeface="微软雅黑" panose="020B0503020204020204" pitchFamily="34" charset="-122"/>
                <a:ea typeface="微软雅黑" panose="020B0503020204020204" pitchFamily="34" charset="-122"/>
              </a:rPr>
              <a:t>在这里输入正文内容在这里输入正文内容在这里输入正文内容在这里输入正文内容在这里输入正文内容在这里输入正文内容</a:t>
            </a:r>
            <a:endParaRPr lang="zh-CN" altLang="en-US" sz="1400" dirty="0">
              <a:latin typeface="微软雅黑" panose="020B0503020204020204" pitchFamily="34" charset="-122"/>
              <a:ea typeface="微软雅黑" panose="020B0503020204020204" pitchFamily="34" charset="-122"/>
            </a:endParaRPr>
          </a:p>
          <a:p>
            <a:endParaRPr lang="zh-CN" altLang="en-US" sz="1400" dirty="0">
              <a:latin typeface="微软雅黑" panose="020B0503020204020204" pitchFamily="34" charset="-122"/>
              <a:ea typeface="微软雅黑" panose="020B0503020204020204" pitchFamily="34" charset="-122"/>
            </a:endParaRPr>
          </a:p>
        </p:txBody>
      </p:sp>
      <p:grpSp>
        <p:nvGrpSpPr>
          <p:cNvPr id="82" name="组合 81"/>
          <p:cNvGrpSpPr/>
          <p:nvPr/>
        </p:nvGrpSpPr>
        <p:grpSpPr>
          <a:xfrm>
            <a:off x="3721663" y="2118381"/>
            <a:ext cx="920153" cy="920152"/>
            <a:chOff x="4002358" y="2650331"/>
            <a:chExt cx="920153" cy="920152"/>
          </a:xfrm>
        </p:grpSpPr>
        <p:sp>
          <p:nvSpPr>
            <p:cNvPr id="81" name="椭圆 80"/>
            <p:cNvSpPr/>
            <p:nvPr/>
          </p:nvSpPr>
          <p:spPr>
            <a:xfrm>
              <a:off x="4002358" y="2650331"/>
              <a:ext cx="920153" cy="920152"/>
            </a:xfrm>
            <a:prstGeom prst="ellipse">
              <a:avLst/>
            </a:prstGeom>
            <a:solidFill>
              <a:schemeClr val="accent1"/>
            </a:solidFill>
            <a:ln w="120650" cap="flat" cmpd="sng" algn="ctr">
              <a:noFill/>
              <a:prstDash val="solid"/>
              <a:miter lim="800000"/>
            </a:ln>
            <a:effectLst/>
          </p:spPr>
          <p:txBody>
            <a:bodyPr/>
            <a:lstStyle/>
            <a:p>
              <a:endParaRPr lang="zh-CN" altLang="en-US"/>
            </a:p>
          </p:txBody>
        </p:sp>
        <p:grpSp>
          <p:nvGrpSpPr>
            <p:cNvPr id="60" name="组合 59"/>
            <p:cNvGrpSpPr/>
            <p:nvPr/>
          </p:nvGrpSpPr>
          <p:grpSpPr>
            <a:xfrm>
              <a:off x="4230772" y="2907320"/>
              <a:ext cx="463325" cy="406175"/>
              <a:chOff x="1035050" y="1357538"/>
              <a:chExt cx="463325" cy="406175"/>
            </a:xfrm>
            <a:solidFill>
              <a:schemeClr val="bg1"/>
            </a:solidFill>
          </p:grpSpPr>
          <p:sp>
            <p:nvSpPr>
              <p:cNvPr id="61" name="AutoShape 147"/>
              <p:cNvSpPr/>
              <p:nvPr/>
            </p:nvSpPr>
            <p:spPr bwMode="auto">
              <a:xfrm>
                <a:off x="1035050" y="1357538"/>
                <a:ext cx="463325" cy="406175"/>
              </a:xfrm>
              <a:custGeom>
                <a:avLst/>
                <a:gdLst>
                  <a:gd name="T0" fmla="+- 0 10800 597"/>
                  <a:gd name="T1" fmla="*/ T0 w 20407"/>
                  <a:gd name="T2" fmla="+- 0 11028 672"/>
                  <a:gd name="T3" fmla="*/ 11028 h 20712"/>
                  <a:gd name="T4" fmla="+- 0 10800 597"/>
                  <a:gd name="T5" fmla="*/ T4 w 20407"/>
                  <a:gd name="T6" fmla="+- 0 11028 672"/>
                  <a:gd name="T7" fmla="*/ 11028 h 20712"/>
                  <a:gd name="T8" fmla="+- 0 10800 597"/>
                  <a:gd name="T9" fmla="*/ T8 w 20407"/>
                  <a:gd name="T10" fmla="+- 0 11028 672"/>
                  <a:gd name="T11" fmla="*/ 11028 h 20712"/>
                  <a:gd name="T12" fmla="+- 0 10800 597"/>
                  <a:gd name="T13" fmla="*/ T12 w 20407"/>
                  <a:gd name="T14" fmla="+- 0 11028 672"/>
                  <a:gd name="T15" fmla="*/ 11028 h 20712"/>
                </a:gdLst>
                <a:ahLst/>
                <a:cxnLst>
                  <a:cxn ang="0">
                    <a:pos x="T1" y="T3"/>
                  </a:cxn>
                  <a:cxn ang="0">
                    <a:pos x="T5" y="T7"/>
                  </a:cxn>
                  <a:cxn ang="0">
                    <a:pos x="T9" y="T11"/>
                  </a:cxn>
                  <a:cxn ang="0">
                    <a:pos x="T13" y="T15"/>
                  </a:cxn>
                </a:cxnLst>
                <a:rect l="0" t="0" r="r" b="b"/>
                <a:pathLst>
                  <a:path w="20407" h="20712">
                    <a:moveTo>
                      <a:pt x="17706" y="10922"/>
                    </a:moveTo>
                    <a:lnTo>
                      <a:pt x="10657" y="19017"/>
                    </a:lnTo>
                    <a:cubicBezTo>
                      <a:pt x="10407" y="19305"/>
                      <a:pt x="9998" y="19305"/>
                      <a:pt x="9748" y="19017"/>
                    </a:cubicBezTo>
                    <a:lnTo>
                      <a:pt x="2699" y="10922"/>
                    </a:lnTo>
                    <a:cubicBezTo>
                      <a:pt x="817" y="8762"/>
                      <a:pt x="817" y="5247"/>
                      <a:pt x="2699" y="3087"/>
                    </a:cubicBezTo>
                    <a:cubicBezTo>
                      <a:pt x="4512" y="1004"/>
                      <a:pt x="7429" y="931"/>
                      <a:pt x="9338" y="2923"/>
                    </a:cubicBezTo>
                    <a:lnTo>
                      <a:pt x="10202" y="3825"/>
                    </a:lnTo>
                    <a:lnTo>
                      <a:pt x="11067" y="2923"/>
                    </a:lnTo>
                    <a:cubicBezTo>
                      <a:pt x="12976" y="931"/>
                      <a:pt x="15893" y="1004"/>
                      <a:pt x="17706" y="3087"/>
                    </a:cubicBezTo>
                    <a:cubicBezTo>
                      <a:pt x="19588" y="5247"/>
                      <a:pt x="19588" y="8762"/>
                      <a:pt x="17706" y="10922"/>
                    </a:cubicBezTo>
                    <a:moveTo>
                      <a:pt x="18616" y="2043"/>
                    </a:moveTo>
                    <a:cubicBezTo>
                      <a:pt x="16301" y="-617"/>
                      <a:pt x="12601" y="-672"/>
                      <a:pt x="10202" y="1830"/>
                    </a:cubicBezTo>
                    <a:cubicBezTo>
                      <a:pt x="7805" y="-672"/>
                      <a:pt x="4104" y="-617"/>
                      <a:pt x="1789" y="2043"/>
                    </a:cubicBezTo>
                    <a:cubicBezTo>
                      <a:pt x="-597" y="4783"/>
                      <a:pt x="-597" y="9226"/>
                      <a:pt x="1789" y="11967"/>
                    </a:cubicBezTo>
                    <a:cubicBezTo>
                      <a:pt x="2470" y="12750"/>
                      <a:pt x="8838" y="20061"/>
                      <a:pt x="8838" y="20061"/>
                    </a:cubicBezTo>
                    <a:cubicBezTo>
                      <a:pt x="9592" y="20928"/>
                      <a:pt x="10812" y="20928"/>
                      <a:pt x="11567" y="20061"/>
                    </a:cubicBezTo>
                    <a:cubicBezTo>
                      <a:pt x="11567" y="20061"/>
                      <a:pt x="18539" y="12056"/>
                      <a:pt x="18616" y="11967"/>
                    </a:cubicBezTo>
                    <a:cubicBezTo>
                      <a:pt x="21003" y="9226"/>
                      <a:pt x="21003" y="4783"/>
                      <a:pt x="18616" y="2043"/>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sp>
            <p:nvSpPr>
              <p:cNvPr id="62" name="AutoShape 148"/>
              <p:cNvSpPr/>
              <p:nvPr/>
            </p:nvSpPr>
            <p:spPr bwMode="auto">
              <a:xfrm>
                <a:off x="1108529" y="1431017"/>
                <a:ext cx="67356" cy="6735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326" y="0"/>
                    </a:moveTo>
                    <a:cubicBezTo>
                      <a:pt x="19317" y="0"/>
                      <a:pt x="19317" y="4"/>
                      <a:pt x="19308" y="4"/>
                    </a:cubicBezTo>
                    <a:cubicBezTo>
                      <a:pt x="8643" y="13"/>
                      <a:pt x="0" y="8659"/>
                      <a:pt x="0" y="19326"/>
                    </a:cubicBezTo>
                    <a:cubicBezTo>
                      <a:pt x="0" y="20580"/>
                      <a:pt x="1019" y="21600"/>
                      <a:pt x="2273" y="21600"/>
                    </a:cubicBezTo>
                    <a:cubicBezTo>
                      <a:pt x="3528" y="21600"/>
                      <a:pt x="4547" y="20580"/>
                      <a:pt x="4547" y="19326"/>
                    </a:cubicBezTo>
                    <a:lnTo>
                      <a:pt x="4547" y="19321"/>
                    </a:lnTo>
                    <a:cubicBezTo>
                      <a:pt x="4547" y="11164"/>
                      <a:pt x="11164" y="4547"/>
                      <a:pt x="19321" y="4547"/>
                    </a:cubicBezTo>
                    <a:lnTo>
                      <a:pt x="19326" y="4547"/>
                    </a:lnTo>
                    <a:cubicBezTo>
                      <a:pt x="20580" y="4547"/>
                      <a:pt x="21599" y="3528"/>
                      <a:pt x="21599" y="2273"/>
                    </a:cubicBezTo>
                    <a:cubicBezTo>
                      <a:pt x="21599" y="1019"/>
                      <a:pt x="20580" y="0"/>
                      <a:pt x="19326" y="0"/>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grpSp>
      </p:grpSp>
      <p:sp>
        <p:nvSpPr>
          <p:cNvPr id="83" name="文本框 82"/>
          <p:cNvSpPr txBox="1"/>
          <p:nvPr/>
        </p:nvSpPr>
        <p:spPr>
          <a:xfrm>
            <a:off x="3378535" y="3166546"/>
            <a:ext cx="1606408" cy="369332"/>
          </a:xfrm>
          <a:prstGeom prst="rect">
            <a:avLst/>
          </a:prstGeom>
          <a:noFill/>
        </p:spPr>
        <p:txBody>
          <a:bodyPr wrap="square" rtlCol="0">
            <a:spAutoFit/>
          </a:bodyPr>
          <a:lstStyle/>
          <a:p>
            <a:pPr algn="ctr"/>
            <a:r>
              <a:rPr lang="zh-CN" altLang="en-US" dirty="0">
                <a:solidFill>
                  <a:schemeClr val="accent1"/>
                </a:solidFill>
                <a:latin typeface="微软雅黑" panose="020B0503020204020204" pitchFamily="34" charset="-122"/>
                <a:ea typeface="微软雅黑" panose="020B0503020204020204" pitchFamily="34" charset="-122"/>
              </a:rPr>
              <a:t>输入意义标题</a:t>
            </a:r>
            <a:endParaRPr lang="zh-CN" altLang="en-US" dirty="0">
              <a:solidFill>
                <a:schemeClr val="accent1"/>
              </a:solidFill>
              <a:latin typeface="微软雅黑" panose="020B0503020204020204" pitchFamily="34" charset="-122"/>
              <a:ea typeface="微软雅黑" panose="020B0503020204020204" pitchFamily="34" charset="-122"/>
            </a:endParaRPr>
          </a:p>
        </p:txBody>
      </p:sp>
      <p:sp>
        <p:nvSpPr>
          <p:cNvPr id="84" name="矩形 83"/>
          <p:cNvSpPr/>
          <p:nvPr/>
        </p:nvSpPr>
        <p:spPr>
          <a:xfrm>
            <a:off x="3623739" y="3582720"/>
            <a:ext cx="1116000" cy="4571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3" name="任意多边形 44"/>
          <p:cNvSpPr/>
          <p:nvPr/>
        </p:nvSpPr>
        <p:spPr>
          <a:xfrm>
            <a:off x="9955796" y="1818309"/>
            <a:ext cx="1980000" cy="4204591"/>
          </a:xfrm>
          <a:custGeom>
            <a:avLst/>
            <a:gdLst>
              <a:gd name="connsiteX0" fmla="*/ 0 w 2065994"/>
              <a:gd name="connsiteY0" fmla="*/ 206599 h 4216402"/>
              <a:gd name="connsiteX1" fmla="*/ 206599 w 2065994"/>
              <a:gd name="connsiteY1" fmla="*/ 0 h 4216402"/>
              <a:gd name="connsiteX2" fmla="*/ 1859395 w 2065994"/>
              <a:gd name="connsiteY2" fmla="*/ 0 h 4216402"/>
              <a:gd name="connsiteX3" fmla="*/ 2065994 w 2065994"/>
              <a:gd name="connsiteY3" fmla="*/ 206599 h 4216402"/>
              <a:gd name="connsiteX4" fmla="*/ 2065994 w 2065994"/>
              <a:gd name="connsiteY4" fmla="*/ 4009803 h 4216402"/>
              <a:gd name="connsiteX5" fmla="*/ 1859395 w 2065994"/>
              <a:gd name="connsiteY5" fmla="*/ 4216402 h 4216402"/>
              <a:gd name="connsiteX6" fmla="*/ 206599 w 2065994"/>
              <a:gd name="connsiteY6" fmla="*/ 4216402 h 4216402"/>
              <a:gd name="connsiteX7" fmla="*/ 0 w 2065994"/>
              <a:gd name="connsiteY7" fmla="*/ 4009803 h 4216402"/>
              <a:gd name="connsiteX8" fmla="*/ 0 w 2065994"/>
              <a:gd name="connsiteY8" fmla="*/ 206599 h 4216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65994" h="4216402">
                <a:moveTo>
                  <a:pt x="0" y="206599"/>
                </a:moveTo>
                <a:cubicBezTo>
                  <a:pt x="0" y="92498"/>
                  <a:pt x="92498" y="0"/>
                  <a:pt x="206599" y="0"/>
                </a:cubicBezTo>
                <a:lnTo>
                  <a:pt x="1859395" y="0"/>
                </a:lnTo>
                <a:cubicBezTo>
                  <a:pt x="1973496" y="0"/>
                  <a:pt x="2065994" y="92498"/>
                  <a:pt x="2065994" y="206599"/>
                </a:cubicBezTo>
                <a:lnTo>
                  <a:pt x="2065994" y="4009803"/>
                </a:lnTo>
                <a:cubicBezTo>
                  <a:pt x="2065994" y="4123904"/>
                  <a:pt x="1973496" y="4216402"/>
                  <a:pt x="1859395" y="4216402"/>
                </a:cubicBezTo>
                <a:lnTo>
                  <a:pt x="206599" y="4216402"/>
                </a:lnTo>
                <a:cubicBezTo>
                  <a:pt x="92498" y="4216402"/>
                  <a:pt x="0" y="4123904"/>
                  <a:pt x="0" y="4009803"/>
                </a:cubicBezTo>
                <a:lnTo>
                  <a:pt x="0" y="206599"/>
                </a:lnTo>
                <a:close/>
              </a:path>
            </a:pathLst>
          </a:custGeom>
          <a:solidFill>
            <a:schemeClr val="accent1"/>
          </a:solidFill>
          <a:ln>
            <a:noFill/>
          </a:ln>
          <a:effectLst>
            <a:outerShdw blurRad="139700" dist="101600" dir="5400000" algn="t"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145" name="文本框 144"/>
          <p:cNvSpPr txBox="1"/>
          <p:nvPr/>
        </p:nvSpPr>
        <p:spPr>
          <a:xfrm>
            <a:off x="10168321" y="3745487"/>
            <a:ext cx="1554951" cy="2185214"/>
          </a:xfrm>
          <a:prstGeom prst="rect">
            <a:avLst/>
          </a:prstGeom>
          <a:noFill/>
        </p:spPr>
        <p:txBody>
          <a:bodyPr wrap="square" rtlCol="0">
            <a:spAutoFit/>
          </a:bodyPr>
          <a:lstStyle/>
          <a:p>
            <a:r>
              <a:rPr lang="zh-CN" altLang="en-US" sz="1400" dirty="0">
                <a:solidFill>
                  <a:schemeClr val="bg1"/>
                </a:solidFill>
                <a:latin typeface="微软雅黑" panose="020B0503020204020204" pitchFamily="34" charset="-122"/>
                <a:ea typeface="微软雅黑" panose="020B0503020204020204" pitchFamily="34" charset="-122"/>
              </a:rPr>
              <a:t>这里输入正文内容，这里输入正文内容，这里输入正文内容，这里输入正文内容，这里输入正文内容，这里输入正文内容</a:t>
            </a:r>
            <a:endParaRPr lang="zh-CN" altLang="en-US" sz="1400" dirty="0">
              <a:solidFill>
                <a:schemeClr val="bg1"/>
              </a:solidFill>
              <a:latin typeface="微软雅黑" panose="020B0503020204020204" pitchFamily="34" charset="-122"/>
              <a:ea typeface="微软雅黑" panose="020B0503020204020204" pitchFamily="34" charset="-122"/>
            </a:endParaRPr>
          </a:p>
          <a:p>
            <a:endParaRPr lang="zh-CN" altLang="en-US" sz="1400" dirty="0">
              <a:solidFill>
                <a:schemeClr val="bg1"/>
              </a:solidFill>
              <a:latin typeface="微软雅黑" panose="020B0503020204020204" pitchFamily="34" charset="-122"/>
              <a:ea typeface="微软雅黑" panose="020B0503020204020204" pitchFamily="34" charset="-122"/>
            </a:endParaRPr>
          </a:p>
          <a:p>
            <a:endParaRPr lang="zh-CN" altLang="en-US" sz="1000" dirty="0">
              <a:solidFill>
                <a:schemeClr val="bg1"/>
              </a:solidFill>
              <a:latin typeface="微软雅黑" panose="020B0503020204020204" pitchFamily="34" charset="-122"/>
              <a:ea typeface="微软雅黑" panose="020B0503020204020204" pitchFamily="34" charset="-122"/>
            </a:endParaRPr>
          </a:p>
        </p:txBody>
      </p:sp>
      <p:sp>
        <p:nvSpPr>
          <p:cNvPr id="146" name="文本框 145"/>
          <p:cNvSpPr txBox="1"/>
          <p:nvPr/>
        </p:nvSpPr>
        <p:spPr>
          <a:xfrm>
            <a:off x="10145253" y="3166546"/>
            <a:ext cx="1601086" cy="365827"/>
          </a:xfrm>
          <a:prstGeom prst="rect">
            <a:avLst/>
          </a:prstGeom>
          <a:noFill/>
        </p:spPr>
        <p:txBody>
          <a:bodyPr wrap="square" rtlCol="0">
            <a:spAutoFit/>
          </a:bodyPr>
          <a:lstStyle/>
          <a:p>
            <a:pPr algn="ctr"/>
            <a:r>
              <a:rPr lang="zh-CN" altLang="en-US" dirty="0">
                <a:solidFill>
                  <a:schemeClr val="bg1"/>
                </a:solidFill>
                <a:latin typeface="微软雅黑" panose="020B0503020204020204" pitchFamily="34" charset="-122"/>
                <a:ea typeface="微软雅黑" panose="020B0503020204020204" pitchFamily="34" charset="-122"/>
              </a:rPr>
              <a:t>输入意义标题</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147" name="矩形 146"/>
          <p:cNvSpPr/>
          <p:nvPr/>
        </p:nvSpPr>
        <p:spPr>
          <a:xfrm>
            <a:off x="10387796" y="3582720"/>
            <a:ext cx="111600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3" name="任意多边形 37"/>
          <p:cNvSpPr/>
          <p:nvPr/>
        </p:nvSpPr>
        <p:spPr>
          <a:xfrm>
            <a:off x="7658496" y="1818308"/>
            <a:ext cx="1980000" cy="4204593"/>
          </a:xfrm>
          <a:custGeom>
            <a:avLst/>
            <a:gdLst>
              <a:gd name="connsiteX0" fmla="*/ 0 w 2065994"/>
              <a:gd name="connsiteY0" fmla="*/ 206599 h 4216402"/>
              <a:gd name="connsiteX1" fmla="*/ 206599 w 2065994"/>
              <a:gd name="connsiteY1" fmla="*/ 0 h 4216402"/>
              <a:gd name="connsiteX2" fmla="*/ 1859395 w 2065994"/>
              <a:gd name="connsiteY2" fmla="*/ 0 h 4216402"/>
              <a:gd name="connsiteX3" fmla="*/ 2065994 w 2065994"/>
              <a:gd name="connsiteY3" fmla="*/ 206599 h 4216402"/>
              <a:gd name="connsiteX4" fmla="*/ 2065994 w 2065994"/>
              <a:gd name="connsiteY4" fmla="*/ 4009803 h 4216402"/>
              <a:gd name="connsiteX5" fmla="*/ 1859395 w 2065994"/>
              <a:gd name="connsiteY5" fmla="*/ 4216402 h 4216402"/>
              <a:gd name="connsiteX6" fmla="*/ 206599 w 2065994"/>
              <a:gd name="connsiteY6" fmla="*/ 4216402 h 4216402"/>
              <a:gd name="connsiteX7" fmla="*/ 0 w 2065994"/>
              <a:gd name="connsiteY7" fmla="*/ 4009803 h 4216402"/>
              <a:gd name="connsiteX8" fmla="*/ 0 w 2065994"/>
              <a:gd name="connsiteY8" fmla="*/ 206599 h 4216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65994" h="4216402">
                <a:moveTo>
                  <a:pt x="0" y="206599"/>
                </a:moveTo>
                <a:cubicBezTo>
                  <a:pt x="0" y="92498"/>
                  <a:pt x="92498" y="0"/>
                  <a:pt x="206599" y="0"/>
                </a:cubicBezTo>
                <a:lnTo>
                  <a:pt x="1859395" y="0"/>
                </a:lnTo>
                <a:cubicBezTo>
                  <a:pt x="1973496" y="0"/>
                  <a:pt x="2065994" y="92498"/>
                  <a:pt x="2065994" y="206599"/>
                </a:cubicBezTo>
                <a:lnTo>
                  <a:pt x="2065994" y="4009803"/>
                </a:lnTo>
                <a:cubicBezTo>
                  <a:pt x="2065994" y="4123904"/>
                  <a:pt x="1973496" y="4216402"/>
                  <a:pt x="1859395" y="4216402"/>
                </a:cubicBezTo>
                <a:lnTo>
                  <a:pt x="206599" y="4216402"/>
                </a:lnTo>
                <a:cubicBezTo>
                  <a:pt x="92498" y="4216402"/>
                  <a:pt x="0" y="4123904"/>
                  <a:pt x="0" y="4009803"/>
                </a:cubicBezTo>
                <a:lnTo>
                  <a:pt x="0" y="206599"/>
                </a:lnTo>
                <a:close/>
              </a:path>
            </a:pathLst>
          </a:custGeom>
          <a:noFill/>
          <a:ln>
            <a:solidFill>
              <a:schemeClr val="accent1"/>
            </a:solidFill>
          </a:ln>
          <a:effectLst>
            <a:outerShdw blurRad="63500" sx="102000" sy="102000" algn="ctr"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154" name="文本框 153"/>
          <p:cNvSpPr txBox="1"/>
          <p:nvPr/>
        </p:nvSpPr>
        <p:spPr>
          <a:xfrm>
            <a:off x="7892240" y="3745487"/>
            <a:ext cx="1597743" cy="2031325"/>
          </a:xfrm>
          <a:prstGeom prst="rect">
            <a:avLst/>
          </a:prstGeom>
          <a:noFill/>
        </p:spPr>
        <p:txBody>
          <a:bodyPr wrap="square" rtlCol="0">
            <a:spAutoFit/>
          </a:bodyPr>
          <a:lstStyle/>
          <a:p>
            <a:r>
              <a:rPr lang="zh-CN" altLang="en-US" sz="1400" dirty="0">
                <a:latin typeface="微软雅黑" panose="020B0503020204020204" pitchFamily="34" charset="-122"/>
                <a:ea typeface="微软雅黑" panose="020B0503020204020204" pitchFamily="34" charset="-122"/>
              </a:rPr>
              <a:t>在这里输入正文内容在这里输入正文内容在这里输入正文内容在这里输入正文内容在这里输入正文内容在这里输入正文内容</a:t>
            </a:r>
            <a:endParaRPr lang="zh-CN" altLang="en-US" sz="1400" dirty="0">
              <a:latin typeface="微软雅黑" panose="020B0503020204020204" pitchFamily="34" charset="-122"/>
              <a:ea typeface="微软雅黑" panose="020B0503020204020204" pitchFamily="34" charset="-122"/>
            </a:endParaRPr>
          </a:p>
          <a:p>
            <a:endParaRPr lang="zh-CN" altLang="en-US" sz="1400" dirty="0">
              <a:latin typeface="微软雅黑" panose="020B0503020204020204" pitchFamily="34" charset="-122"/>
              <a:ea typeface="微软雅黑" panose="020B0503020204020204" pitchFamily="34" charset="-122"/>
            </a:endParaRPr>
          </a:p>
        </p:txBody>
      </p:sp>
      <p:sp>
        <p:nvSpPr>
          <p:cNvPr id="156" name="文本框 155"/>
          <p:cNvSpPr txBox="1"/>
          <p:nvPr/>
        </p:nvSpPr>
        <p:spPr>
          <a:xfrm>
            <a:off x="7805339" y="3166546"/>
            <a:ext cx="1686315" cy="365827"/>
          </a:xfrm>
          <a:prstGeom prst="rect">
            <a:avLst/>
          </a:prstGeom>
          <a:noFill/>
        </p:spPr>
        <p:txBody>
          <a:bodyPr wrap="square" rtlCol="0">
            <a:spAutoFit/>
          </a:bodyPr>
          <a:lstStyle/>
          <a:p>
            <a:pPr algn="ctr"/>
            <a:r>
              <a:rPr lang="zh-CN" altLang="en-US" dirty="0">
                <a:solidFill>
                  <a:schemeClr val="accent1"/>
                </a:solidFill>
                <a:latin typeface="微软雅黑" panose="020B0503020204020204" pitchFamily="34" charset="-122"/>
                <a:ea typeface="微软雅黑" panose="020B0503020204020204" pitchFamily="34" charset="-122"/>
              </a:rPr>
              <a:t>输入意义标题</a:t>
            </a:r>
            <a:endParaRPr lang="zh-CN" altLang="en-US" dirty="0">
              <a:solidFill>
                <a:schemeClr val="accent1"/>
              </a:solidFill>
              <a:latin typeface="微软雅黑" panose="020B0503020204020204" pitchFamily="34" charset="-122"/>
              <a:ea typeface="微软雅黑" panose="020B0503020204020204" pitchFamily="34" charset="-122"/>
            </a:endParaRPr>
          </a:p>
        </p:txBody>
      </p:sp>
      <p:sp>
        <p:nvSpPr>
          <p:cNvPr id="157" name="矩形 156"/>
          <p:cNvSpPr/>
          <p:nvPr/>
        </p:nvSpPr>
        <p:spPr>
          <a:xfrm>
            <a:off x="8133111" y="3582720"/>
            <a:ext cx="1116000" cy="4571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63" name="组合 162"/>
          <p:cNvGrpSpPr/>
          <p:nvPr/>
        </p:nvGrpSpPr>
        <p:grpSpPr>
          <a:xfrm>
            <a:off x="8231035" y="2118381"/>
            <a:ext cx="920153" cy="920152"/>
            <a:chOff x="8231035" y="2118381"/>
            <a:chExt cx="920153" cy="920152"/>
          </a:xfrm>
        </p:grpSpPr>
        <p:sp>
          <p:nvSpPr>
            <p:cNvPr id="158" name="椭圆 157"/>
            <p:cNvSpPr/>
            <p:nvPr/>
          </p:nvSpPr>
          <p:spPr>
            <a:xfrm>
              <a:off x="8231035" y="2118381"/>
              <a:ext cx="920153" cy="920152"/>
            </a:xfrm>
            <a:prstGeom prst="ellipse">
              <a:avLst/>
            </a:prstGeom>
            <a:solidFill>
              <a:schemeClr val="accent1"/>
            </a:solidFill>
            <a:ln w="120650" cap="flat" cmpd="sng" algn="ctr">
              <a:noFill/>
              <a:prstDash val="solid"/>
              <a:miter lim="800000"/>
            </a:ln>
            <a:effectLst/>
          </p:spPr>
          <p:txBody>
            <a:bodyPr/>
            <a:lstStyle/>
            <a:p>
              <a:endParaRPr lang="zh-CN" altLang="en-US"/>
            </a:p>
          </p:txBody>
        </p:sp>
        <p:sp>
          <p:nvSpPr>
            <p:cNvPr id="59" name="AutoShape 139"/>
            <p:cNvSpPr/>
            <p:nvPr/>
          </p:nvSpPr>
          <p:spPr bwMode="auto">
            <a:xfrm>
              <a:off x="8460470" y="2353939"/>
              <a:ext cx="461283" cy="449037"/>
            </a:xfrm>
            <a:custGeom>
              <a:avLst/>
              <a:gdLst>
                <a:gd name="T0" fmla="+- 0 10800 104"/>
                <a:gd name="T1" fmla="*/ T0 w 21392"/>
                <a:gd name="T2" fmla="*/ 10800 h 21600"/>
                <a:gd name="T3" fmla="+- 0 10800 104"/>
                <a:gd name="T4" fmla="*/ T3 w 21392"/>
                <a:gd name="T5" fmla="*/ 10800 h 21600"/>
                <a:gd name="T6" fmla="+- 0 10800 104"/>
                <a:gd name="T7" fmla="*/ T6 w 21392"/>
                <a:gd name="T8" fmla="*/ 10800 h 21600"/>
                <a:gd name="T9" fmla="+- 0 10800 104"/>
                <a:gd name="T10" fmla="*/ T9 w 21392"/>
                <a:gd name="T11" fmla="*/ 10800 h 21600"/>
              </a:gdLst>
              <a:ahLst/>
              <a:cxnLst>
                <a:cxn ang="0">
                  <a:pos x="T1" y="T2"/>
                </a:cxn>
                <a:cxn ang="0">
                  <a:pos x="T4" y="T5"/>
                </a:cxn>
                <a:cxn ang="0">
                  <a:pos x="T7" y="T8"/>
                </a:cxn>
                <a:cxn ang="0">
                  <a:pos x="T10" y="T11"/>
                </a:cxn>
              </a:cxnLst>
              <a:rect l="0" t="0" r="r" b="b"/>
              <a:pathLst>
                <a:path w="21392" h="21600">
                  <a:moveTo>
                    <a:pt x="15768" y="12794"/>
                  </a:moveTo>
                  <a:cubicBezTo>
                    <a:pt x="15426" y="13150"/>
                    <a:pt x="15271" y="13651"/>
                    <a:pt x="15350" y="14142"/>
                  </a:cubicBezTo>
                  <a:lnTo>
                    <a:pt x="16296" y="20031"/>
                  </a:lnTo>
                  <a:lnTo>
                    <a:pt x="11443" y="17309"/>
                  </a:lnTo>
                  <a:cubicBezTo>
                    <a:pt x="11210" y="17178"/>
                    <a:pt x="10953" y="17112"/>
                    <a:pt x="10696" y="17112"/>
                  </a:cubicBezTo>
                  <a:cubicBezTo>
                    <a:pt x="10439" y="17112"/>
                    <a:pt x="10182" y="17178"/>
                    <a:pt x="9949" y="17309"/>
                  </a:cubicBezTo>
                  <a:lnTo>
                    <a:pt x="5095" y="20031"/>
                  </a:lnTo>
                  <a:lnTo>
                    <a:pt x="6042" y="14142"/>
                  </a:lnTo>
                  <a:cubicBezTo>
                    <a:pt x="6121" y="13651"/>
                    <a:pt x="5966" y="13150"/>
                    <a:pt x="5624" y="12794"/>
                  </a:cubicBezTo>
                  <a:lnTo>
                    <a:pt x="1545" y="8550"/>
                  </a:lnTo>
                  <a:lnTo>
                    <a:pt x="7111" y="7685"/>
                  </a:lnTo>
                  <a:cubicBezTo>
                    <a:pt x="7619" y="7607"/>
                    <a:pt x="8057" y="7275"/>
                    <a:pt x="8276" y="6802"/>
                  </a:cubicBezTo>
                  <a:lnTo>
                    <a:pt x="10696" y="1568"/>
                  </a:lnTo>
                  <a:lnTo>
                    <a:pt x="13116" y="6802"/>
                  </a:lnTo>
                  <a:cubicBezTo>
                    <a:pt x="13334" y="7275"/>
                    <a:pt x="13772" y="7607"/>
                    <a:pt x="14280" y="7685"/>
                  </a:cubicBezTo>
                  <a:lnTo>
                    <a:pt x="19847" y="8550"/>
                  </a:lnTo>
                  <a:cubicBezTo>
                    <a:pt x="19847" y="8550"/>
                    <a:pt x="15768" y="12794"/>
                    <a:pt x="15768" y="12794"/>
                  </a:cubicBezTo>
                  <a:close/>
                  <a:moveTo>
                    <a:pt x="21312" y="8051"/>
                  </a:moveTo>
                  <a:cubicBezTo>
                    <a:pt x="21127" y="7495"/>
                    <a:pt x="20652" y="7088"/>
                    <a:pt x="20080" y="6999"/>
                  </a:cubicBezTo>
                  <a:lnTo>
                    <a:pt x="14514" y="6136"/>
                  </a:lnTo>
                  <a:lnTo>
                    <a:pt x="12094" y="901"/>
                  </a:lnTo>
                  <a:cubicBezTo>
                    <a:pt x="11840" y="351"/>
                    <a:pt x="11295" y="0"/>
                    <a:pt x="10696" y="0"/>
                  </a:cubicBezTo>
                  <a:cubicBezTo>
                    <a:pt x="10097" y="0"/>
                    <a:pt x="9552" y="351"/>
                    <a:pt x="9297" y="901"/>
                  </a:cubicBezTo>
                  <a:lnTo>
                    <a:pt x="6878" y="6136"/>
                  </a:lnTo>
                  <a:lnTo>
                    <a:pt x="1311" y="6999"/>
                  </a:lnTo>
                  <a:cubicBezTo>
                    <a:pt x="739" y="7088"/>
                    <a:pt x="264" y="7495"/>
                    <a:pt x="80" y="8051"/>
                  </a:cubicBezTo>
                  <a:cubicBezTo>
                    <a:pt x="-104" y="8609"/>
                    <a:pt x="35" y="9224"/>
                    <a:pt x="439" y="9644"/>
                  </a:cubicBezTo>
                  <a:lnTo>
                    <a:pt x="4518" y="13889"/>
                  </a:lnTo>
                  <a:lnTo>
                    <a:pt x="3572" y="19777"/>
                  </a:lnTo>
                  <a:cubicBezTo>
                    <a:pt x="3476" y="20370"/>
                    <a:pt x="3722" y="20966"/>
                    <a:pt x="4206" y="21313"/>
                  </a:cubicBezTo>
                  <a:cubicBezTo>
                    <a:pt x="4471" y="21503"/>
                    <a:pt x="4783" y="21600"/>
                    <a:pt x="5095" y="21600"/>
                  </a:cubicBezTo>
                  <a:cubicBezTo>
                    <a:pt x="5352" y="21600"/>
                    <a:pt x="5609" y="21534"/>
                    <a:pt x="5843" y="21404"/>
                  </a:cubicBezTo>
                  <a:lnTo>
                    <a:pt x="10696" y="18681"/>
                  </a:lnTo>
                  <a:lnTo>
                    <a:pt x="15549" y="21404"/>
                  </a:lnTo>
                  <a:cubicBezTo>
                    <a:pt x="15782" y="21534"/>
                    <a:pt x="16040" y="21600"/>
                    <a:pt x="16296" y="21600"/>
                  </a:cubicBezTo>
                  <a:cubicBezTo>
                    <a:pt x="16608" y="21600"/>
                    <a:pt x="16920" y="21503"/>
                    <a:pt x="17186" y="21313"/>
                  </a:cubicBezTo>
                  <a:cubicBezTo>
                    <a:pt x="17669" y="20966"/>
                    <a:pt x="17915" y="20370"/>
                    <a:pt x="17820" y="19777"/>
                  </a:cubicBezTo>
                  <a:lnTo>
                    <a:pt x="16873" y="13889"/>
                  </a:lnTo>
                  <a:lnTo>
                    <a:pt x="20953" y="9644"/>
                  </a:lnTo>
                  <a:cubicBezTo>
                    <a:pt x="21357" y="9224"/>
                    <a:pt x="21496" y="8609"/>
                    <a:pt x="21312" y="8051"/>
                  </a:cubicBezTo>
                </a:path>
              </a:pathLst>
            </a:custGeom>
            <a:solidFill>
              <a:schemeClr val="bg1"/>
            </a:solid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grpSp>
      <p:grpSp>
        <p:nvGrpSpPr>
          <p:cNvPr id="162" name="组合 161"/>
          <p:cNvGrpSpPr/>
          <p:nvPr/>
        </p:nvGrpSpPr>
        <p:grpSpPr>
          <a:xfrm>
            <a:off x="10485720" y="2118381"/>
            <a:ext cx="920153" cy="920152"/>
            <a:chOff x="10485720" y="2118381"/>
            <a:chExt cx="920153" cy="920152"/>
          </a:xfrm>
        </p:grpSpPr>
        <p:sp>
          <p:nvSpPr>
            <p:cNvPr id="148" name="椭圆 147"/>
            <p:cNvSpPr/>
            <p:nvPr/>
          </p:nvSpPr>
          <p:spPr>
            <a:xfrm>
              <a:off x="10485720" y="2118381"/>
              <a:ext cx="920153" cy="920152"/>
            </a:xfrm>
            <a:prstGeom prst="ellipse">
              <a:avLst/>
            </a:prstGeom>
            <a:solidFill>
              <a:schemeClr val="bg1"/>
            </a:solidFill>
            <a:ln w="120650" cap="flat" cmpd="sng" algn="ctr">
              <a:noFill/>
              <a:prstDash val="solid"/>
              <a:miter lim="800000"/>
            </a:ln>
            <a:effectLst/>
          </p:spPr>
          <p:txBody>
            <a:bodyPr/>
            <a:lstStyle/>
            <a:p>
              <a:endParaRPr lang="zh-CN" altLang="en-US"/>
            </a:p>
          </p:txBody>
        </p:sp>
        <p:sp>
          <p:nvSpPr>
            <p:cNvPr id="55" name="AutoShape 81"/>
            <p:cNvSpPr/>
            <p:nvPr/>
          </p:nvSpPr>
          <p:spPr bwMode="auto">
            <a:xfrm>
              <a:off x="10714904" y="2347565"/>
              <a:ext cx="461785" cy="46178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35" y="9811"/>
                  </a:moveTo>
                  <a:cubicBezTo>
                    <a:pt x="20220" y="10144"/>
                    <a:pt x="20081" y="10800"/>
                    <a:pt x="18899" y="10800"/>
                  </a:cubicBezTo>
                  <a:lnTo>
                    <a:pt x="17549" y="10800"/>
                  </a:lnTo>
                  <a:cubicBezTo>
                    <a:pt x="17363" y="10800"/>
                    <a:pt x="17212" y="10950"/>
                    <a:pt x="17212" y="11137"/>
                  </a:cubicBezTo>
                  <a:cubicBezTo>
                    <a:pt x="17212" y="11324"/>
                    <a:pt x="17363" y="11475"/>
                    <a:pt x="17549" y="11475"/>
                  </a:cubicBezTo>
                  <a:lnTo>
                    <a:pt x="18858" y="11475"/>
                  </a:lnTo>
                  <a:cubicBezTo>
                    <a:pt x="19870" y="11475"/>
                    <a:pt x="20003" y="12314"/>
                    <a:pt x="19938" y="12719"/>
                  </a:cubicBezTo>
                  <a:cubicBezTo>
                    <a:pt x="19855" y="13223"/>
                    <a:pt x="19618" y="14175"/>
                    <a:pt x="18478" y="14175"/>
                  </a:cubicBezTo>
                  <a:lnTo>
                    <a:pt x="16874" y="14175"/>
                  </a:lnTo>
                  <a:cubicBezTo>
                    <a:pt x="16688" y="14175"/>
                    <a:pt x="16537" y="14325"/>
                    <a:pt x="16537" y="14512"/>
                  </a:cubicBezTo>
                  <a:cubicBezTo>
                    <a:pt x="16537" y="14699"/>
                    <a:pt x="16688" y="14850"/>
                    <a:pt x="16874" y="14850"/>
                  </a:cubicBezTo>
                  <a:lnTo>
                    <a:pt x="18203" y="14850"/>
                  </a:lnTo>
                  <a:cubicBezTo>
                    <a:pt x="19343" y="14850"/>
                    <a:pt x="19243" y="15718"/>
                    <a:pt x="19079" y="16237"/>
                  </a:cubicBezTo>
                  <a:cubicBezTo>
                    <a:pt x="18864" y="16918"/>
                    <a:pt x="18732" y="17549"/>
                    <a:pt x="17297" y="17549"/>
                  </a:cubicBezTo>
                  <a:lnTo>
                    <a:pt x="16196" y="17549"/>
                  </a:lnTo>
                  <a:cubicBezTo>
                    <a:pt x="16009" y="17549"/>
                    <a:pt x="15859" y="17700"/>
                    <a:pt x="15859" y="17887"/>
                  </a:cubicBezTo>
                  <a:cubicBezTo>
                    <a:pt x="15859" y="18073"/>
                    <a:pt x="16009" y="18225"/>
                    <a:pt x="16196" y="18225"/>
                  </a:cubicBezTo>
                  <a:lnTo>
                    <a:pt x="17255" y="18225"/>
                  </a:lnTo>
                  <a:cubicBezTo>
                    <a:pt x="17993" y="18225"/>
                    <a:pt x="18027" y="18923"/>
                    <a:pt x="17950" y="19174"/>
                  </a:cubicBezTo>
                  <a:cubicBezTo>
                    <a:pt x="17866" y="19448"/>
                    <a:pt x="17767" y="19651"/>
                    <a:pt x="17762" y="19660"/>
                  </a:cubicBezTo>
                  <a:cubicBezTo>
                    <a:pt x="17558" y="20028"/>
                    <a:pt x="17229" y="20249"/>
                    <a:pt x="16534" y="20249"/>
                  </a:cubicBezTo>
                  <a:lnTo>
                    <a:pt x="12844" y="20249"/>
                  </a:lnTo>
                  <a:cubicBezTo>
                    <a:pt x="10990" y="20249"/>
                    <a:pt x="9151" y="19829"/>
                    <a:pt x="9104" y="19818"/>
                  </a:cubicBezTo>
                  <a:cubicBezTo>
                    <a:pt x="6299" y="19172"/>
                    <a:pt x="6152" y="19122"/>
                    <a:pt x="5976" y="19072"/>
                  </a:cubicBezTo>
                  <a:cubicBezTo>
                    <a:pt x="5976" y="19072"/>
                    <a:pt x="5405" y="18976"/>
                    <a:pt x="5405" y="18478"/>
                  </a:cubicBezTo>
                  <a:lnTo>
                    <a:pt x="5399" y="9155"/>
                  </a:lnTo>
                  <a:cubicBezTo>
                    <a:pt x="5399" y="8839"/>
                    <a:pt x="5601" y="8552"/>
                    <a:pt x="5935" y="8452"/>
                  </a:cubicBezTo>
                  <a:cubicBezTo>
                    <a:pt x="5977" y="8435"/>
                    <a:pt x="6034" y="8419"/>
                    <a:pt x="6074" y="8401"/>
                  </a:cubicBezTo>
                  <a:cubicBezTo>
                    <a:pt x="9158" y="7125"/>
                    <a:pt x="10097" y="4324"/>
                    <a:pt x="10124" y="2025"/>
                  </a:cubicBezTo>
                  <a:cubicBezTo>
                    <a:pt x="10128" y="1702"/>
                    <a:pt x="10378" y="1350"/>
                    <a:pt x="10800" y="1350"/>
                  </a:cubicBezTo>
                  <a:cubicBezTo>
                    <a:pt x="11514" y="1350"/>
                    <a:pt x="12774" y="2782"/>
                    <a:pt x="12774" y="4554"/>
                  </a:cubicBezTo>
                  <a:cubicBezTo>
                    <a:pt x="12774" y="6155"/>
                    <a:pt x="12711" y="6432"/>
                    <a:pt x="12149" y="8100"/>
                  </a:cubicBezTo>
                  <a:cubicBezTo>
                    <a:pt x="18899" y="8100"/>
                    <a:pt x="18852" y="8196"/>
                    <a:pt x="19448" y="8353"/>
                  </a:cubicBezTo>
                  <a:cubicBezTo>
                    <a:pt x="20187" y="8564"/>
                    <a:pt x="20249" y="9175"/>
                    <a:pt x="20249" y="9386"/>
                  </a:cubicBezTo>
                  <a:cubicBezTo>
                    <a:pt x="20249" y="9618"/>
                    <a:pt x="20243" y="9584"/>
                    <a:pt x="20235" y="9811"/>
                  </a:cubicBezTo>
                  <a:moveTo>
                    <a:pt x="4724" y="19575"/>
                  </a:moveTo>
                  <a:cubicBezTo>
                    <a:pt x="4724" y="19948"/>
                    <a:pt x="4423" y="20249"/>
                    <a:pt x="4049" y="20249"/>
                  </a:cubicBezTo>
                  <a:lnTo>
                    <a:pt x="2024" y="20249"/>
                  </a:lnTo>
                  <a:cubicBezTo>
                    <a:pt x="1652" y="20249"/>
                    <a:pt x="1349" y="19948"/>
                    <a:pt x="1349" y="19575"/>
                  </a:cubicBezTo>
                  <a:lnTo>
                    <a:pt x="1349" y="8774"/>
                  </a:lnTo>
                  <a:cubicBezTo>
                    <a:pt x="1349" y="8401"/>
                    <a:pt x="1652" y="8100"/>
                    <a:pt x="2024" y="8100"/>
                  </a:cubicBezTo>
                  <a:lnTo>
                    <a:pt x="4049" y="8100"/>
                  </a:lnTo>
                  <a:cubicBezTo>
                    <a:pt x="4423" y="8100"/>
                    <a:pt x="4724" y="8401"/>
                    <a:pt x="4724" y="8774"/>
                  </a:cubicBezTo>
                  <a:cubicBezTo>
                    <a:pt x="4724" y="8774"/>
                    <a:pt x="4724" y="19575"/>
                    <a:pt x="4724" y="19575"/>
                  </a:cubicBezTo>
                  <a:close/>
                  <a:moveTo>
                    <a:pt x="19686" y="7069"/>
                  </a:moveTo>
                  <a:cubicBezTo>
                    <a:pt x="18842" y="6846"/>
                    <a:pt x="16858" y="6849"/>
                    <a:pt x="13956" y="6773"/>
                  </a:cubicBezTo>
                  <a:cubicBezTo>
                    <a:pt x="14093" y="6139"/>
                    <a:pt x="14124" y="5568"/>
                    <a:pt x="14124" y="4554"/>
                  </a:cubicBezTo>
                  <a:cubicBezTo>
                    <a:pt x="14124" y="2133"/>
                    <a:pt x="12361" y="0"/>
                    <a:pt x="10800" y="0"/>
                  </a:cubicBezTo>
                  <a:cubicBezTo>
                    <a:pt x="9698" y="0"/>
                    <a:pt x="8789" y="901"/>
                    <a:pt x="8774" y="2009"/>
                  </a:cubicBezTo>
                  <a:cubicBezTo>
                    <a:pt x="8760" y="3368"/>
                    <a:pt x="8340" y="5716"/>
                    <a:pt x="6074" y="6906"/>
                  </a:cubicBezTo>
                  <a:cubicBezTo>
                    <a:pt x="5908" y="6994"/>
                    <a:pt x="5433" y="7228"/>
                    <a:pt x="5364" y="7259"/>
                  </a:cubicBezTo>
                  <a:lnTo>
                    <a:pt x="5399" y="7289"/>
                  </a:lnTo>
                  <a:cubicBezTo>
                    <a:pt x="5045" y="6984"/>
                    <a:pt x="4554" y="6750"/>
                    <a:pt x="4049" y="6750"/>
                  </a:cubicBezTo>
                  <a:lnTo>
                    <a:pt x="2024" y="6750"/>
                  </a:lnTo>
                  <a:cubicBezTo>
                    <a:pt x="908" y="6750"/>
                    <a:pt x="0" y="7658"/>
                    <a:pt x="0" y="8774"/>
                  </a:cubicBezTo>
                  <a:lnTo>
                    <a:pt x="0" y="19575"/>
                  </a:lnTo>
                  <a:cubicBezTo>
                    <a:pt x="0" y="20691"/>
                    <a:pt x="908" y="21599"/>
                    <a:pt x="2024" y="21599"/>
                  </a:cubicBezTo>
                  <a:lnTo>
                    <a:pt x="4049" y="21599"/>
                  </a:lnTo>
                  <a:cubicBezTo>
                    <a:pt x="4853" y="21599"/>
                    <a:pt x="5525" y="21114"/>
                    <a:pt x="5850" y="20434"/>
                  </a:cubicBezTo>
                  <a:cubicBezTo>
                    <a:pt x="5859" y="20437"/>
                    <a:pt x="5873" y="20441"/>
                    <a:pt x="5882" y="20442"/>
                  </a:cubicBezTo>
                  <a:cubicBezTo>
                    <a:pt x="5927" y="20454"/>
                    <a:pt x="5979" y="20467"/>
                    <a:pt x="6044" y="20485"/>
                  </a:cubicBezTo>
                  <a:cubicBezTo>
                    <a:pt x="6056" y="20487"/>
                    <a:pt x="6062" y="20488"/>
                    <a:pt x="6074" y="20492"/>
                  </a:cubicBezTo>
                  <a:cubicBezTo>
                    <a:pt x="6464" y="20588"/>
                    <a:pt x="7212" y="20768"/>
                    <a:pt x="8812" y="21135"/>
                  </a:cubicBezTo>
                  <a:cubicBezTo>
                    <a:pt x="9155" y="21213"/>
                    <a:pt x="10966" y="21599"/>
                    <a:pt x="12844" y="21599"/>
                  </a:cubicBezTo>
                  <a:lnTo>
                    <a:pt x="16534" y="21599"/>
                  </a:lnTo>
                  <a:cubicBezTo>
                    <a:pt x="17659" y="21599"/>
                    <a:pt x="18469" y="21167"/>
                    <a:pt x="18952" y="20298"/>
                  </a:cubicBezTo>
                  <a:cubicBezTo>
                    <a:pt x="18958" y="20285"/>
                    <a:pt x="19114" y="19982"/>
                    <a:pt x="19240" y="19572"/>
                  </a:cubicBezTo>
                  <a:cubicBezTo>
                    <a:pt x="19336" y="19263"/>
                    <a:pt x="19371" y="18827"/>
                    <a:pt x="19256" y="18384"/>
                  </a:cubicBezTo>
                  <a:cubicBezTo>
                    <a:pt x="19981" y="17886"/>
                    <a:pt x="20214" y="17133"/>
                    <a:pt x="20366" y="16643"/>
                  </a:cubicBezTo>
                  <a:cubicBezTo>
                    <a:pt x="20620" y="15838"/>
                    <a:pt x="20544" y="15235"/>
                    <a:pt x="20367" y="14803"/>
                  </a:cubicBezTo>
                  <a:cubicBezTo>
                    <a:pt x="20775" y="14418"/>
                    <a:pt x="21122" y="13831"/>
                    <a:pt x="21269" y="12935"/>
                  </a:cubicBezTo>
                  <a:cubicBezTo>
                    <a:pt x="21361" y="12380"/>
                    <a:pt x="21263" y="11809"/>
                    <a:pt x="21007" y="11334"/>
                  </a:cubicBezTo>
                  <a:cubicBezTo>
                    <a:pt x="21389" y="10905"/>
                    <a:pt x="21564" y="10365"/>
                    <a:pt x="21583" y="9865"/>
                  </a:cubicBezTo>
                  <a:lnTo>
                    <a:pt x="21591" y="9724"/>
                  </a:lnTo>
                  <a:cubicBezTo>
                    <a:pt x="21596" y="9635"/>
                    <a:pt x="21600" y="9581"/>
                    <a:pt x="21600" y="9386"/>
                  </a:cubicBezTo>
                  <a:cubicBezTo>
                    <a:pt x="21600" y="8533"/>
                    <a:pt x="21010" y="7446"/>
                    <a:pt x="19686" y="7069"/>
                  </a:cubicBezTo>
                </a:path>
              </a:pathLst>
            </a:custGeom>
            <a:solidFill>
              <a:schemeClr val="accent1"/>
            </a:solid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dirty="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542925" y="3643312"/>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方法与过程</a:t>
            </a:r>
            <a:endParaRPr lang="zh-CN" altLang="en-US" sz="2800" b="1" dirty="0">
              <a:latin typeface="微软雅黑" panose="020B0503020204020204" pitchFamily="34" charset="-122"/>
              <a:ea typeface="微软雅黑" panose="020B0503020204020204" pitchFamily="34" charset="-122"/>
            </a:endParaRPr>
          </a:p>
        </p:txBody>
      </p:sp>
      <p:sp>
        <p:nvSpPr>
          <p:cNvPr id="9" name="文本框 8"/>
          <p:cNvSpPr txBox="1"/>
          <p:nvPr/>
        </p:nvSpPr>
        <p:spPr>
          <a:xfrm>
            <a:off x="542925" y="4636293"/>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结果与分析</a:t>
            </a:r>
            <a:endParaRPr lang="zh-CN" altLang="en-US" sz="2800" b="1"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542925" y="5629275"/>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总结与讨论</a:t>
            </a:r>
            <a:endParaRPr lang="zh-CN" altLang="en-US" sz="2800" b="1" dirty="0">
              <a:latin typeface="微软雅黑" panose="020B0503020204020204" pitchFamily="34" charset="-122"/>
              <a:ea typeface="微软雅黑" panose="020B0503020204020204" pitchFamily="34" charset="-122"/>
            </a:endParaRPr>
          </a:p>
        </p:txBody>
      </p:sp>
      <p:sp>
        <p:nvSpPr>
          <p:cNvPr id="6" name="文本框 5"/>
          <p:cNvSpPr txBox="1"/>
          <p:nvPr/>
        </p:nvSpPr>
        <p:spPr>
          <a:xfrm>
            <a:off x="542925" y="1657350"/>
            <a:ext cx="1828800" cy="523220"/>
          </a:xfrm>
          <a:prstGeom prst="rect">
            <a:avLst/>
          </a:prstGeom>
          <a:noFill/>
        </p:spPr>
        <p:txBody>
          <a:bodyPr wrap="square" rtlCol="0">
            <a:spAutoFit/>
          </a:bodyPr>
          <a:lstStyle/>
          <a:p>
            <a:r>
              <a:rPr lang="zh-CN" altLang="en-US" sz="2800" b="1" dirty="0">
                <a:solidFill>
                  <a:sysClr val="windowText" lastClr="000000"/>
                </a:solidFill>
                <a:latin typeface="微软雅黑" panose="020B0503020204020204" pitchFamily="34" charset="-122"/>
                <a:ea typeface="微软雅黑" panose="020B0503020204020204" pitchFamily="34" charset="-122"/>
              </a:rPr>
              <a:t>研究背景</a:t>
            </a:r>
            <a:endParaRPr lang="zh-CN" altLang="en-US" sz="2800" b="1" dirty="0">
              <a:solidFill>
                <a:sysClr val="windowText" lastClr="000000"/>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2" y="2520460"/>
            <a:ext cx="2867026" cy="921872"/>
            <a:chOff x="-2" y="1537960"/>
            <a:chExt cx="2867026" cy="921872"/>
          </a:xfrm>
        </p:grpSpPr>
        <p:sp>
          <p:nvSpPr>
            <p:cNvPr id="11" name="矩形 10"/>
            <p:cNvSpPr/>
            <p:nvPr/>
          </p:nvSpPr>
          <p:spPr>
            <a:xfrm>
              <a:off x="-1" y="1537960"/>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直角三角形 11"/>
            <p:cNvSpPr/>
            <p:nvPr/>
          </p:nvSpPr>
          <p:spPr>
            <a:xfrm rot="10800000">
              <a:off x="-2" y="2299960"/>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 name="文本框 13"/>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endParaRPr lang="zh-CN" altLang="en-US" sz="4800" b="1" dirty="0">
              <a:solidFill>
                <a:schemeClr val="accent1"/>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542925" y="2650331"/>
            <a:ext cx="2019300"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目的与意义</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5" name="矩形 4"/>
          <p:cNvSpPr/>
          <p:nvPr/>
        </p:nvSpPr>
        <p:spPr>
          <a:xfrm>
            <a:off x="3396996" y="797947"/>
            <a:ext cx="8316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3403600" y="162578"/>
            <a:ext cx="45085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实际应用</a:t>
            </a:r>
            <a:endParaRPr lang="zh-CN" altLang="en-US" sz="2800" b="1" dirty="0">
              <a:latin typeface="微软雅黑" panose="020B0503020204020204" pitchFamily="34" charset="-122"/>
              <a:ea typeface="微软雅黑" panose="020B0503020204020204" pitchFamily="34" charset="-122"/>
            </a:endParaRPr>
          </a:p>
        </p:txBody>
      </p:sp>
      <p:sp>
        <p:nvSpPr>
          <p:cNvPr id="15" name="圆角矩形 25" descr="e7d195523061f1c09e9d68d7cf438b91ef959ecb14fc25d26BBA7F7DBC18E55DFF4014AF651F0BF2569D4B6C1DA7F1A4683A481403BD872FC687266AD13265C1DE7C373772FD8728ABDD69ADD03BFF5BE2862BC891DBB79EEA6ABFDA2705539C423D9E6A869863D43AC2EBED1DD1EB162B64448B75509C01D19FA967F443D1B5FCE830C8A5DF52D02B41DCFFF314BA0C"/>
          <p:cNvSpPr/>
          <p:nvPr/>
        </p:nvSpPr>
        <p:spPr>
          <a:xfrm>
            <a:off x="3872062" y="1695546"/>
            <a:ext cx="3252887" cy="1792164"/>
          </a:xfrm>
          <a:prstGeom prst="round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4180515" y="2270705"/>
            <a:ext cx="2815816" cy="1015663"/>
          </a:xfrm>
          <a:prstGeom prst="rect">
            <a:avLst/>
          </a:prstGeom>
        </p:spPr>
        <p:txBody>
          <a:bodyPr wrap="square">
            <a:spAutoFit/>
          </a:bodyPr>
          <a:lstStyle/>
          <a:p>
            <a:r>
              <a:rPr lang="zh-CN" altLang="en-US" sz="1200" dirty="0">
                <a:solidFill>
                  <a:schemeClr val="tx1">
                    <a:lumMod val="85000"/>
                    <a:lumOff val="15000"/>
                  </a:schemeClr>
                </a:solidFill>
                <a:latin typeface="微软雅黑" panose="020B0503020204020204" pitchFamily="34" charset="-122"/>
                <a:ea typeface="微软雅黑" panose="020B0503020204020204" pitchFamily="34" charset="-122"/>
              </a:rPr>
              <a:t>这里输入正文内容这里输入正文内容这里输入正文内容这里输入正文内容这里输入正文内容这里输入正文内容这里输入正文内容这里输入正文内容这里输入正文内容</a:t>
            </a:r>
            <a:endParaRPr lang="zh-CN" altLang="en-US" sz="12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nvGrpSpPr>
          <p:cNvPr id="49" name="组合 48"/>
          <p:cNvGrpSpPr/>
          <p:nvPr/>
        </p:nvGrpSpPr>
        <p:grpSpPr>
          <a:xfrm>
            <a:off x="3426203" y="1329636"/>
            <a:ext cx="889940" cy="889940"/>
            <a:chOff x="3617234" y="1918550"/>
            <a:chExt cx="889940" cy="889940"/>
          </a:xfrm>
        </p:grpSpPr>
        <p:sp>
          <p:nvSpPr>
            <p:cNvPr id="39" name="椭圆 38" descr="e7d195523061f1c09e9d68d7cf438b91ef959ecb14fc25d26BBA7F7DBC18E55DFF4014AF651F0BF2569D4B6C1DA7F1A4683A481403BD872FC687266AD13265C1DE7C373772FD8728ABDD69ADD03BFF5BE2862BC891DBB79EEA6ABFDA2705539C423D9E6A869863D43AC2EBED1DD1EB162B64448B75509C01D19FA967F443D1B5FCE830C8A5DF52D02B41DCFFF314BA0C"/>
            <p:cNvSpPr/>
            <p:nvPr/>
          </p:nvSpPr>
          <p:spPr>
            <a:xfrm>
              <a:off x="3617234" y="1918550"/>
              <a:ext cx="889940" cy="889940"/>
            </a:xfrm>
            <a:prstGeom prst="ellipse">
              <a:avLst/>
            </a:prstGeom>
            <a:gradFill>
              <a:gsLst>
                <a:gs pos="100000">
                  <a:schemeClr val="accent1">
                    <a:lumMod val="75000"/>
                  </a:schemeClr>
                </a:gs>
                <a:gs pos="0">
                  <a:schemeClr val="accent1"/>
                </a:gs>
              </a:gsLst>
              <a:path path="circle">
                <a:fillToRect l="50000" t="50000" r="50000" b="50000"/>
              </a:path>
            </a:gradFill>
            <a:ln>
              <a:noFill/>
            </a:ln>
            <a:effectLst>
              <a:outerShdw blurRad="254000" dist="1016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40" name="AutoShape 28"/>
            <p:cNvSpPr/>
            <p:nvPr/>
          </p:nvSpPr>
          <p:spPr bwMode="auto">
            <a:xfrm>
              <a:off x="3882023" y="2183339"/>
              <a:ext cx="360362" cy="36036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9450"/>
                  </a:moveTo>
                  <a:cubicBezTo>
                    <a:pt x="20249" y="9823"/>
                    <a:pt x="19947" y="10124"/>
                    <a:pt x="19575" y="10124"/>
                  </a:cubicBezTo>
                  <a:lnTo>
                    <a:pt x="18324" y="10124"/>
                  </a:lnTo>
                  <a:lnTo>
                    <a:pt x="15624" y="5400"/>
                  </a:lnTo>
                  <a:lnTo>
                    <a:pt x="17549" y="5400"/>
                  </a:lnTo>
                  <a:cubicBezTo>
                    <a:pt x="17762" y="5400"/>
                    <a:pt x="17962" y="5500"/>
                    <a:pt x="18089" y="5670"/>
                  </a:cubicBezTo>
                  <a:lnTo>
                    <a:pt x="20114" y="8370"/>
                  </a:lnTo>
                  <a:cubicBezTo>
                    <a:pt x="20202" y="8486"/>
                    <a:pt x="20249" y="8628"/>
                    <a:pt x="20249" y="8774"/>
                  </a:cubicBezTo>
                  <a:cubicBezTo>
                    <a:pt x="20249" y="8774"/>
                    <a:pt x="20249" y="9450"/>
                    <a:pt x="20249" y="9450"/>
                  </a:cubicBezTo>
                  <a:close/>
                  <a:moveTo>
                    <a:pt x="18224" y="20249"/>
                  </a:moveTo>
                  <a:lnTo>
                    <a:pt x="14174" y="20249"/>
                  </a:lnTo>
                  <a:lnTo>
                    <a:pt x="14174" y="13500"/>
                  </a:lnTo>
                  <a:cubicBezTo>
                    <a:pt x="14174" y="13126"/>
                    <a:pt x="13872" y="12825"/>
                    <a:pt x="13499" y="12825"/>
                  </a:cubicBezTo>
                  <a:lnTo>
                    <a:pt x="8437" y="12825"/>
                  </a:lnTo>
                  <a:cubicBezTo>
                    <a:pt x="8064" y="12825"/>
                    <a:pt x="7762" y="13126"/>
                    <a:pt x="7762" y="13500"/>
                  </a:cubicBezTo>
                  <a:lnTo>
                    <a:pt x="7762" y="20249"/>
                  </a:lnTo>
                  <a:lnTo>
                    <a:pt x="3374" y="20249"/>
                  </a:lnTo>
                  <a:lnTo>
                    <a:pt x="3374" y="11475"/>
                  </a:lnTo>
                  <a:lnTo>
                    <a:pt x="18224" y="11475"/>
                  </a:lnTo>
                  <a:cubicBezTo>
                    <a:pt x="18224" y="11475"/>
                    <a:pt x="18224" y="20249"/>
                    <a:pt x="18224" y="20249"/>
                  </a:cubicBezTo>
                  <a:close/>
                  <a:moveTo>
                    <a:pt x="13499" y="20249"/>
                  </a:moveTo>
                  <a:lnTo>
                    <a:pt x="8437" y="20249"/>
                  </a:lnTo>
                  <a:lnTo>
                    <a:pt x="8437" y="13500"/>
                  </a:lnTo>
                  <a:lnTo>
                    <a:pt x="13499" y="13500"/>
                  </a:lnTo>
                  <a:cubicBezTo>
                    <a:pt x="13499" y="13500"/>
                    <a:pt x="13499" y="20249"/>
                    <a:pt x="13499" y="20249"/>
                  </a:cubicBezTo>
                  <a:close/>
                  <a:moveTo>
                    <a:pt x="1349" y="9450"/>
                  </a:moveTo>
                  <a:lnTo>
                    <a:pt x="1349" y="8774"/>
                  </a:lnTo>
                  <a:cubicBezTo>
                    <a:pt x="1349" y="8628"/>
                    <a:pt x="1397" y="8486"/>
                    <a:pt x="1485" y="8370"/>
                  </a:cubicBezTo>
                  <a:lnTo>
                    <a:pt x="3510" y="5670"/>
                  </a:lnTo>
                  <a:cubicBezTo>
                    <a:pt x="3637" y="5500"/>
                    <a:pt x="3837" y="5400"/>
                    <a:pt x="4049" y="5400"/>
                  </a:cubicBezTo>
                  <a:lnTo>
                    <a:pt x="5975" y="5400"/>
                  </a:lnTo>
                  <a:lnTo>
                    <a:pt x="3275" y="10124"/>
                  </a:lnTo>
                  <a:lnTo>
                    <a:pt x="2024" y="10124"/>
                  </a:lnTo>
                  <a:cubicBezTo>
                    <a:pt x="1652" y="10124"/>
                    <a:pt x="1349" y="9823"/>
                    <a:pt x="1349" y="9450"/>
                  </a:cubicBezTo>
                  <a:moveTo>
                    <a:pt x="13369" y="5400"/>
                  </a:moveTo>
                  <a:lnTo>
                    <a:pt x="14846" y="5400"/>
                  </a:lnTo>
                  <a:lnTo>
                    <a:pt x="17546" y="10124"/>
                  </a:lnTo>
                  <a:lnTo>
                    <a:pt x="14719" y="10124"/>
                  </a:lnTo>
                  <a:cubicBezTo>
                    <a:pt x="14719" y="10124"/>
                    <a:pt x="13369" y="5400"/>
                    <a:pt x="13369" y="5400"/>
                  </a:cubicBezTo>
                  <a:close/>
                  <a:moveTo>
                    <a:pt x="11137" y="5400"/>
                  </a:moveTo>
                  <a:lnTo>
                    <a:pt x="12666" y="5400"/>
                  </a:lnTo>
                  <a:lnTo>
                    <a:pt x="14016" y="10124"/>
                  </a:lnTo>
                  <a:lnTo>
                    <a:pt x="11137" y="10124"/>
                  </a:lnTo>
                  <a:cubicBezTo>
                    <a:pt x="11137" y="10124"/>
                    <a:pt x="11137" y="5400"/>
                    <a:pt x="11137" y="5400"/>
                  </a:cubicBezTo>
                  <a:close/>
                  <a:moveTo>
                    <a:pt x="8932" y="5400"/>
                  </a:moveTo>
                  <a:lnTo>
                    <a:pt x="10462" y="5400"/>
                  </a:lnTo>
                  <a:lnTo>
                    <a:pt x="10462" y="10124"/>
                  </a:lnTo>
                  <a:lnTo>
                    <a:pt x="7582" y="10124"/>
                  </a:lnTo>
                  <a:cubicBezTo>
                    <a:pt x="7582" y="10124"/>
                    <a:pt x="8932" y="5400"/>
                    <a:pt x="8932" y="5400"/>
                  </a:cubicBezTo>
                  <a:close/>
                  <a:moveTo>
                    <a:pt x="6880" y="10124"/>
                  </a:moveTo>
                  <a:lnTo>
                    <a:pt x="4052" y="10124"/>
                  </a:lnTo>
                  <a:lnTo>
                    <a:pt x="6752" y="5400"/>
                  </a:lnTo>
                  <a:lnTo>
                    <a:pt x="8230" y="5400"/>
                  </a:lnTo>
                  <a:cubicBezTo>
                    <a:pt x="8230" y="5400"/>
                    <a:pt x="6880" y="10124"/>
                    <a:pt x="6880" y="10124"/>
                  </a:cubicBezTo>
                  <a:close/>
                  <a:moveTo>
                    <a:pt x="17549" y="1350"/>
                  </a:moveTo>
                  <a:lnTo>
                    <a:pt x="17549" y="4050"/>
                  </a:lnTo>
                  <a:lnTo>
                    <a:pt x="4049" y="4050"/>
                  </a:lnTo>
                  <a:lnTo>
                    <a:pt x="4049" y="1350"/>
                  </a:lnTo>
                  <a:cubicBezTo>
                    <a:pt x="4049" y="1350"/>
                    <a:pt x="17549" y="1350"/>
                    <a:pt x="17549" y="1350"/>
                  </a:cubicBezTo>
                  <a:close/>
                  <a:moveTo>
                    <a:pt x="21194" y="7560"/>
                  </a:moveTo>
                  <a:lnTo>
                    <a:pt x="19170" y="4861"/>
                  </a:lnTo>
                  <a:cubicBezTo>
                    <a:pt x="19091" y="4755"/>
                    <a:pt x="18997" y="4663"/>
                    <a:pt x="18899" y="4576"/>
                  </a:cubicBezTo>
                  <a:lnTo>
                    <a:pt x="18899" y="1350"/>
                  </a:lnTo>
                  <a:cubicBezTo>
                    <a:pt x="18899" y="605"/>
                    <a:pt x="18295" y="0"/>
                    <a:pt x="17549" y="0"/>
                  </a:cubicBezTo>
                  <a:lnTo>
                    <a:pt x="4049" y="0"/>
                  </a:lnTo>
                  <a:cubicBezTo>
                    <a:pt x="3304" y="0"/>
                    <a:pt x="2699" y="605"/>
                    <a:pt x="2699" y="1350"/>
                  </a:cubicBezTo>
                  <a:lnTo>
                    <a:pt x="2699" y="4576"/>
                  </a:lnTo>
                  <a:cubicBezTo>
                    <a:pt x="2602" y="4663"/>
                    <a:pt x="2508" y="4754"/>
                    <a:pt x="2430" y="4860"/>
                  </a:cubicBezTo>
                  <a:lnTo>
                    <a:pt x="406" y="7559"/>
                  </a:lnTo>
                  <a:cubicBezTo>
                    <a:pt x="143" y="7907"/>
                    <a:pt x="0" y="8338"/>
                    <a:pt x="0" y="8774"/>
                  </a:cubicBezTo>
                  <a:lnTo>
                    <a:pt x="0" y="9450"/>
                  </a:lnTo>
                  <a:cubicBezTo>
                    <a:pt x="0" y="10566"/>
                    <a:pt x="908" y="11475"/>
                    <a:pt x="2024" y="11475"/>
                  </a:cubicBezTo>
                  <a:lnTo>
                    <a:pt x="2024" y="20249"/>
                  </a:lnTo>
                  <a:cubicBezTo>
                    <a:pt x="2024" y="20994"/>
                    <a:pt x="2629" y="21599"/>
                    <a:pt x="3374" y="21599"/>
                  </a:cubicBezTo>
                  <a:lnTo>
                    <a:pt x="18224" y="21599"/>
                  </a:lnTo>
                  <a:cubicBezTo>
                    <a:pt x="18970" y="21599"/>
                    <a:pt x="19575" y="20994"/>
                    <a:pt x="19575" y="20249"/>
                  </a:cubicBezTo>
                  <a:lnTo>
                    <a:pt x="19575" y="11475"/>
                  </a:lnTo>
                  <a:cubicBezTo>
                    <a:pt x="20691" y="11475"/>
                    <a:pt x="21600" y="10566"/>
                    <a:pt x="21600" y="9450"/>
                  </a:cubicBezTo>
                  <a:lnTo>
                    <a:pt x="21600" y="8774"/>
                  </a:lnTo>
                  <a:cubicBezTo>
                    <a:pt x="21600" y="8338"/>
                    <a:pt x="21456" y="7907"/>
                    <a:pt x="21194" y="7560"/>
                  </a:cubicBezTo>
                </a:path>
              </a:pathLst>
            </a:custGeom>
            <a:solidFill>
              <a:schemeClr val="bg1"/>
            </a:solid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grpSp>
      <p:cxnSp>
        <p:nvCxnSpPr>
          <p:cNvPr id="48" name="直接连接符 47"/>
          <p:cNvCxnSpPr/>
          <p:nvPr/>
        </p:nvCxnSpPr>
        <p:spPr>
          <a:xfrm>
            <a:off x="4543166" y="2109184"/>
            <a:ext cx="1097197"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64" name="文本框 63"/>
          <p:cNvSpPr txBox="1"/>
          <p:nvPr/>
        </p:nvSpPr>
        <p:spPr>
          <a:xfrm>
            <a:off x="4468668" y="1747821"/>
            <a:ext cx="1313007" cy="307777"/>
          </a:xfrm>
          <a:prstGeom prst="rect">
            <a:avLst/>
          </a:prstGeom>
          <a:noFill/>
        </p:spPr>
        <p:txBody>
          <a:bodyPr wrap="square" rtlCol="0">
            <a:spAutoFit/>
          </a:bodyPr>
          <a:lstStyle/>
          <a:p>
            <a:pPr algn="ctr"/>
            <a:r>
              <a:rPr lang="zh-CN" altLang="en-US" sz="1400" b="1" dirty="0">
                <a:solidFill>
                  <a:schemeClr val="accent1"/>
                </a:solidFill>
                <a:latin typeface="微软雅黑" panose="020B0503020204020204" pitchFamily="34" charset="-122"/>
                <a:ea typeface="微软雅黑" panose="020B0503020204020204" pitchFamily="34" charset="-122"/>
              </a:rPr>
              <a:t>输入应用标题</a:t>
            </a:r>
            <a:endParaRPr lang="zh-CN" altLang="en-US" sz="1400" b="1" dirty="0">
              <a:solidFill>
                <a:schemeClr val="accent1"/>
              </a:solidFill>
              <a:latin typeface="微软雅黑" panose="020B0503020204020204" pitchFamily="34" charset="-122"/>
              <a:ea typeface="微软雅黑" panose="020B0503020204020204" pitchFamily="34" charset="-122"/>
            </a:endParaRPr>
          </a:p>
        </p:txBody>
      </p:sp>
      <p:sp>
        <p:nvSpPr>
          <p:cNvPr id="66" name="圆角矩形 25" descr="e7d195523061f1c09e9d68d7cf438b91ef959ecb14fc25d26BBA7F7DBC18E55DFF4014AF651F0BF2569D4B6C1DA7F1A4683A481403BD872FC687266AD13265C1DE7C373772FD8728ABDD69ADD03BFF5BE2862BC891DBB79EEA6ABFDA2705539C423D9E6A869863D43AC2EBED1DD1EB162B64448B75509C01D19FA967F443D1B5FCE830C8A5DF52D02B41DCFFF314BA0C"/>
          <p:cNvSpPr/>
          <p:nvPr/>
        </p:nvSpPr>
        <p:spPr>
          <a:xfrm>
            <a:off x="8319940" y="1695546"/>
            <a:ext cx="3252887" cy="1792164"/>
          </a:xfrm>
          <a:prstGeom prst="round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矩形 66"/>
          <p:cNvSpPr/>
          <p:nvPr/>
        </p:nvSpPr>
        <p:spPr>
          <a:xfrm>
            <a:off x="8628393" y="2270705"/>
            <a:ext cx="2815816" cy="1015663"/>
          </a:xfrm>
          <a:prstGeom prst="rect">
            <a:avLst/>
          </a:prstGeom>
        </p:spPr>
        <p:txBody>
          <a:bodyPr wrap="square">
            <a:spAutoFit/>
          </a:bodyPr>
          <a:lstStyle/>
          <a:p>
            <a:r>
              <a:rPr lang="zh-CN" altLang="en-US" sz="1200" dirty="0">
                <a:solidFill>
                  <a:schemeClr val="tx1">
                    <a:lumMod val="85000"/>
                    <a:lumOff val="15000"/>
                  </a:schemeClr>
                </a:solidFill>
                <a:latin typeface="微软雅黑" panose="020B0503020204020204" pitchFamily="34" charset="-122"/>
                <a:ea typeface="微软雅黑" panose="020B0503020204020204" pitchFamily="34" charset="-122"/>
              </a:rPr>
              <a:t>这里输入正文内容这里输入正文内容这里输入正文内容这里输入正文内容这里输入正文内容这里输入正文内容这里输入正文内容这里输入正文内容这里输入正文内容</a:t>
            </a:r>
            <a:endParaRPr lang="zh-CN" altLang="en-US" sz="12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68" name="直接连接符 67"/>
          <p:cNvCxnSpPr/>
          <p:nvPr/>
        </p:nvCxnSpPr>
        <p:spPr>
          <a:xfrm>
            <a:off x="8991044" y="2109184"/>
            <a:ext cx="1097197"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69" name="文本框 68"/>
          <p:cNvSpPr txBox="1"/>
          <p:nvPr/>
        </p:nvSpPr>
        <p:spPr>
          <a:xfrm>
            <a:off x="8916546" y="1747821"/>
            <a:ext cx="1313007" cy="307777"/>
          </a:xfrm>
          <a:prstGeom prst="rect">
            <a:avLst/>
          </a:prstGeom>
          <a:noFill/>
        </p:spPr>
        <p:txBody>
          <a:bodyPr wrap="square" rtlCol="0">
            <a:spAutoFit/>
          </a:bodyPr>
          <a:lstStyle/>
          <a:p>
            <a:pPr algn="ctr"/>
            <a:r>
              <a:rPr lang="zh-CN" altLang="en-US" sz="1400" b="1" dirty="0">
                <a:solidFill>
                  <a:schemeClr val="accent1"/>
                </a:solidFill>
                <a:latin typeface="微软雅黑" panose="020B0503020204020204" pitchFamily="34" charset="-122"/>
                <a:ea typeface="微软雅黑" panose="020B0503020204020204" pitchFamily="34" charset="-122"/>
              </a:rPr>
              <a:t>输入应用标题</a:t>
            </a:r>
            <a:endParaRPr lang="zh-CN" altLang="en-US" sz="1400" b="1" dirty="0">
              <a:solidFill>
                <a:schemeClr val="accent1"/>
              </a:solidFill>
              <a:latin typeface="微软雅黑" panose="020B0503020204020204" pitchFamily="34" charset="-122"/>
              <a:ea typeface="微软雅黑" panose="020B0503020204020204" pitchFamily="34" charset="-122"/>
            </a:endParaRPr>
          </a:p>
        </p:txBody>
      </p:sp>
      <p:sp>
        <p:nvSpPr>
          <p:cNvPr id="70" name="圆角矩形 25" descr="e7d195523061f1c09e9d68d7cf438b91ef959ecb14fc25d26BBA7F7DBC18E55DFF4014AF651F0BF2569D4B6C1DA7F1A4683A481403BD872FC687266AD13265C1DE7C373772FD8728ABDD69ADD03BFF5BE2862BC891DBB79EEA6ABFDA2705539C423D9E6A869863D43AC2EBED1DD1EB162B64448B75509C01D19FA967F443D1B5FCE830C8A5DF52D02B41DCFFF314BA0C"/>
          <p:cNvSpPr/>
          <p:nvPr/>
        </p:nvSpPr>
        <p:spPr>
          <a:xfrm>
            <a:off x="3872062" y="4393880"/>
            <a:ext cx="3252887" cy="1792164"/>
          </a:xfrm>
          <a:prstGeom prst="round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矩形 70"/>
          <p:cNvSpPr/>
          <p:nvPr/>
        </p:nvSpPr>
        <p:spPr>
          <a:xfrm>
            <a:off x="4180515" y="4969039"/>
            <a:ext cx="2815816" cy="1015663"/>
          </a:xfrm>
          <a:prstGeom prst="rect">
            <a:avLst/>
          </a:prstGeom>
        </p:spPr>
        <p:txBody>
          <a:bodyPr wrap="square">
            <a:spAutoFit/>
          </a:bodyPr>
          <a:lstStyle/>
          <a:p>
            <a:r>
              <a:rPr lang="zh-CN" altLang="en-US" sz="1200" dirty="0">
                <a:solidFill>
                  <a:schemeClr val="tx1">
                    <a:lumMod val="85000"/>
                    <a:lumOff val="15000"/>
                  </a:schemeClr>
                </a:solidFill>
                <a:latin typeface="微软雅黑" panose="020B0503020204020204" pitchFamily="34" charset="-122"/>
                <a:ea typeface="微软雅黑" panose="020B0503020204020204" pitchFamily="34" charset="-122"/>
              </a:rPr>
              <a:t>这里输入正文内容这里输入正文内容这里输入正文内容这里输入正文内容这里输入正文内容这里输入正文内容这里输入正文内容这里输入正文内容这里输入正文内容</a:t>
            </a:r>
            <a:endParaRPr lang="zh-CN" altLang="en-US" sz="12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72" name="直接连接符 71"/>
          <p:cNvCxnSpPr/>
          <p:nvPr/>
        </p:nvCxnSpPr>
        <p:spPr>
          <a:xfrm>
            <a:off x="4543166" y="4807518"/>
            <a:ext cx="1097197"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73" name="文本框 72"/>
          <p:cNvSpPr txBox="1"/>
          <p:nvPr/>
        </p:nvSpPr>
        <p:spPr>
          <a:xfrm>
            <a:off x="4468668" y="4446155"/>
            <a:ext cx="1313007" cy="307777"/>
          </a:xfrm>
          <a:prstGeom prst="rect">
            <a:avLst/>
          </a:prstGeom>
          <a:noFill/>
        </p:spPr>
        <p:txBody>
          <a:bodyPr wrap="square" rtlCol="0">
            <a:spAutoFit/>
          </a:bodyPr>
          <a:lstStyle/>
          <a:p>
            <a:pPr algn="ctr"/>
            <a:r>
              <a:rPr lang="zh-CN" altLang="en-US" sz="1400" b="1" dirty="0">
                <a:solidFill>
                  <a:schemeClr val="accent1"/>
                </a:solidFill>
                <a:latin typeface="微软雅黑" panose="020B0503020204020204" pitchFamily="34" charset="-122"/>
                <a:ea typeface="微软雅黑" panose="020B0503020204020204" pitchFamily="34" charset="-122"/>
              </a:rPr>
              <a:t>输入应用标题</a:t>
            </a:r>
            <a:endParaRPr lang="zh-CN" altLang="en-US" sz="1400" b="1" dirty="0">
              <a:solidFill>
                <a:schemeClr val="accent1"/>
              </a:solidFill>
              <a:latin typeface="微软雅黑" panose="020B0503020204020204" pitchFamily="34" charset="-122"/>
              <a:ea typeface="微软雅黑" panose="020B0503020204020204" pitchFamily="34" charset="-122"/>
            </a:endParaRPr>
          </a:p>
        </p:txBody>
      </p:sp>
      <p:sp>
        <p:nvSpPr>
          <p:cNvPr id="74" name="圆角矩形 25" descr="e7d195523061f1c09e9d68d7cf438b91ef959ecb14fc25d26BBA7F7DBC18E55DFF4014AF651F0BF2569D4B6C1DA7F1A4683A481403BD872FC687266AD13265C1DE7C373772FD8728ABDD69ADD03BFF5BE2862BC891DBB79EEA6ABFDA2705539C423D9E6A869863D43AC2EBED1DD1EB162B64448B75509C01D19FA967F443D1B5FCE830C8A5DF52D02B41DCFFF314BA0C"/>
          <p:cNvSpPr/>
          <p:nvPr/>
        </p:nvSpPr>
        <p:spPr>
          <a:xfrm>
            <a:off x="8319940" y="4375447"/>
            <a:ext cx="3252887" cy="1792164"/>
          </a:xfrm>
          <a:prstGeom prst="round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矩形 74"/>
          <p:cNvSpPr/>
          <p:nvPr/>
        </p:nvSpPr>
        <p:spPr>
          <a:xfrm>
            <a:off x="8628393" y="4950606"/>
            <a:ext cx="2815816" cy="1015663"/>
          </a:xfrm>
          <a:prstGeom prst="rect">
            <a:avLst/>
          </a:prstGeom>
        </p:spPr>
        <p:txBody>
          <a:bodyPr wrap="square">
            <a:spAutoFit/>
          </a:bodyPr>
          <a:lstStyle/>
          <a:p>
            <a:r>
              <a:rPr lang="zh-CN" altLang="en-US" sz="1200" dirty="0">
                <a:solidFill>
                  <a:schemeClr val="tx1">
                    <a:lumMod val="85000"/>
                    <a:lumOff val="15000"/>
                  </a:schemeClr>
                </a:solidFill>
                <a:latin typeface="微软雅黑" panose="020B0503020204020204" pitchFamily="34" charset="-122"/>
                <a:ea typeface="微软雅黑" panose="020B0503020204020204" pitchFamily="34" charset="-122"/>
              </a:rPr>
              <a:t>这里输入正文内容这里输入正文内容这里输入正文内容这里输入正文内容这里输入正文内容这里输入正文内容这里输入正文内容这里输入正文内容这里输入正文内容</a:t>
            </a:r>
            <a:endParaRPr lang="zh-CN" altLang="en-US" sz="12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77" name="直接连接符 76"/>
          <p:cNvCxnSpPr/>
          <p:nvPr/>
        </p:nvCxnSpPr>
        <p:spPr>
          <a:xfrm>
            <a:off x="8991044" y="4789085"/>
            <a:ext cx="1097197"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86" name="文本框 85"/>
          <p:cNvSpPr txBox="1"/>
          <p:nvPr/>
        </p:nvSpPr>
        <p:spPr>
          <a:xfrm>
            <a:off x="8916546" y="4427722"/>
            <a:ext cx="1313007" cy="307777"/>
          </a:xfrm>
          <a:prstGeom prst="rect">
            <a:avLst/>
          </a:prstGeom>
          <a:noFill/>
        </p:spPr>
        <p:txBody>
          <a:bodyPr wrap="square" rtlCol="0">
            <a:spAutoFit/>
          </a:bodyPr>
          <a:lstStyle/>
          <a:p>
            <a:pPr algn="ctr"/>
            <a:r>
              <a:rPr lang="zh-CN" altLang="en-US" sz="1400" b="1" dirty="0">
                <a:solidFill>
                  <a:schemeClr val="accent1"/>
                </a:solidFill>
                <a:latin typeface="微软雅黑" panose="020B0503020204020204" pitchFamily="34" charset="-122"/>
                <a:ea typeface="微软雅黑" panose="020B0503020204020204" pitchFamily="34" charset="-122"/>
              </a:rPr>
              <a:t>输入应用标题</a:t>
            </a:r>
            <a:endParaRPr lang="zh-CN" altLang="en-US" sz="1400" b="1" dirty="0">
              <a:solidFill>
                <a:schemeClr val="accent1"/>
              </a:solidFill>
              <a:latin typeface="微软雅黑" panose="020B0503020204020204" pitchFamily="34" charset="-122"/>
              <a:ea typeface="微软雅黑" panose="020B0503020204020204" pitchFamily="34" charset="-122"/>
            </a:endParaRPr>
          </a:p>
        </p:txBody>
      </p:sp>
      <p:grpSp>
        <p:nvGrpSpPr>
          <p:cNvPr id="52" name="组合 51"/>
          <p:cNvGrpSpPr/>
          <p:nvPr/>
        </p:nvGrpSpPr>
        <p:grpSpPr>
          <a:xfrm>
            <a:off x="3426203" y="3924762"/>
            <a:ext cx="889940" cy="889940"/>
            <a:chOff x="3617234" y="3978426"/>
            <a:chExt cx="889940" cy="889940"/>
          </a:xfrm>
        </p:grpSpPr>
        <p:sp>
          <p:nvSpPr>
            <p:cNvPr id="36" name="椭圆 35" descr="e7d195523061f1c09e9d68d7cf438b91ef959ecb14fc25d26BBA7F7DBC18E55DFF4014AF651F0BF2569D4B6C1DA7F1A4683A481403BD872FC687266AD13265C1DE7C373772FD8728ABDD69ADD03BFF5BE2862BC891DBB79EEA6ABFDA2705539C423D9E6A869863D43AC2EBED1DD1EB162B64448B75509C01D19FA967F443D1B5FCE830C8A5DF52D02B41DCFFF314BA0C"/>
            <p:cNvSpPr/>
            <p:nvPr/>
          </p:nvSpPr>
          <p:spPr>
            <a:xfrm>
              <a:off x="3617234" y="3978426"/>
              <a:ext cx="889940" cy="889940"/>
            </a:xfrm>
            <a:prstGeom prst="ellipse">
              <a:avLst/>
            </a:prstGeom>
            <a:gradFill>
              <a:gsLst>
                <a:gs pos="100000">
                  <a:schemeClr val="accent1">
                    <a:lumMod val="75000"/>
                  </a:schemeClr>
                </a:gs>
                <a:gs pos="0">
                  <a:schemeClr val="accent1"/>
                </a:gs>
              </a:gsLst>
              <a:path path="circle">
                <a:fillToRect l="50000" t="50000" r="50000" b="50000"/>
              </a:path>
            </a:gradFill>
            <a:ln>
              <a:noFill/>
            </a:ln>
            <a:effectLst>
              <a:outerShdw blurRad="254000" dist="1016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AutoShape 4"/>
            <p:cNvSpPr/>
            <p:nvPr/>
          </p:nvSpPr>
          <p:spPr bwMode="auto">
            <a:xfrm>
              <a:off x="3888373" y="4259103"/>
              <a:ext cx="347663" cy="34925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7428" y="17466"/>
                  </a:moveTo>
                  <a:cubicBezTo>
                    <a:pt x="16669" y="16923"/>
                    <a:pt x="15846" y="16465"/>
                    <a:pt x="14963" y="16121"/>
                  </a:cubicBezTo>
                  <a:cubicBezTo>
                    <a:pt x="15595" y="14609"/>
                    <a:pt x="15967" y="12928"/>
                    <a:pt x="16010" y="11148"/>
                  </a:cubicBezTo>
                  <a:lnTo>
                    <a:pt x="20188" y="11148"/>
                  </a:lnTo>
                  <a:cubicBezTo>
                    <a:pt x="20097" y="13612"/>
                    <a:pt x="19065" y="15838"/>
                    <a:pt x="17428" y="17466"/>
                  </a:cubicBezTo>
                  <a:moveTo>
                    <a:pt x="1411" y="11148"/>
                  </a:moveTo>
                  <a:lnTo>
                    <a:pt x="5589" y="11148"/>
                  </a:lnTo>
                  <a:cubicBezTo>
                    <a:pt x="5632" y="12928"/>
                    <a:pt x="6004" y="14609"/>
                    <a:pt x="6636" y="16121"/>
                  </a:cubicBezTo>
                  <a:cubicBezTo>
                    <a:pt x="5753" y="16465"/>
                    <a:pt x="4931" y="16923"/>
                    <a:pt x="4171" y="17466"/>
                  </a:cubicBezTo>
                  <a:cubicBezTo>
                    <a:pt x="2534" y="15838"/>
                    <a:pt x="1502" y="13612"/>
                    <a:pt x="1411" y="11148"/>
                  </a:cubicBezTo>
                  <a:moveTo>
                    <a:pt x="3785" y="4553"/>
                  </a:moveTo>
                  <a:cubicBezTo>
                    <a:pt x="4579" y="5170"/>
                    <a:pt x="5448" y="5691"/>
                    <a:pt x="6388" y="6084"/>
                  </a:cubicBezTo>
                  <a:cubicBezTo>
                    <a:pt x="5901" y="7433"/>
                    <a:pt x="5627" y="8908"/>
                    <a:pt x="5589" y="10451"/>
                  </a:cubicBezTo>
                  <a:lnTo>
                    <a:pt x="1411" y="10451"/>
                  </a:lnTo>
                  <a:cubicBezTo>
                    <a:pt x="1494" y="8190"/>
                    <a:pt x="2376" y="6135"/>
                    <a:pt x="3785" y="4553"/>
                  </a:cubicBezTo>
                  <a:moveTo>
                    <a:pt x="11148" y="10451"/>
                  </a:moveTo>
                  <a:lnTo>
                    <a:pt x="11148" y="6950"/>
                  </a:lnTo>
                  <a:cubicBezTo>
                    <a:pt x="12339" y="6913"/>
                    <a:pt x="13484" y="6696"/>
                    <a:pt x="14558" y="6324"/>
                  </a:cubicBezTo>
                  <a:cubicBezTo>
                    <a:pt x="15018" y="7598"/>
                    <a:pt x="15276" y="8992"/>
                    <a:pt x="15314" y="10451"/>
                  </a:cubicBezTo>
                  <a:cubicBezTo>
                    <a:pt x="15314" y="10451"/>
                    <a:pt x="11148" y="10451"/>
                    <a:pt x="11148" y="10451"/>
                  </a:cubicBezTo>
                  <a:close/>
                  <a:moveTo>
                    <a:pt x="14311" y="15882"/>
                  </a:moveTo>
                  <a:cubicBezTo>
                    <a:pt x="13309" y="15559"/>
                    <a:pt x="12247" y="15380"/>
                    <a:pt x="11148" y="15346"/>
                  </a:cubicBezTo>
                  <a:lnTo>
                    <a:pt x="11148" y="11148"/>
                  </a:lnTo>
                  <a:lnTo>
                    <a:pt x="15314" y="11148"/>
                  </a:lnTo>
                  <a:cubicBezTo>
                    <a:pt x="15270" y="12844"/>
                    <a:pt x="14914" y="14445"/>
                    <a:pt x="14311" y="15882"/>
                  </a:cubicBezTo>
                  <a:moveTo>
                    <a:pt x="14683" y="16757"/>
                  </a:moveTo>
                  <a:cubicBezTo>
                    <a:pt x="15476" y="17063"/>
                    <a:pt x="16218" y="17466"/>
                    <a:pt x="16904" y="17941"/>
                  </a:cubicBezTo>
                  <a:cubicBezTo>
                    <a:pt x="15632" y="19031"/>
                    <a:pt x="14067" y="19781"/>
                    <a:pt x="12344" y="20068"/>
                  </a:cubicBezTo>
                  <a:cubicBezTo>
                    <a:pt x="13280" y="19136"/>
                    <a:pt x="14076" y="18017"/>
                    <a:pt x="14683" y="16757"/>
                  </a:cubicBezTo>
                  <a:moveTo>
                    <a:pt x="11148" y="20188"/>
                  </a:moveTo>
                  <a:lnTo>
                    <a:pt x="11148" y="16043"/>
                  </a:lnTo>
                  <a:cubicBezTo>
                    <a:pt x="12146" y="16075"/>
                    <a:pt x="13113" y="16231"/>
                    <a:pt x="14025" y="16516"/>
                  </a:cubicBezTo>
                  <a:cubicBezTo>
                    <a:pt x="13314" y="17970"/>
                    <a:pt x="12343" y="19223"/>
                    <a:pt x="11185" y="20186"/>
                  </a:cubicBezTo>
                  <a:cubicBezTo>
                    <a:pt x="11185" y="20186"/>
                    <a:pt x="11148" y="20188"/>
                    <a:pt x="11148" y="20188"/>
                  </a:cubicBezTo>
                  <a:close/>
                  <a:moveTo>
                    <a:pt x="9255" y="20068"/>
                  </a:moveTo>
                  <a:cubicBezTo>
                    <a:pt x="7532" y="19781"/>
                    <a:pt x="5967" y="19031"/>
                    <a:pt x="4695" y="17941"/>
                  </a:cubicBezTo>
                  <a:cubicBezTo>
                    <a:pt x="5381" y="17466"/>
                    <a:pt x="6123" y="17063"/>
                    <a:pt x="6916" y="16757"/>
                  </a:cubicBezTo>
                  <a:cubicBezTo>
                    <a:pt x="7523" y="18017"/>
                    <a:pt x="8319" y="19136"/>
                    <a:pt x="9255" y="20068"/>
                  </a:cubicBezTo>
                  <a:moveTo>
                    <a:pt x="10451" y="11148"/>
                  </a:moveTo>
                  <a:lnTo>
                    <a:pt x="10451" y="15346"/>
                  </a:lnTo>
                  <a:cubicBezTo>
                    <a:pt x="9352" y="15380"/>
                    <a:pt x="8290" y="15559"/>
                    <a:pt x="7288" y="15882"/>
                  </a:cubicBezTo>
                  <a:cubicBezTo>
                    <a:pt x="6685" y="14445"/>
                    <a:pt x="6329" y="12844"/>
                    <a:pt x="6285" y="11148"/>
                  </a:cubicBezTo>
                  <a:cubicBezTo>
                    <a:pt x="6285" y="11148"/>
                    <a:pt x="10451" y="11148"/>
                    <a:pt x="10451" y="11148"/>
                  </a:cubicBezTo>
                  <a:close/>
                  <a:moveTo>
                    <a:pt x="7041" y="6324"/>
                  </a:moveTo>
                  <a:cubicBezTo>
                    <a:pt x="8115" y="6696"/>
                    <a:pt x="9260" y="6913"/>
                    <a:pt x="10451" y="6950"/>
                  </a:cubicBezTo>
                  <a:lnTo>
                    <a:pt x="10451" y="10451"/>
                  </a:lnTo>
                  <a:lnTo>
                    <a:pt x="6285" y="10451"/>
                  </a:lnTo>
                  <a:cubicBezTo>
                    <a:pt x="6324" y="8992"/>
                    <a:pt x="6581" y="7598"/>
                    <a:pt x="7041" y="6324"/>
                  </a:cubicBezTo>
                  <a:moveTo>
                    <a:pt x="6651" y="5442"/>
                  </a:moveTo>
                  <a:cubicBezTo>
                    <a:pt x="5790" y="5084"/>
                    <a:pt x="4993" y="4609"/>
                    <a:pt x="4263" y="4050"/>
                  </a:cubicBezTo>
                  <a:cubicBezTo>
                    <a:pt x="5606" y="2749"/>
                    <a:pt x="7332" y="1851"/>
                    <a:pt x="9255" y="1531"/>
                  </a:cubicBezTo>
                  <a:cubicBezTo>
                    <a:pt x="8175" y="2610"/>
                    <a:pt x="7286" y="3939"/>
                    <a:pt x="6651" y="5442"/>
                  </a:cubicBezTo>
                  <a:moveTo>
                    <a:pt x="10451" y="1411"/>
                  </a:moveTo>
                  <a:lnTo>
                    <a:pt x="10451" y="6253"/>
                  </a:lnTo>
                  <a:cubicBezTo>
                    <a:pt x="9352" y="6217"/>
                    <a:pt x="8296" y="6021"/>
                    <a:pt x="7303" y="5681"/>
                  </a:cubicBezTo>
                  <a:cubicBezTo>
                    <a:pt x="8029" y="3972"/>
                    <a:pt x="9101" y="2507"/>
                    <a:pt x="10415" y="1413"/>
                  </a:cubicBezTo>
                  <a:cubicBezTo>
                    <a:pt x="10427" y="1412"/>
                    <a:pt x="10439" y="1411"/>
                    <a:pt x="10451" y="1411"/>
                  </a:cubicBezTo>
                  <a:moveTo>
                    <a:pt x="12344" y="1531"/>
                  </a:moveTo>
                  <a:cubicBezTo>
                    <a:pt x="14267" y="1851"/>
                    <a:pt x="15993" y="2749"/>
                    <a:pt x="17336" y="4050"/>
                  </a:cubicBezTo>
                  <a:cubicBezTo>
                    <a:pt x="16606" y="4609"/>
                    <a:pt x="15809" y="5084"/>
                    <a:pt x="14948" y="5442"/>
                  </a:cubicBezTo>
                  <a:cubicBezTo>
                    <a:pt x="14313" y="3939"/>
                    <a:pt x="13424" y="2610"/>
                    <a:pt x="12344" y="1531"/>
                  </a:cubicBezTo>
                  <a:moveTo>
                    <a:pt x="11184" y="1413"/>
                  </a:moveTo>
                  <a:cubicBezTo>
                    <a:pt x="12498" y="2507"/>
                    <a:pt x="13570" y="3972"/>
                    <a:pt x="14296" y="5681"/>
                  </a:cubicBezTo>
                  <a:cubicBezTo>
                    <a:pt x="13303" y="6021"/>
                    <a:pt x="12247" y="6217"/>
                    <a:pt x="11148" y="6253"/>
                  </a:cubicBezTo>
                  <a:lnTo>
                    <a:pt x="11148" y="1411"/>
                  </a:lnTo>
                  <a:cubicBezTo>
                    <a:pt x="11160" y="1411"/>
                    <a:pt x="11172" y="1412"/>
                    <a:pt x="11184" y="1413"/>
                  </a:cubicBezTo>
                  <a:moveTo>
                    <a:pt x="10414" y="20186"/>
                  </a:moveTo>
                  <a:cubicBezTo>
                    <a:pt x="9256" y="19223"/>
                    <a:pt x="8285" y="17970"/>
                    <a:pt x="7574" y="16516"/>
                  </a:cubicBezTo>
                  <a:cubicBezTo>
                    <a:pt x="8486" y="16231"/>
                    <a:pt x="9453" y="16075"/>
                    <a:pt x="10451" y="16043"/>
                  </a:cubicBezTo>
                  <a:lnTo>
                    <a:pt x="10451" y="20188"/>
                  </a:lnTo>
                  <a:cubicBezTo>
                    <a:pt x="10451" y="20188"/>
                    <a:pt x="10414" y="20186"/>
                    <a:pt x="10414" y="20186"/>
                  </a:cubicBezTo>
                  <a:close/>
                  <a:moveTo>
                    <a:pt x="20188" y="10451"/>
                  </a:moveTo>
                  <a:lnTo>
                    <a:pt x="16010" y="10451"/>
                  </a:lnTo>
                  <a:cubicBezTo>
                    <a:pt x="15972" y="8908"/>
                    <a:pt x="15698" y="7433"/>
                    <a:pt x="15211" y="6084"/>
                  </a:cubicBezTo>
                  <a:cubicBezTo>
                    <a:pt x="16151" y="5691"/>
                    <a:pt x="17020" y="5170"/>
                    <a:pt x="17814" y="4553"/>
                  </a:cubicBezTo>
                  <a:cubicBezTo>
                    <a:pt x="19223" y="6135"/>
                    <a:pt x="20105" y="8190"/>
                    <a:pt x="20188" y="10451"/>
                  </a:cubicBezTo>
                  <a:moveTo>
                    <a:pt x="10800" y="0"/>
                  </a:moveTo>
                  <a:cubicBezTo>
                    <a:pt x="4835" y="0"/>
                    <a:pt x="0" y="4835"/>
                    <a:pt x="0" y="10800"/>
                  </a:cubicBezTo>
                  <a:cubicBezTo>
                    <a:pt x="0" y="16764"/>
                    <a:pt x="4835" y="21600"/>
                    <a:pt x="10800" y="21600"/>
                  </a:cubicBezTo>
                  <a:cubicBezTo>
                    <a:pt x="16764" y="21600"/>
                    <a:pt x="21600" y="16764"/>
                    <a:pt x="21600" y="10800"/>
                  </a:cubicBezTo>
                  <a:cubicBezTo>
                    <a:pt x="21600" y="4835"/>
                    <a:pt x="16764" y="0"/>
                    <a:pt x="10800" y="0"/>
                  </a:cubicBezTo>
                </a:path>
              </a:pathLst>
            </a:custGeom>
            <a:solidFill>
              <a:schemeClr val="bg1"/>
            </a:solid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grpSp>
      <p:grpSp>
        <p:nvGrpSpPr>
          <p:cNvPr id="53" name="组合 52"/>
          <p:cNvGrpSpPr/>
          <p:nvPr/>
        </p:nvGrpSpPr>
        <p:grpSpPr>
          <a:xfrm>
            <a:off x="7874081" y="3899145"/>
            <a:ext cx="889940" cy="889940"/>
            <a:chOff x="7881324" y="3978426"/>
            <a:chExt cx="889940" cy="889940"/>
          </a:xfrm>
        </p:grpSpPr>
        <p:sp>
          <p:nvSpPr>
            <p:cNvPr id="43" name="椭圆 42" descr="e7d195523061f1c09e9d68d7cf438b91ef959ecb14fc25d26BBA7F7DBC18E55DFF4014AF651F0BF2569D4B6C1DA7F1A4683A481403BD872FC687266AD13265C1DE7C373772FD8728ABDD69ADD03BFF5BE2862BC891DBB79EEA6ABFDA2705539C423D9E6A869863D43AC2EBED1DD1EB162B64448B75509C01D19FA967F443D1B5FCE830C8A5DF52D02B41DCFFF314BA0C"/>
            <p:cNvSpPr/>
            <p:nvPr/>
          </p:nvSpPr>
          <p:spPr>
            <a:xfrm>
              <a:off x="7881324" y="3978426"/>
              <a:ext cx="889940" cy="889940"/>
            </a:xfrm>
            <a:prstGeom prst="ellipse">
              <a:avLst/>
            </a:prstGeom>
            <a:gradFill>
              <a:gsLst>
                <a:gs pos="100000">
                  <a:schemeClr val="accent1">
                    <a:lumMod val="75000"/>
                  </a:schemeClr>
                </a:gs>
                <a:gs pos="0">
                  <a:schemeClr val="accent1"/>
                </a:gs>
              </a:gsLst>
              <a:path path="circle">
                <a:fillToRect l="50000" t="50000" r="50000" b="50000"/>
              </a:path>
            </a:gradFill>
            <a:ln>
              <a:noFill/>
            </a:ln>
            <a:effectLst>
              <a:outerShdw blurRad="254000" dist="1016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4" name="Group 112"/>
            <p:cNvGrpSpPr/>
            <p:nvPr/>
          </p:nvGrpSpPr>
          <p:grpSpPr>
            <a:xfrm>
              <a:off x="8146405" y="4254865"/>
              <a:ext cx="359779" cy="337063"/>
              <a:chOff x="5368132" y="3540125"/>
              <a:chExt cx="465138" cy="435769"/>
            </a:xfrm>
            <a:solidFill>
              <a:schemeClr val="bg1"/>
            </a:solidFill>
          </p:grpSpPr>
          <p:sp>
            <p:nvSpPr>
              <p:cNvPr id="45" name="AutoShape 110"/>
              <p:cNvSpPr/>
              <p:nvPr/>
            </p:nvSpPr>
            <p:spPr bwMode="auto">
              <a:xfrm>
                <a:off x="5426869" y="3598069"/>
                <a:ext cx="347663" cy="2325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699" y="20255"/>
                    </a:moveTo>
                    <a:lnTo>
                      <a:pt x="899" y="20255"/>
                    </a:lnTo>
                    <a:lnTo>
                      <a:pt x="899" y="1350"/>
                    </a:lnTo>
                    <a:lnTo>
                      <a:pt x="20699" y="1350"/>
                    </a:lnTo>
                    <a:cubicBezTo>
                      <a:pt x="20699" y="1350"/>
                      <a:pt x="20699" y="20255"/>
                      <a:pt x="20699" y="20255"/>
                    </a:cubicBezTo>
                    <a:close/>
                    <a:moveTo>
                      <a:pt x="20699" y="0"/>
                    </a:moveTo>
                    <a:lnTo>
                      <a:pt x="899" y="5"/>
                    </a:lnTo>
                    <a:cubicBezTo>
                      <a:pt x="402" y="5"/>
                      <a:pt x="0" y="603"/>
                      <a:pt x="0" y="1350"/>
                    </a:cubicBezTo>
                    <a:lnTo>
                      <a:pt x="0" y="20249"/>
                    </a:lnTo>
                    <a:cubicBezTo>
                      <a:pt x="0" y="20996"/>
                      <a:pt x="402" y="21599"/>
                      <a:pt x="899" y="21599"/>
                    </a:cubicBezTo>
                    <a:lnTo>
                      <a:pt x="20699" y="21599"/>
                    </a:lnTo>
                    <a:cubicBezTo>
                      <a:pt x="21197" y="21599"/>
                      <a:pt x="21600" y="20996"/>
                      <a:pt x="21600" y="20249"/>
                    </a:cubicBezTo>
                    <a:lnTo>
                      <a:pt x="21600" y="1350"/>
                    </a:lnTo>
                    <a:cubicBezTo>
                      <a:pt x="21600" y="603"/>
                      <a:pt x="21197" y="0"/>
                      <a:pt x="20699" y="0"/>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sp>
            <p:nvSpPr>
              <p:cNvPr id="46" name="AutoShape 111"/>
              <p:cNvSpPr/>
              <p:nvPr/>
            </p:nvSpPr>
            <p:spPr bwMode="auto">
              <a:xfrm>
                <a:off x="5368132" y="3540125"/>
                <a:ext cx="465138" cy="4357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6562"/>
                    </a:moveTo>
                    <a:cubicBezTo>
                      <a:pt x="20249" y="16959"/>
                      <a:pt x="19946" y="17282"/>
                      <a:pt x="19575" y="17282"/>
                    </a:cubicBezTo>
                    <a:lnTo>
                      <a:pt x="13499" y="17282"/>
                    </a:lnTo>
                    <a:lnTo>
                      <a:pt x="8099" y="17282"/>
                    </a:lnTo>
                    <a:lnTo>
                      <a:pt x="2024" y="17282"/>
                    </a:lnTo>
                    <a:cubicBezTo>
                      <a:pt x="1651" y="17282"/>
                      <a:pt x="1349" y="16959"/>
                      <a:pt x="1349" y="16562"/>
                    </a:cubicBezTo>
                    <a:lnTo>
                      <a:pt x="1349" y="2160"/>
                    </a:lnTo>
                    <a:cubicBezTo>
                      <a:pt x="1349" y="1762"/>
                      <a:pt x="1651" y="1440"/>
                      <a:pt x="2024" y="1440"/>
                    </a:cubicBezTo>
                    <a:lnTo>
                      <a:pt x="19575" y="1440"/>
                    </a:lnTo>
                    <a:cubicBezTo>
                      <a:pt x="19946" y="1440"/>
                      <a:pt x="20249" y="1762"/>
                      <a:pt x="20249" y="2160"/>
                    </a:cubicBezTo>
                    <a:cubicBezTo>
                      <a:pt x="20249" y="2160"/>
                      <a:pt x="20249" y="16562"/>
                      <a:pt x="20249" y="16562"/>
                    </a:cubicBezTo>
                    <a:close/>
                    <a:moveTo>
                      <a:pt x="19575" y="0"/>
                    </a:moveTo>
                    <a:lnTo>
                      <a:pt x="2024" y="0"/>
                    </a:lnTo>
                    <a:cubicBezTo>
                      <a:pt x="905" y="0"/>
                      <a:pt x="0" y="966"/>
                      <a:pt x="0" y="2160"/>
                    </a:cubicBezTo>
                    <a:lnTo>
                      <a:pt x="0" y="16562"/>
                    </a:lnTo>
                    <a:cubicBezTo>
                      <a:pt x="0" y="17753"/>
                      <a:pt x="903" y="18718"/>
                      <a:pt x="2018" y="18721"/>
                    </a:cubicBezTo>
                    <a:lnTo>
                      <a:pt x="8774" y="18721"/>
                    </a:lnTo>
                    <a:lnTo>
                      <a:pt x="8774" y="19597"/>
                    </a:lnTo>
                    <a:lnTo>
                      <a:pt x="4561" y="20181"/>
                    </a:lnTo>
                    <a:cubicBezTo>
                      <a:pt x="4260" y="20262"/>
                      <a:pt x="4049" y="20549"/>
                      <a:pt x="4049" y="20879"/>
                    </a:cubicBezTo>
                    <a:cubicBezTo>
                      <a:pt x="4049" y="21277"/>
                      <a:pt x="4351" y="21599"/>
                      <a:pt x="4724" y="21599"/>
                    </a:cubicBezTo>
                    <a:lnTo>
                      <a:pt x="16874" y="21599"/>
                    </a:lnTo>
                    <a:cubicBezTo>
                      <a:pt x="17248" y="21599"/>
                      <a:pt x="17549" y="21277"/>
                      <a:pt x="17549" y="20879"/>
                    </a:cubicBezTo>
                    <a:cubicBezTo>
                      <a:pt x="17549" y="20549"/>
                      <a:pt x="17339" y="20262"/>
                      <a:pt x="17038" y="20181"/>
                    </a:cubicBezTo>
                    <a:lnTo>
                      <a:pt x="12824" y="19597"/>
                    </a:lnTo>
                    <a:lnTo>
                      <a:pt x="12824" y="18721"/>
                    </a:lnTo>
                    <a:lnTo>
                      <a:pt x="19581" y="18721"/>
                    </a:lnTo>
                    <a:cubicBezTo>
                      <a:pt x="20696" y="18718"/>
                      <a:pt x="21600" y="17753"/>
                      <a:pt x="21600" y="16562"/>
                    </a:cubicBezTo>
                    <a:lnTo>
                      <a:pt x="21600" y="2160"/>
                    </a:lnTo>
                    <a:cubicBezTo>
                      <a:pt x="21600" y="966"/>
                      <a:pt x="20692" y="0"/>
                      <a:pt x="19575" y="0"/>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grpSp>
      </p:grpSp>
      <p:grpSp>
        <p:nvGrpSpPr>
          <p:cNvPr id="51" name="组合 50"/>
          <p:cNvGrpSpPr/>
          <p:nvPr/>
        </p:nvGrpSpPr>
        <p:grpSpPr>
          <a:xfrm>
            <a:off x="7874970" y="1329636"/>
            <a:ext cx="889940" cy="889940"/>
            <a:chOff x="7881324" y="1918550"/>
            <a:chExt cx="889940" cy="889940"/>
          </a:xfrm>
        </p:grpSpPr>
        <p:sp>
          <p:nvSpPr>
            <p:cNvPr id="19" name="椭圆 18" descr="e7d195523061f1c09e9d68d7cf438b91ef959ecb14fc25d26BBA7F7DBC18E55DFF4014AF651F0BF2569D4B6C1DA7F1A4683A481403BD872FC687266AD13265C1DE7C373772FD8728ABDD69ADD03BFF5BE2862BC891DBB79EEA6ABFDA2705539C423D9E6A869863D43AC2EBED1DD1EB162B64448B75509C01D19FA967F443D1B5FCE830C8A5DF52D02B41DCFFF314BA0C"/>
            <p:cNvSpPr/>
            <p:nvPr/>
          </p:nvSpPr>
          <p:spPr>
            <a:xfrm>
              <a:off x="7881324" y="1918550"/>
              <a:ext cx="889940" cy="889940"/>
            </a:xfrm>
            <a:prstGeom prst="ellipse">
              <a:avLst/>
            </a:prstGeom>
            <a:gradFill>
              <a:gsLst>
                <a:gs pos="100000">
                  <a:schemeClr val="accent1">
                    <a:lumMod val="75000"/>
                  </a:schemeClr>
                </a:gs>
                <a:gs pos="0">
                  <a:schemeClr val="accent1"/>
                </a:gs>
              </a:gsLst>
              <a:path path="circle">
                <a:fillToRect l="50000" t="50000" r="50000" b="50000"/>
              </a:path>
            </a:gradFill>
            <a:ln>
              <a:noFill/>
            </a:ln>
            <a:effectLst>
              <a:outerShdw blurRad="254000" dist="1016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AutoShape 59"/>
            <p:cNvSpPr/>
            <p:nvPr/>
          </p:nvSpPr>
          <p:spPr bwMode="auto">
            <a:xfrm>
              <a:off x="8146113" y="2158635"/>
              <a:ext cx="360362" cy="358775"/>
            </a:xfrm>
            <a:custGeom>
              <a:avLst/>
              <a:gdLst>
                <a:gd name="T0" fmla="+- 0 10794 23"/>
                <a:gd name="T1" fmla="*/ T0 w 21543"/>
                <a:gd name="T2" fmla="*/ 10800 h 21600"/>
                <a:gd name="T3" fmla="+- 0 10794 23"/>
                <a:gd name="T4" fmla="*/ T3 w 21543"/>
                <a:gd name="T5" fmla="*/ 10800 h 21600"/>
                <a:gd name="T6" fmla="+- 0 10794 23"/>
                <a:gd name="T7" fmla="*/ T6 w 21543"/>
                <a:gd name="T8" fmla="*/ 10800 h 21600"/>
                <a:gd name="T9" fmla="+- 0 10794 23"/>
                <a:gd name="T10" fmla="*/ T9 w 21543"/>
                <a:gd name="T11" fmla="*/ 10800 h 21600"/>
              </a:gdLst>
              <a:ahLst/>
              <a:cxnLst>
                <a:cxn ang="0">
                  <a:pos x="T1" y="T2"/>
                </a:cxn>
                <a:cxn ang="0">
                  <a:pos x="T4" y="T5"/>
                </a:cxn>
                <a:cxn ang="0">
                  <a:pos x="T7" y="T8"/>
                </a:cxn>
                <a:cxn ang="0">
                  <a:pos x="T10" y="T11"/>
                </a:cxn>
              </a:cxnLst>
              <a:rect l="0" t="0" r="r" b="b"/>
              <a:pathLst>
                <a:path w="21543" h="21600">
                  <a:moveTo>
                    <a:pt x="16976" y="19986"/>
                  </a:moveTo>
                  <a:lnTo>
                    <a:pt x="11226" y="17680"/>
                  </a:lnTo>
                  <a:cubicBezTo>
                    <a:pt x="11088" y="17626"/>
                    <a:pt x="10946" y="17608"/>
                    <a:pt x="10806" y="17600"/>
                  </a:cubicBezTo>
                  <a:lnTo>
                    <a:pt x="19660" y="3837"/>
                  </a:lnTo>
                  <a:cubicBezTo>
                    <a:pt x="19660" y="3837"/>
                    <a:pt x="16976" y="19986"/>
                    <a:pt x="16976" y="19986"/>
                  </a:cubicBezTo>
                  <a:close/>
                  <a:moveTo>
                    <a:pt x="6859" y="16244"/>
                  </a:moveTo>
                  <a:cubicBezTo>
                    <a:pt x="6858" y="16242"/>
                    <a:pt x="6855" y="16240"/>
                    <a:pt x="6854" y="16238"/>
                  </a:cubicBezTo>
                  <a:lnTo>
                    <a:pt x="19606" y="2552"/>
                  </a:lnTo>
                  <a:lnTo>
                    <a:pt x="8735" y="19536"/>
                  </a:lnTo>
                  <a:cubicBezTo>
                    <a:pt x="8735" y="19536"/>
                    <a:pt x="6859" y="16244"/>
                    <a:pt x="6859" y="16244"/>
                  </a:cubicBezTo>
                  <a:close/>
                  <a:moveTo>
                    <a:pt x="2111" y="14024"/>
                  </a:moveTo>
                  <a:lnTo>
                    <a:pt x="17712" y="3595"/>
                  </a:lnTo>
                  <a:lnTo>
                    <a:pt x="6369" y="15770"/>
                  </a:lnTo>
                  <a:cubicBezTo>
                    <a:pt x="6309" y="15734"/>
                    <a:pt x="6256" y="15687"/>
                    <a:pt x="6190" y="15660"/>
                  </a:cubicBezTo>
                  <a:cubicBezTo>
                    <a:pt x="6190" y="15660"/>
                    <a:pt x="2111" y="14024"/>
                    <a:pt x="2111" y="14024"/>
                  </a:cubicBezTo>
                  <a:close/>
                  <a:moveTo>
                    <a:pt x="21234" y="108"/>
                  </a:moveTo>
                  <a:cubicBezTo>
                    <a:pt x="21123" y="35"/>
                    <a:pt x="20996" y="0"/>
                    <a:pt x="20868" y="0"/>
                  </a:cubicBezTo>
                  <a:cubicBezTo>
                    <a:pt x="20738" y="0"/>
                    <a:pt x="20608" y="36"/>
                    <a:pt x="20495" y="113"/>
                  </a:cubicBezTo>
                  <a:lnTo>
                    <a:pt x="299" y="13613"/>
                  </a:lnTo>
                  <a:cubicBezTo>
                    <a:pt x="91" y="13751"/>
                    <a:pt x="-23" y="13995"/>
                    <a:pt x="3" y="14244"/>
                  </a:cubicBezTo>
                  <a:cubicBezTo>
                    <a:pt x="28" y="14494"/>
                    <a:pt x="190" y="14708"/>
                    <a:pt x="422" y="14801"/>
                  </a:cubicBezTo>
                  <a:lnTo>
                    <a:pt x="5689" y="16914"/>
                  </a:lnTo>
                  <a:lnTo>
                    <a:pt x="8166" y="21259"/>
                  </a:lnTo>
                  <a:cubicBezTo>
                    <a:pt x="8284" y="21468"/>
                    <a:pt x="8505" y="21597"/>
                    <a:pt x="8743" y="21599"/>
                  </a:cubicBezTo>
                  <a:lnTo>
                    <a:pt x="8751" y="21599"/>
                  </a:lnTo>
                  <a:cubicBezTo>
                    <a:pt x="8987" y="21599"/>
                    <a:pt x="9206" y="21474"/>
                    <a:pt x="9328" y="21271"/>
                  </a:cubicBezTo>
                  <a:lnTo>
                    <a:pt x="10726" y="18934"/>
                  </a:lnTo>
                  <a:lnTo>
                    <a:pt x="17253" y="21551"/>
                  </a:lnTo>
                  <a:cubicBezTo>
                    <a:pt x="17332" y="21584"/>
                    <a:pt x="17418" y="21599"/>
                    <a:pt x="17502" y="21599"/>
                  </a:cubicBezTo>
                  <a:cubicBezTo>
                    <a:pt x="17617" y="21599"/>
                    <a:pt x="17731" y="21571"/>
                    <a:pt x="17832" y="21512"/>
                  </a:cubicBezTo>
                  <a:cubicBezTo>
                    <a:pt x="18010" y="21412"/>
                    <a:pt x="18133" y="21238"/>
                    <a:pt x="18167" y="21035"/>
                  </a:cubicBezTo>
                  <a:lnTo>
                    <a:pt x="21533" y="785"/>
                  </a:lnTo>
                  <a:cubicBezTo>
                    <a:pt x="21576" y="520"/>
                    <a:pt x="21459" y="254"/>
                    <a:pt x="21234" y="108"/>
                  </a:cubicBezTo>
                </a:path>
              </a:pathLst>
            </a:custGeom>
            <a:solidFill>
              <a:schemeClr val="bg1"/>
            </a:solid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542925" y="3643312"/>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方法与过程</a:t>
            </a:r>
            <a:endParaRPr lang="zh-CN" altLang="en-US" sz="2800" b="1" dirty="0">
              <a:latin typeface="微软雅黑" panose="020B0503020204020204" pitchFamily="34" charset="-122"/>
              <a:ea typeface="微软雅黑" panose="020B0503020204020204" pitchFamily="34" charset="-122"/>
            </a:endParaRPr>
          </a:p>
        </p:txBody>
      </p:sp>
      <p:sp>
        <p:nvSpPr>
          <p:cNvPr id="9" name="文本框 8"/>
          <p:cNvSpPr txBox="1"/>
          <p:nvPr/>
        </p:nvSpPr>
        <p:spPr>
          <a:xfrm>
            <a:off x="542925" y="4636293"/>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结果与分析</a:t>
            </a:r>
            <a:endParaRPr lang="zh-CN" altLang="en-US" sz="2800" b="1"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542925" y="5629275"/>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总结与讨论</a:t>
            </a:r>
            <a:endParaRPr lang="zh-CN" altLang="en-US" sz="2800" b="1" dirty="0">
              <a:latin typeface="微软雅黑" panose="020B0503020204020204" pitchFamily="34" charset="-122"/>
              <a:ea typeface="微软雅黑" panose="020B0503020204020204" pitchFamily="34" charset="-122"/>
            </a:endParaRPr>
          </a:p>
        </p:txBody>
      </p:sp>
      <p:sp>
        <p:nvSpPr>
          <p:cNvPr id="6" name="文本框 5"/>
          <p:cNvSpPr txBox="1"/>
          <p:nvPr/>
        </p:nvSpPr>
        <p:spPr>
          <a:xfrm>
            <a:off x="542925" y="1657350"/>
            <a:ext cx="1828800" cy="523220"/>
          </a:xfrm>
          <a:prstGeom prst="rect">
            <a:avLst/>
          </a:prstGeom>
          <a:noFill/>
        </p:spPr>
        <p:txBody>
          <a:bodyPr wrap="square" rtlCol="0">
            <a:spAutoFit/>
          </a:bodyPr>
          <a:lstStyle/>
          <a:p>
            <a:r>
              <a:rPr lang="zh-CN" altLang="en-US" sz="2800" b="1" dirty="0">
                <a:solidFill>
                  <a:sysClr val="windowText" lastClr="000000"/>
                </a:solidFill>
                <a:latin typeface="微软雅黑" panose="020B0503020204020204" pitchFamily="34" charset="-122"/>
                <a:ea typeface="微软雅黑" panose="020B0503020204020204" pitchFamily="34" charset="-122"/>
              </a:rPr>
              <a:t>研究背景</a:t>
            </a:r>
            <a:endParaRPr lang="zh-CN" altLang="en-US" sz="2800" b="1" dirty="0">
              <a:solidFill>
                <a:sysClr val="windowText" lastClr="000000"/>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2" y="2520460"/>
            <a:ext cx="2867026" cy="921872"/>
            <a:chOff x="-2" y="1537960"/>
            <a:chExt cx="2867026" cy="921872"/>
          </a:xfrm>
        </p:grpSpPr>
        <p:sp>
          <p:nvSpPr>
            <p:cNvPr id="11" name="矩形 10"/>
            <p:cNvSpPr/>
            <p:nvPr/>
          </p:nvSpPr>
          <p:spPr>
            <a:xfrm>
              <a:off x="-1" y="1537960"/>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直角三角形 11"/>
            <p:cNvSpPr/>
            <p:nvPr/>
          </p:nvSpPr>
          <p:spPr>
            <a:xfrm rot="10800000">
              <a:off x="-2" y="2299960"/>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 name="文本框 13"/>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endParaRPr lang="zh-CN" altLang="en-US" sz="4800" b="1" dirty="0">
              <a:solidFill>
                <a:schemeClr val="accent1"/>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542925" y="2650331"/>
            <a:ext cx="2019300"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目的与意义</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5" name="矩形 4"/>
          <p:cNvSpPr/>
          <p:nvPr/>
        </p:nvSpPr>
        <p:spPr>
          <a:xfrm>
            <a:off x="3396996" y="797947"/>
            <a:ext cx="8316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3403600" y="162578"/>
            <a:ext cx="45085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实际应用</a:t>
            </a:r>
            <a:endParaRPr lang="zh-CN" altLang="en-US" sz="2800" b="1" dirty="0">
              <a:latin typeface="微软雅黑" panose="020B0503020204020204" pitchFamily="34" charset="-122"/>
              <a:ea typeface="微软雅黑" panose="020B0503020204020204" pitchFamily="34" charset="-122"/>
            </a:endParaRPr>
          </a:p>
        </p:txBody>
      </p:sp>
      <p:sp>
        <p:nvSpPr>
          <p:cNvPr id="47" name="任意多边形: 形状 46"/>
          <p:cNvSpPr/>
          <p:nvPr/>
        </p:nvSpPr>
        <p:spPr>
          <a:xfrm>
            <a:off x="3396995" y="1561805"/>
            <a:ext cx="2833908" cy="3223491"/>
          </a:xfrm>
          <a:custGeom>
            <a:avLst/>
            <a:gdLst>
              <a:gd name="connsiteX0" fmla="*/ 186286 w 2833908"/>
              <a:gd name="connsiteY0" fmla="*/ 0 h 3223491"/>
              <a:gd name="connsiteX1" fmla="*/ 2833908 w 2833908"/>
              <a:gd name="connsiteY1" fmla="*/ 0 h 3223491"/>
              <a:gd name="connsiteX2" fmla="*/ 2258167 w 2833908"/>
              <a:gd name="connsiteY2" fmla="*/ 3223491 h 3223491"/>
              <a:gd name="connsiteX3" fmla="*/ 186286 w 2833908"/>
              <a:gd name="connsiteY3" fmla="*/ 3223491 h 3223491"/>
              <a:gd name="connsiteX4" fmla="*/ 0 w 2833908"/>
              <a:gd name="connsiteY4" fmla="*/ 3037205 h 3223491"/>
              <a:gd name="connsiteX5" fmla="*/ 0 w 2833908"/>
              <a:gd name="connsiteY5" fmla="*/ 186286 h 3223491"/>
              <a:gd name="connsiteX6" fmla="*/ 186286 w 2833908"/>
              <a:gd name="connsiteY6" fmla="*/ 0 h 3223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33908" h="3223491">
                <a:moveTo>
                  <a:pt x="186286" y="0"/>
                </a:moveTo>
                <a:lnTo>
                  <a:pt x="2833908" y="0"/>
                </a:lnTo>
                <a:lnTo>
                  <a:pt x="2258167" y="3223491"/>
                </a:lnTo>
                <a:lnTo>
                  <a:pt x="186286" y="3223491"/>
                </a:lnTo>
                <a:cubicBezTo>
                  <a:pt x="83403" y="3223491"/>
                  <a:pt x="0" y="3140088"/>
                  <a:pt x="0" y="3037205"/>
                </a:cubicBezTo>
                <a:lnTo>
                  <a:pt x="0" y="186286"/>
                </a:lnTo>
                <a:cubicBezTo>
                  <a:pt x="0" y="83403"/>
                  <a:pt x="83403" y="0"/>
                  <a:pt x="186286" y="0"/>
                </a:cubicBezTo>
                <a:close/>
              </a:path>
            </a:pathLst>
          </a:custGeom>
          <a:blipFill>
            <a:blip r:embed="rId1"/>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2" name="任意多边形: 形状 41"/>
          <p:cNvSpPr/>
          <p:nvPr/>
        </p:nvSpPr>
        <p:spPr>
          <a:xfrm>
            <a:off x="5999211" y="1561805"/>
            <a:ext cx="3187328" cy="3223491"/>
          </a:xfrm>
          <a:custGeom>
            <a:avLst/>
            <a:gdLst>
              <a:gd name="connsiteX0" fmla="*/ 575741 w 3187328"/>
              <a:gd name="connsiteY0" fmla="*/ 0 h 3223491"/>
              <a:gd name="connsiteX1" fmla="*/ 3187328 w 3187328"/>
              <a:gd name="connsiteY1" fmla="*/ 0 h 3223491"/>
              <a:gd name="connsiteX2" fmla="*/ 2611587 w 3187328"/>
              <a:gd name="connsiteY2" fmla="*/ 3223491 h 3223491"/>
              <a:gd name="connsiteX3" fmla="*/ 0 w 3187328"/>
              <a:gd name="connsiteY3" fmla="*/ 3223491 h 3223491"/>
              <a:gd name="connsiteX4" fmla="*/ 575741 w 3187328"/>
              <a:gd name="connsiteY4" fmla="*/ 0 h 32234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87328" h="3223491">
                <a:moveTo>
                  <a:pt x="575741" y="0"/>
                </a:moveTo>
                <a:lnTo>
                  <a:pt x="3187328" y="0"/>
                </a:lnTo>
                <a:lnTo>
                  <a:pt x="2611587" y="3223491"/>
                </a:lnTo>
                <a:lnTo>
                  <a:pt x="0" y="3223491"/>
                </a:lnTo>
                <a:lnTo>
                  <a:pt x="575741" y="0"/>
                </a:lnTo>
                <a:close/>
              </a:path>
            </a:pathLst>
          </a:custGeom>
          <a:blipFill>
            <a:blip r:embed="rId2"/>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8" name="任意多边形: 形状 37"/>
          <p:cNvSpPr/>
          <p:nvPr/>
        </p:nvSpPr>
        <p:spPr>
          <a:xfrm>
            <a:off x="8954847" y="1561805"/>
            <a:ext cx="2867697" cy="3223491"/>
          </a:xfrm>
          <a:custGeom>
            <a:avLst/>
            <a:gdLst>
              <a:gd name="connsiteX0" fmla="*/ 575741 w 2867697"/>
              <a:gd name="connsiteY0" fmla="*/ 0 h 3223491"/>
              <a:gd name="connsiteX1" fmla="*/ 2681411 w 2867697"/>
              <a:gd name="connsiteY1" fmla="*/ 0 h 3223491"/>
              <a:gd name="connsiteX2" fmla="*/ 2867697 w 2867697"/>
              <a:gd name="connsiteY2" fmla="*/ 186286 h 3223491"/>
              <a:gd name="connsiteX3" fmla="*/ 2867697 w 2867697"/>
              <a:gd name="connsiteY3" fmla="*/ 3037205 h 3223491"/>
              <a:gd name="connsiteX4" fmla="*/ 2681411 w 2867697"/>
              <a:gd name="connsiteY4" fmla="*/ 3223491 h 3223491"/>
              <a:gd name="connsiteX5" fmla="*/ 0 w 2867697"/>
              <a:gd name="connsiteY5" fmla="*/ 3223491 h 3223491"/>
              <a:gd name="connsiteX6" fmla="*/ 575741 w 2867697"/>
              <a:gd name="connsiteY6" fmla="*/ 0 h 3223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67697" h="3223491">
                <a:moveTo>
                  <a:pt x="575741" y="0"/>
                </a:moveTo>
                <a:lnTo>
                  <a:pt x="2681411" y="0"/>
                </a:lnTo>
                <a:cubicBezTo>
                  <a:pt x="2784294" y="0"/>
                  <a:pt x="2867697" y="83403"/>
                  <a:pt x="2867697" y="186286"/>
                </a:cubicBezTo>
                <a:lnTo>
                  <a:pt x="2867697" y="3037205"/>
                </a:lnTo>
                <a:cubicBezTo>
                  <a:pt x="2867697" y="3140088"/>
                  <a:pt x="2784294" y="3223491"/>
                  <a:pt x="2681411" y="3223491"/>
                </a:cubicBezTo>
                <a:lnTo>
                  <a:pt x="0" y="3223491"/>
                </a:lnTo>
                <a:lnTo>
                  <a:pt x="575741" y="0"/>
                </a:lnTo>
                <a:close/>
              </a:path>
            </a:pathLst>
          </a:custGeom>
          <a:blipFill>
            <a:blip r:embed="rId1"/>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61" name="矩形 60"/>
          <p:cNvSpPr/>
          <p:nvPr/>
        </p:nvSpPr>
        <p:spPr>
          <a:xfrm>
            <a:off x="3396995" y="4157520"/>
            <a:ext cx="2378364" cy="627776"/>
          </a:xfrm>
          <a:prstGeom prst="rect">
            <a:avLst/>
          </a:prstGeom>
          <a:gradFill flip="none" rotWithShape="1">
            <a:gsLst>
              <a:gs pos="0">
                <a:schemeClr val="accent1">
                  <a:lumMod val="40000"/>
                  <a:lumOff val="60000"/>
                  <a:alpha val="80000"/>
                </a:schemeClr>
              </a:gs>
              <a:gs pos="100000">
                <a:schemeClr val="accent1">
                  <a:lumMod val="75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输入相关内容</a:t>
            </a:r>
            <a:endParaRPr lang="zh-CN" altLang="en-US" sz="2000" b="1" dirty="0">
              <a:latin typeface="微软雅黑" panose="020B0503020204020204" pitchFamily="34" charset="-122"/>
              <a:ea typeface="微软雅黑" panose="020B0503020204020204" pitchFamily="34" charset="-122"/>
            </a:endParaRPr>
          </a:p>
        </p:txBody>
      </p:sp>
      <p:sp>
        <p:nvSpPr>
          <p:cNvPr id="62" name="矩形 61"/>
          <p:cNvSpPr/>
          <p:nvPr/>
        </p:nvSpPr>
        <p:spPr>
          <a:xfrm>
            <a:off x="5991576" y="4157520"/>
            <a:ext cx="2733323" cy="627776"/>
          </a:xfrm>
          <a:prstGeom prst="rect">
            <a:avLst/>
          </a:prstGeom>
          <a:gradFill flip="none" rotWithShape="1">
            <a:gsLst>
              <a:gs pos="0">
                <a:schemeClr val="accent1">
                  <a:lumMod val="40000"/>
                  <a:lumOff val="60000"/>
                  <a:alpha val="80000"/>
                </a:schemeClr>
              </a:gs>
              <a:gs pos="100000">
                <a:schemeClr val="accent1">
                  <a:lumMod val="75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输入相关内容</a:t>
            </a:r>
            <a:endParaRPr lang="zh-CN" altLang="en-US" sz="2000" b="1" dirty="0">
              <a:latin typeface="微软雅黑" panose="020B0503020204020204" pitchFamily="34" charset="-122"/>
              <a:ea typeface="微软雅黑" panose="020B0503020204020204" pitchFamily="34" charset="-122"/>
            </a:endParaRPr>
          </a:p>
        </p:txBody>
      </p:sp>
      <p:sp>
        <p:nvSpPr>
          <p:cNvPr id="63" name="矩形 62"/>
          <p:cNvSpPr/>
          <p:nvPr/>
        </p:nvSpPr>
        <p:spPr>
          <a:xfrm>
            <a:off x="8941116" y="4157520"/>
            <a:ext cx="2881428" cy="627776"/>
          </a:xfrm>
          <a:prstGeom prst="rect">
            <a:avLst/>
          </a:prstGeom>
          <a:gradFill flip="none" rotWithShape="1">
            <a:gsLst>
              <a:gs pos="0">
                <a:schemeClr val="accent1">
                  <a:lumMod val="40000"/>
                  <a:lumOff val="60000"/>
                  <a:alpha val="80000"/>
                </a:schemeClr>
              </a:gs>
              <a:gs pos="100000">
                <a:schemeClr val="accent1">
                  <a:lumMod val="75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输入相关内容</a:t>
            </a:r>
            <a:endParaRPr lang="zh-CN" altLang="en-US" sz="2000" b="1" dirty="0">
              <a:latin typeface="微软雅黑" panose="020B0503020204020204" pitchFamily="34" charset="-122"/>
              <a:ea typeface="微软雅黑" panose="020B0503020204020204" pitchFamily="34" charset="-122"/>
            </a:endParaRPr>
          </a:p>
        </p:txBody>
      </p:sp>
      <p:sp>
        <p:nvSpPr>
          <p:cNvPr id="65" name="文本框 64"/>
          <p:cNvSpPr txBox="1"/>
          <p:nvPr/>
        </p:nvSpPr>
        <p:spPr>
          <a:xfrm>
            <a:off x="3396995" y="5293879"/>
            <a:ext cx="2378364" cy="1015663"/>
          </a:xfrm>
          <a:prstGeom prst="rect">
            <a:avLst/>
          </a:prstGeom>
          <a:noFill/>
        </p:spPr>
        <p:txBody>
          <a:bodyPr wrap="square" rtlCol="0">
            <a:spAutoFit/>
          </a:bodyPr>
          <a:lstStyle/>
          <a:p>
            <a:r>
              <a:rPr lang="zh-CN" altLang="en-US" sz="1200" dirty="0"/>
              <a:t>这里输入正文内容这里输入正文内容这里输入正文内容这里输入正文内容这里输入正文内容这里输入正文内容</a:t>
            </a:r>
            <a:endParaRPr lang="zh-CN" altLang="en-US" sz="1200" dirty="0"/>
          </a:p>
          <a:p>
            <a:endParaRPr lang="zh-CN" altLang="en-US" sz="1200" dirty="0"/>
          </a:p>
        </p:txBody>
      </p:sp>
      <p:sp>
        <p:nvSpPr>
          <p:cNvPr id="76" name="梯形 75"/>
          <p:cNvSpPr/>
          <p:nvPr/>
        </p:nvSpPr>
        <p:spPr>
          <a:xfrm>
            <a:off x="3169223" y="6309541"/>
            <a:ext cx="2833908" cy="241163"/>
          </a:xfrm>
          <a:prstGeom prst="trapezoid">
            <a:avLst>
              <a:gd name="adj" fmla="val 239440"/>
            </a:avLst>
          </a:prstGeom>
          <a:gradFill>
            <a:gsLst>
              <a:gs pos="0">
                <a:schemeClr val="accent1">
                  <a:lumMod val="40000"/>
                  <a:lumOff val="60000"/>
                  <a:alpha val="80000"/>
                </a:schemeClr>
              </a:gs>
              <a:gs pos="100000">
                <a:schemeClr val="accent1">
                  <a:lumMod val="7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文本框 77"/>
          <p:cNvSpPr txBox="1"/>
          <p:nvPr/>
        </p:nvSpPr>
        <p:spPr>
          <a:xfrm>
            <a:off x="6375434" y="5293879"/>
            <a:ext cx="2378364" cy="1015663"/>
          </a:xfrm>
          <a:prstGeom prst="rect">
            <a:avLst/>
          </a:prstGeom>
          <a:noFill/>
        </p:spPr>
        <p:txBody>
          <a:bodyPr wrap="square" rtlCol="0">
            <a:spAutoFit/>
          </a:bodyPr>
          <a:lstStyle/>
          <a:p>
            <a:r>
              <a:rPr lang="zh-CN" altLang="en-US" sz="1200" dirty="0"/>
              <a:t>这里输入正文内容这里输入正文内容这里输入正文内容这里输入正文内容这里输入正文内容这里输入正文内容</a:t>
            </a:r>
            <a:endParaRPr lang="zh-CN" altLang="en-US" sz="1200" dirty="0"/>
          </a:p>
          <a:p>
            <a:endParaRPr lang="zh-CN" altLang="en-US" sz="1200" dirty="0"/>
          </a:p>
        </p:txBody>
      </p:sp>
      <p:sp>
        <p:nvSpPr>
          <p:cNvPr id="79" name="梯形 78"/>
          <p:cNvSpPr/>
          <p:nvPr/>
        </p:nvSpPr>
        <p:spPr>
          <a:xfrm>
            <a:off x="6147662" y="6309541"/>
            <a:ext cx="2833908" cy="241163"/>
          </a:xfrm>
          <a:prstGeom prst="trapezoid">
            <a:avLst>
              <a:gd name="adj" fmla="val 239440"/>
            </a:avLst>
          </a:prstGeom>
          <a:gradFill>
            <a:gsLst>
              <a:gs pos="0">
                <a:schemeClr val="accent1">
                  <a:lumMod val="40000"/>
                  <a:lumOff val="60000"/>
                  <a:alpha val="80000"/>
                </a:schemeClr>
              </a:gs>
              <a:gs pos="100000">
                <a:schemeClr val="accent1">
                  <a:lumMod val="7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文本框 79"/>
          <p:cNvSpPr txBox="1"/>
          <p:nvPr/>
        </p:nvSpPr>
        <p:spPr>
          <a:xfrm>
            <a:off x="9414311" y="5293879"/>
            <a:ext cx="2378364" cy="1015663"/>
          </a:xfrm>
          <a:prstGeom prst="rect">
            <a:avLst/>
          </a:prstGeom>
          <a:noFill/>
        </p:spPr>
        <p:txBody>
          <a:bodyPr wrap="square" rtlCol="0">
            <a:spAutoFit/>
          </a:bodyPr>
          <a:lstStyle/>
          <a:p>
            <a:r>
              <a:rPr lang="zh-CN" altLang="en-US" sz="1200" dirty="0"/>
              <a:t>这里输入正文内容这里输入正文内容这里输入正文内容这里输入正文内容这里输入正文内容这里输入正文内容</a:t>
            </a:r>
            <a:endParaRPr lang="zh-CN" altLang="en-US" sz="1200" dirty="0"/>
          </a:p>
          <a:p>
            <a:endParaRPr lang="zh-CN" altLang="en-US" sz="1200" dirty="0"/>
          </a:p>
        </p:txBody>
      </p:sp>
      <p:sp>
        <p:nvSpPr>
          <p:cNvPr id="81" name="梯形 80"/>
          <p:cNvSpPr/>
          <p:nvPr/>
        </p:nvSpPr>
        <p:spPr>
          <a:xfrm>
            <a:off x="9186539" y="6309541"/>
            <a:ext cx="2833908" cy="241163"/>
          </a:xfrm>
          <a:prstGeom prst="trapezoid">
            <a:avLst>
              <a:gd name="adj" fmla="val 239440"/>
            </a:avLst>
          </a:prstGeom>
          <a:gradFill>
            <a:gsLst>
              <a:gs pos="0">
                <a:schemeClr val="accent1">
                  <a:lumMod val="40000"/>
                  <a:lumOff val="60000"/>
                  <a:alpha val="80000"/>
                </a:schemeClr>
              </a:gs>
              <a:gs pos="100000">
                <a:schemeClr val="accent1">
                  <a:lumMod val="7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6749144" y="2081163"/>
            <a:ext cx="4740984" cy="109400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542925" y="4636293"/>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结果与分析</a:t>
            </a:r>
            <a:endParaRPr lang="zh-CN" altLang="en-US" sz="2800" b="1"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542925" y="5629275"/>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总结与讨论</a:t>
            </a:r>
            <a:endParaRPr lang="zh-CN" altLang="en-US" sz="2800" b="1" dirty="0">
              <a:latin typeface="微软雅黑" panose="020B0503020204020204" pitchFamily="34" charset="-122"/>
              <a:ea typeface="微软雅黑" panose="020B0503020204020204" pitchFamily="34" charset="-122"/>
            </a:endParaRPr>
          </a:p>
        </p:txBody>
      </p:sp>
      <p:sp>
        <p:nvSpPr>
          <p:cNvPr id="6" name="文本框 5"/>
          <p:cNvSpPr txBox="1"/>
          <p:nvPr/>
        </p:nvSpPr>
        <p:spPr>
          <a:xfrm>
            <a:off x="542925" y="1657350"/>
            <a:ext cx="1828800" cy="523220"/>
          </a:xfrm>
          <a:prstGeom prst="rect">
            <a:avLst/>
          </a:prstGeom>
          <a:noFill/>
        </p:spPr>
        <p:txBody>
          <a:bodyPr wrap="square" rtlCol="0">
            <a:spAutoFit/>
          </a:bodyPr>
          <a:lstStyle/>
          <a:p>
            <a:r>
              <a:rPr lang="zh-CN" altLang="en-US" sz="2800" b="1" dirty="0">
                <a:solidFill>
                  <a:sysClr val="windowText" lastClr="000000"/>
                </a:solidFill>
                <a:latin typeface="微软雅黑" panose="020B0503020204020204" pitchFamily="34" charset="-122"/>
                <a:ea typeface="微软雅黑" panose="020B0503020204020204" pitchFamily="34" charset="-122"/>
              </a:rPr>
              <a:t>研究背景</a:t>
            </a:r>
            <a:endParaRPr lang="zh-CN" altLang="en-US" sz="2800" b="1" dirty="0">
              <a:solidFill>
                <a:sysClr val="windowText" lastClr="000000"/>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2" y="3522411"/>
            <a:ext cx="2867026" cy="921872"/>
            <a:chOff x="-2" y="1537960"/>
            <a:chExt cx="2867026" cy="921872"/>
          </a:xfrm>
        </p:grpSpPr>
        <p:sp>
          <p:nvSpPr>
            <p:cNvPr id="11" name="矩形 10"/>
            <p:cNvSpPr/>
            <p:nvPr/>
          </p:nvSpPr>
          <p:spPr>
            <a:xfrm>
              <a:off x="-1" y="1537960"/>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直角三角形 11"/>
            <p:cNvSpPr/>
            <p:nvPr/>
          </p:nvSpPr>
          <p:spPr>
            <a:xfrm rot="10800000">
              <a:off x="-2" y="2299960"/>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 name="文本框 13"/>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endParaRPr lang="zh-CN" altLang="en-US" sz="4800" b="1" dirty="0">
              <a:solidFill>
                <a:schemeClr val="accent1"/>
              </a:solidFill>
              <a:latin typeface="微软雅黑" panose="020B0503020204020204" pitchFamily="34" charset="-122"/>
              <a:ea typeface="微软雅黑" panose="020B0503020204020204" pitchFamily="34" charset="-122"/>
            </a:endParaRPr>
          </a:p>
        </p:txBody>
      </p:sp>
      <p:sp>
        <p:nvSpPr>
          <p:cNvPr id="15" name="文本框 14"/>
          <p:cNvSpPr txBox="1"/>
          <p:nvPr/>
        </p:nvSpPr>
        <p:spPr>
          <a:xfrm>
            <a:off x="3979636" y="1520170"/>
            <a:ext cx="2946400" cy="2215991"/>
          </a:xfrm>
          <a:prstGeom prst="rect">
            <a:avLst/>
          </a:prstGeom>
          <a:noFill/>
        </p:spPr>
        <p:txBody>
          <a:bodyPr wrap="square" rtlCol="0">
            <a:spAutoFit/>
          </a:bodyPr>
          <a:lstStyle/>
          <a:p>
            <a:pPr algn="ctr"/>
            <a:r>
              <a:rPr lang="en-US" altLang="zh-CN" sz="13800" b="1" dirty="0">
                <a:solidFill>
                  <a:schemeClr val="accent1"/>
                </a:solidFill>
                <a:latin typeface="微软雅黑" panose="020B0503020204020204" pitchFamily="34" charset="-122"/>
                <a:ea typeface="微软雅黑" panose="020B0503020204020204" pitchFamily="34" charset="-122"/>
              </a:rPr>
              <a:t>03</a:t>
            </a:r>
            <a:endParaRPr lang="zh-CN" altLang="en-US" sz="13800" b="1" dirty="0">
              <a:solidFill>
                <a:schemeClr val="accent1"/>
              </a:solidFill>
              <a:latin typeface="微软雅黑" panose="020B0503020204020204" pitchFamily="34" charset="-122"/>
              <a:ea typeface="微软雅黑" panose="020B0503020204020204" pitchFamily="34" charset="-122"/>
            </a:endParaRPr>
          </a:p>
        </p:txBody>
      </p:sp>
      <p:sp>
        <p:nvSpPr>
          <p:cNvPr id="18" name="文本框 17"/>
          <p:cNvSpPr txBox="1"/>
          <p:nvPr/>
        </p:nvSpPr>
        <p:spPr>
          <a:xfrm>
            <a:off x="7208701" y="2151111"/>
            <a:ext cx="4119335" cy="954107"/>
          </a:xfrm>
          <a:prstGeom prst="rect">
            <a:avLst/>
          </a:prstGeom>
          <a:noFill/>
        </p:spPr>
        <p:txBody>
          <a:bodyPr wrap="square" rtlCol="0">
            <a:spAutoFit/>
          </a:bodyPr>
          <a:lstStyle/>
          <a:p>
            <a:r>
              <a:rPr lang="zh-CN" altLang="en-US" sz="3600" b="1" dirty="0">
                <a:solidFill>
                  <a:schemeClr val="bg1"/>
                </a:solidFill>
              </a:rPr>
              <a:t>方法与过程</a:t>
            </a:r>
            <a:endParaRPr lang="en-US" altLang="zh-CN" sz="3600" b="1" dirty="0">
              <a:solidFill>
                <a:schemeClr val="bg1"/>
              </a:solidFill>
            </a:endParaRPr>
          </a:p>
          <a:p>
            <a:r>
              <a:rPr lang="en-US" altLang="zh-CN" sz="2000" dirty="0">
                <a:solidFill>
                  <a:schemeClr val="bg1"/>
                </a:solidFill>
                <a:latin typeface="微软雅黑" panose="020B0503020204020204" pitchFamily="34" charset="-122"/>
                <a:ea typeface="微软雅黑" panose="020B0503020204020204" pitchFamily="34" charset="-122"/>
              </a:rPr>
              <a:t>Methods and process</a:t>
            </a:r>
            <a:endParaRPr lang="en-US" altLang="zh-CN" sz="2000" dirty="0">
              <a:solidFill>
                <a:schemeClr val="bg1"/>
              </a:solidFill>
              <a:latin typeface="微软雅黑" panose="020B0503020204020204" pitchFamily="34" charset="-122"/>
              <a:ea typeface="微软雅黑" panose="020B0503020204020204" pitchFamily="34" charset="-122"/>
            </a:endParaRPr>
          </a:p>
        </p:txBody>
      </p:sp>
      <p:sp>
        <p:nvSpPr>
          <p:cNvPr id="20" name="文本框 19"/>
          <p:cNvSpPr txBox="1"/>
          <p:nvPr/>
        </p:nvSpPr>
        <p:spPr>
          <a:xfrm>
            <a:off x="6571653" y="3629017"/>
            <a:ext cx="4064000" cy="1848711"/>
          </a:xfrm>
          <a:prstGeom prst="rect">
            <a:avLst/>
          </a:prstGeom>
          <a:noFill/>
        </p:spPr>
        <p:txBody>
          <a:bodyPr wrap="square" rtlCol="0">
            <a:spAutoFit/>
          </a:bodyPr>
          <a:lstStyle/>
          <a:p>
            <a:pPr marL="285750" indent="-285750">
              <a:lnSpc>
                <a:spcPts val="35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前提准备</a:t>
            </a:r>
            <a:endParaRPr lang="en-US" altLang="zh-CN" sz="2400" dirty="0">
              <a:latin typeface="微软雅黑" panose="020B0503020204020204" pitchFamily="34" charset="-122"/>
              <a:ea typeface="微软雅黑" panose="020B0503020204020204" pitchFamily="34" charset="-122"/>
            </a:endParaRPr>
          </a:p>
          <a:p>
            <a:pPr marL="285750" indent="-285750">
              <a:lnSpc>
                <a:spcPts val="35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研究方法</a:t>
            </a:r>
            <a:endParaRPr lang="en-US" altLang="zh-CN" sz="2400" dirty="0">
              <a:latin typeface="微软雅黑" panose="020B0503020204020204" pitchFamily="34" charset="-122"/>
              <a:ea typeface="微软雅黑" panose="020B0503020204020204" pitchFamily="34" charset="-122"/>
            </a:endParaRPr>
          </a:p>
          <a:p>
            <a:pPr marL="285750" indent="-285750">
              <a:lnSpc>
                <a:spcPts val="35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研究过程</a:t>
            </a:r>
            <a:endParaRPr lang="en-US" altLang="zh-CN" sz="2400" dirty="0">
              <a:latin typeface="微软雅黑" panose="020B0503020204020204" pitchFamily="34" charset="-122"/>
              <a:ea typeface="微软雅黑" panose="020B0503020204020204" pitchFamily="34" charset="-122"/>
            </a:endParaRPr>
          </a:p>
          <a:p>
            <a:pPr marL="285750" indent="-285750">
              <a:lnSpc>
                <a:spcPts val="3500"/>
              </a:lnSpc>
              <a:buFont typeface="Arial" panose="020B0604020202020204" pitchFamily="34" charset="0"/>
              <a:buChar char="•"/>
            </a:pPr>
            <a:endParaRPr lang="en-US" altLang="zh-CN" sz="2400" dirty="0">
              <a:latin typeface="微软雅黑" panose="020B0503020204020204" pitchFamily="34" charset="-122"/>
              <a:ea typeface="微软雅黑" panose="020B0503020204020204" pitchFamily="34" charset="-122"/>
            </a:endParaRPr>
          </a:p>
        </p:txBody>
      </p:sp>
      <p:grpSp>
        <p:nvGrpSpPr>
          <p:cNvPr id="22" name="组合 21"/>
          <p:cNvGrpSpPr/>
          <p:nvPr/>
        </p:nvGrpSpPr>
        <p:grpSpPr>
          <a:xfrm flipH="1">
            <a:off x="10375900" y="6121400"/>
            <a:ext cx="1282700" cy="421640"/>
            <a:chOff x="495300" y="304800"/>
            <a:chExt cx="1282700" cy="421640"/>
          </a:xfrm>
        </p:grpSpPr>
        <p:sp>
          <p:nvSpPr>
            <p:cNvPr id="23" name="矩形: 圆角 22"/>
            <p:cNvSpPr/>
            <p:nvPr/>
          </p:nvSpPr>
          <p:spPr>
            <a:xfrm>
              <a:off x="495300" y="304800"/>
              <a:ext cx="7920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角 23"/>
            <p:cNvSpPr/>
            <p:nvPr/>
          </p:nvSpPr>
          <p:spPr>
            <a:xfrm>
              <a:off x="495300" y="485140"/>
              <a:ext cx="12827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圆角 24"/>
            <p:cNvSpPr/>
            <p:nvPr/>
          </p:nvSpPr>
          <p:spPr>
            <a:xfrm>
              <a:off x="495300" y="665480"/>
              <a:ext cx="5400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 name="文本框 6"/>
          <p:cNvSpPr txBox="1"/>
          <p:nvPr/>
        </p:nvSpPr>
        <p:spPr>
          <a:xfrm>
            <a:off x="542925" y="2650331"/>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目的与意义</a:t>
            </a:r>
            <a:endParaRPr lang="zh-CN" altLang="en-US" sz="2800" b="1" dirty="0">
              <a:latin typeface="微软雅黑" panose="020B0503020204020204" pitchFamily="34" charset="-122"/>
              <a:ea typeface="微软雅黑" panose="020B0503020204020204" pitchFamily="34" charset="-122"/>
            </a:endParaRPr>
          </a:p>
        </p:txBody>
      </p:sp>
      <p:sp>
        <p:nvSpPr>
          <p:cNvPr id="8" name="文本框 7"/>
          <p:cNvSpPr txBox="1"/>
          <p:nvPr/>
        </p:nvSpPr>
        <p:spPr>
          <a:xfrm>
            <a:off x="542925" y="3643312"/>
            <a:ext cx="2019300"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方法与过程</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矩形 33"/>
          <p:cNvSpPr/>
          <p:nvPr/>
        </p:nvSpPr>
        <p:spPr>
          <a:xfrm>
            <a:off x="3234508" y="3877448"/>
            <a:ext cx="8478488" cy="2620628"/>
          </a:xfrm>
          <a:prstGeom prst="rect">
            <a:avLst/>
          </a:prstGeom>
          <a:solidFill>
            <a:schemeClr val="bg1">
              <a:lumMod val="95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nvSpPr>
        <p:spPr>
          <a:xfrm>
            <a:off x="3236219" y="1325421"/>
            <a:ext cx="8476777" cy="2270314"/>
          </a:xfrm>
          <a:prstGeom prst="rect">
            <a:avLst/>
          </a:prstGeom>
          <a:solidFill>
            <a:schemeClr val="bg1">
              <a:lumMod val="95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542925" y="4636293"/>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结果与分析</a:t>
            </a:r>
            <a:endParaRPr lang="zh-CN" altLang="en-US" sz="2800" b="1"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542925" y="5629275"/>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总结与讨论</a:t>
            </a:r>
            <a:endParaRPr lang="zh-CN" altLang="en-US" sz="2800" b="1" dirty="0">
              <a:latin typeface="微软雅黑" panose="020B0503020204020204" pitchFamily="34" charset="-122"/>
              <a:ea typeface="微软雅黑" panose="020B0503020204020204" pitchFamily="34" charset="-122"/>
            </a:endParaRPr>
          </a:p>
        </p:txBody>
      </p:sp>
      <p:sp>
        <p:nvSpPr>
          <p:cNvPr id="6" name="文本框 5"/>
          <p:cNvSpPr txBox="1"/>
          <p:nvPr/>
        </p:nvSpPr>
        <p:spPr>
          <a:xfrm>
            <a:off x="542925" y="1657350"/>
            <a:ext cx="1828800" cy="523220"/>
          </a:xfrm>
          <a:prstGeom prst="rect">
            <a:avLst/>
          </a:prstGeom>
          <a:noFill/>
        </p:spPr>
        <p:txBody>
          <a:bodyPr wrap="square" rtlCol="0">
            <a:spAutoFit/>
          </a:bodyPr>
          <a:lstStyle/>
          <a:p>
            <a:r>
              <a:rPr lang="zh-CN" altLang="en-US" sz="2800" b="1" dirty="0">
                <a:solidFill>
                  <a:sysClr val="windowText" lastClr="000000"/>
                </a:solidFill>
                <a:latin typeface="微软雅黑" panose="020B0503020204020204" pitchFamily="34" charset="-122"/>
                <a:ea typeface="微软雅黑" panose="020B0503020204020204" pitchFamily="34" charset="-122"/>
              </a:rPr>
              <a:t>研究背景</a:t>
            </a:r>
            <a:endParaRPr lang="zh-CN" altLang="en-US" sz="2800" b="1" dirty="0">
              <a:solidFill>
                <a:sysClr val="windowText" lastClr="000000"/>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2" y="3522411"/>
            <a:ext cx="2867026" cy="921872"/>
            <a:chOff x="-2" y="1537960"/>
            <a:chExt cx="2867026" cy="921872"/>
          </a:xfrm>
        </p:grpSpPr>
        <p:sp>
          <p:nvSpPr>
            <p:cNvPr id="11" name="矩形 10"/>
            <p:cNvSpPr/>
            <p:nvPr/>
          </p:nvSpPr>
          <p:spPr>
            <a:xfrm>
              <a:off x="-1" y="1537960"/>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直角三角形 11"/>
            <p:cNvSpPr/>
            <p:nvPr/>
          </p:nvSpPr>
          <p:spPr>
            <a:xfrm rot="10800000">
              <a:off x="-2" y="2299960"/>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 name="文本框 13"/>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endParaRPr lang="zh-CN" altLang="en-US" sz="4800" b="1" dirty="0">
              <a:solidFill>
                <a:schemeClr val="accent1"/>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542925" y="2650331"/>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目的与意义</a:t>
            </a:r>
            <a:endParaRPr lang="zh-CN" altLang="en-US" sz="2800" b="1" dirty="0">
              <a:latin typeface="微软雅黑" panose="020B0503020204020204" pitchFamily="34" charset="-122"/>
              <a:ea typeface="微软雅黑" panose="020B0503020204020204" pitchFamily="34" charset="-122"/>
            </a:endParaRPr>
          </a:p>
        </p:txBody>
      </p:sp>
      <p:sp>
        <p:nvSpPr>
          <p:cNvPr id="8" name="文本框 7"/>
          <p:cNvSpPr txBox="1"/>
          <p:nvPr/>
        </p:nvSpPr>
        <p:spPr>
          <a:xfrm>
            <a:off x="542925" y="3643312"/>
            <a:ext cx="2019300"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方法与过程</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5" name="矩形 4"/>
          <p:cNvSpPr/>
          <p:nvPr/>
        </p:nvSpPr>
        <p:spPr>
          <a:xfrm>
            <a:off x="3396996" y="797947"/>
            <a:ext cx="8316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3403600" y="162578"/>
            <a:ext cx="45085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前提准备</a:t>
            </a:r>
            <a:endParaRPr lang="zh-CN" altLang="en-US" sz="2800" b="1" dirty="0">
              <a:latin typeface="微软雅黑" panose="020B0503020204020204" pitchFamily="34" charset="-122"/>
              <a:ea typeface="微软雅黑" panose="020B0503020204020204" pitchFamily="34" charset="-122"/>
            </a:endParaRPr>
          </a:p>
        </p:txBody>
      </p:sp>
      <p:sp>
        <p:nvSpPr>
          <p:cNvPr id="18" name="任意多边形: 形状 17"/>
          <p:cNvSpPr/>
          <p:nvPr/>
        </p:nvSpPr>
        <p:spPr>
          <a:xfrm>
            <a:off x="6586317" y="2608589"/>
            <a:ext cx="1882359" cy="1839521"/>
          </a:xfrm>
          <a:custGeom>
            <a:avLst/>
            <a:gdLst>
              <a:gd name="connsiteX0" fmla="*/ 509588 w 1019176"/>
              <a:gd name="connsiteY0" fmla="*/ 0 h 995982"/>
              <a:gd name="connsiteX1" fmla="*/ 1019176 w 1019176"/>
              <a:gd name="connsiteY1" fmla="*/ 509588 h 995982"/>
              <a:gd name="connsiteX2" fmla="*/ 1008823 w 1019176"/>
              <a:gd name="connsiteY2" fmla="*/ 612288 h 995982"/>
              <a:gd name="connsiteX3" fmla="*/ 1004675 w 1019176"/>
              <a:gd name="connsiteY3" fmla="*/ 625651 h 995982"/>
              <a:gd name="connsiteX4" fmla="*/ 1004002 w 1019176"/>
              <a:gd name="connsiteY4" fmla="*/ 625442 h 995982"/>
              <a:gd name="connsiteX5" fmla="*/ 979131 w 1019176"/>
              <a:gd name="connsiteY5" fmla="*/ 705562 h 995982"/>
              <a:gd name="connsiteX6" fmla="*/ 707944 w 1019176"/>
              <a:gd name="connsiteY6" fmla="*/ 976749 h 995982"/>
              <a:gd name="connsiteX7" fmla="*/ 645985 w 1019176"/>
              <a:gd name="connsiteY7" fmla="*/ 995982 h 995982"/>
              <a:gd name="connsiteX8" fmla="*/ 620440 w 1019176"/>
              <a:gd name="connsiteY8" fmla="*/ 913689 h 995982"/>
              <a:gd name="connsiteX9" fmla="*/ 511231 w 1019176"/>
              <a:gd name="connsiteY9" fmla="*/ 751711 h 995982"/>
              <a:gd name="connsiteX10" fmla="*/ 511032 w 1019176"/>
              <a:gd name="connsiteY10" fmla="*/ 751547 h 995982"/>
              <a:gd name="connsiteX11" fmla="*/ 509589 w 1019176"/>
              <a:gd name="connsiteY11" fmla="*/ 752738 h 995982"/>
              <a:gd name="connsiteX12" fmla="*/ 435813 w 1019176"/>
              <a:gd name="connsiteY12" fmla="*/ 691867 h 995982"/>
              <a:gd name="connsiteX13" fmla="*/ 150897 w 1019176"/>
              <a:gd name="connsiteY13" fmla="*/ 604837 h 995982"/>
              <a:gd name="connsiteX14" fmla="*/ 48197 w 1019176"/>
              <a:gd name="connsiteY14" fmla="*/ 615190 h 995982"/>
              <a:gd name="connsiteX15" fmla="*/ 14501 w 1019176"/>
              <a:gd name="connsiteY15" fmla="*/ 625650 h 995982"/>
              <a:gd name="connsiteX16" fmla="*/ 10353 w 1019176"/>
              <a:gd name="connsiteY16" fmla="*/ 612288 h 995982"/>
              <a:gd name="connsiteX17" fmla="*/ 0 w 1019176"/>
              <a:gd name="connsiteY17" fmla="*/ 509588 h 995982"/>
              <a:gd name="connsiteX18" fmla="*/ 509588 w 1019176"/>
              <a:gd name="connsiteY18" fmla="*/ 0 h 995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19176" h="995982">
                <a:moveTo>
                  <a:pt x="509588" y="0"/>
                </a:moveTo>
                <a:cubicBezTo>
                  <a:pt x="791026" y="0"/>
                  <a:pt x="1019176" y="228150"/>
                  <a:pt x="1019176" y="509588"/>
                </a:cubicBezTo>
                <a:cubicBezTo>
                  <a:pt x="1019176" y="544768"/>
                  <a:pt x="1015611" y="579115"/>
                  <a:pt x="1008823" y="612288"/>
                </a:cubicBezTo>
                <a:lnTo>
                  <a:pt x="1004675" y="625651"/>
                </a:lnTo>
                <a:lnTo>
                  <a:pt x="1004002" y="625442"/>
                </a:lnTo>
                <a:lnTo>
                  <a:pt x="979131" y="705562"/>
                </a:lnTo>
                <a:cubicBezTo>
                  <a:pt x="927558" y="827494"/>
                  <a:pt x="829876" y="925176"/>
                  <a:pt x="707944" y="976749"/>
                </a:cubicBezTo>
                <a:lnTo>
                  <a:pt x="645985" y="995982"/>
                </a:lnTo>
                <a:lnTo>
                  <a:pt x="620440" y="913689"/>
                </a:lnTo>
                <a:cubicBezTo>
                  <a:pt x="594654" y="852723"/>
                  <a:pt x="557340" y="797820"/>
                  <a:pt x="511231" y="751711"/>
                </a:cubicBezTo>
                <a:lnTo>
                  <a:pt x="511032" y="751547"/>
                </a:lnTo>
                <a:lnTo>
                  <a:pt x="509589" y="752738"/>
                </a:lnTo>
                <a:lnTo>
                  <a:pt x="435813" y="691867"/>
                </a:lnTo>
                <a:cubicBezTo>
                  <a:pt x="354482" y="636921"/>
                  <a:pt x="256436" y="604837"/>
                  <a:pt x="150897" y="604837"/>
                </a:cubicBezTo>
                <a:cubicBezTo>
                  <a:pt x="115717" y="604837"/>
                  <a:pt x="81370" y="608402"/>
                  <a:pt x="48197" y="615190"/>
                </a:cubicBezTo>
                <a:lnTo>
                  <a:pt x="14501" y="625650"/>
                </a:lnTo>
                <a:lnTo>
                  <a:pt x="10353" y="612288"/>
                </a:lnTo>
                <a:cubicBezTo>
                  <a:pt x="3565" y="579115"/>
                  <a:pt x="0" y="544768"/>
                  <a:pt x="0" y="509588"/>
                </a:cubicBezTo>
                <a:cubicBezTo>
                  <a:pt x="0" y="228150"/>
                  <a:pt x="228150" y="0"/>
                  <a:pt x="509588" y="0"/>
                </a:cubicBezTo>
                <a:close/>
              </a:path>
            </a:pathLst>
          </a:custGeom>
          <a:solidFill>
            <a:schemeClr val="accent1"/>
          </a:solidFill>
          <a:ln>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a:p>
        </p:txBody>
      </p:sp>
      <p:sp>
        <p:nvSpPr>
          <p:cNvPr id="19" name="任意多边形: 形状 18"/>
          <p:cNvSpPr/>
          <p:nvPr/>
        </p:nvSpPr>
        <p:spPr>
          <a:xfrm>
            <a:off x="5923835" y="3725701"/>
            <a:ext cx="1603663" cy="1882359"/>
          </a:xfrm>
          <a:custGeom>
            <a:avLst/>
            <a:gdLst>
              <a:gd name="connsiteX0" fmla="*/ 509588 w 868280"/>
              <a:gd name="connsiteY0" fmla="*/ 0 h 1019176"/>
              <a:gd name="connsiteX1" fmla="*/ 794504 w 868280"/>
              <a:gd name="connsiteY1" fmla="*/ 87030 h 1019176"/>
              <a:gd name="connsiteX2" fmla="*/ 868280 w 868280"/>
              <a:gd name="connsiteY2" fmla="*/ 147901 h 1019176"/>
              <a:gd name="connsiteX3" fmla="*/ 866637 w 868280"/>
              <a:gd name="connsiteY3" fmla="*/ 149256 h 1019176"/>
              <a:gd name="connsiteX4" fmla="*/ 757428 w 868280"/>
              <a:gd name="connsiteY4" fmla="*/ 311234 h 1019176"/>
              <a:gd name="connsiteX5" fmla="*/ 731883 w 868280"/>
              <a:gd name="connsiteY5" fmla="*/ 393526 h 1019176"/>
              <a:gd name="connsiteX6" fmla="*/ 727735 w 868280"/>
              <a:gd name="connsiteY6" fmla="*/ 406889 h 1019176"/>
              <a:gd name="connsiteX7" fmla="*/ 717382 w 868280"/>
              <a:gd name="connsiteY7" fmla="*/ 509589 h 1019176"/>
              <a:gd name="connsiteX8" fmla="*/ 866637 w 868280"/>
              <a:gd name="connsiteY8" fmla="*/ 869922 h 1019176"/>
              <a:gd name="connsiteX9" fmla="*/ 868279 w 868280"/>
              <a:gd name="connsiteY9" fmla="*/ 871277 h 1019176"/>
              <a:gd name="connsiteX10" fmla="*/ 794504 w 868280"/>
              <a:gd name="connsiteY10" fmla="*/ 932146 h 1019176"/>
              <a:gd name="connsiteX11" fmla="*/ 509588 w 868280"/>
              <a:gd name="connsiteY11" fmla="*/ 1019176 h 1019176"/>
              <a:gd name="connsiteX12" fmla="*/ 0 w 868280"/>
              <a:gd name="connsiteY12" fmla="*/ 509588 h 1019176"/>
              <a:gd name="connsiteX13" fmla="*/ 311233 w 868280"/>
              <a:gd name="connsiteY13" fmla="*/ 40046 h 1019176"/>
              <a:gd name="connsiteX14" fmla="*/ 373192 w 868280"/>
              <a:gd name="connsiteY14" fmla="*/ 20813 h 1019176"/>
              <a:gd name="connsiteX15" fmla="*/ 406888 w 868280"/>
              <a:gd name="connsiteY15" fmla="*/ 10353 h 1019176"/>
              <a:gd name="connsiteX16" fmla="*/ 509588 w 868280"/>
              <a:gd name="connsiteY16" fmla="*/ 0 h 1019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8280" h="1019176">
                <a:moveTo>
                  <a:pt x="509588" y="0"/>
                </a:moveTo>
                <a:cubicBezTo>
                  <a:pt x="615127" y="0"/>
                  <a:pt x="713173" y="32084"/>
                  <a:pt x="794504" y="87030"/>
                </a:cubicBezTo>
                <a:lnTo>
                  <a:pt x="868280" y="147901"/>
                </a:lnTo>
                <a:lnTo>
                  <a:pt x="866637" y="149256"/>
                </a:lnTo>
                <a:cubicBezTo>
                  <a:pt x="820528" y="195365"/>
                  <a:pt x="783215" y="250268"/>
                  <a:pt x="757428" y="311234"/>
                </a:cubicBezTo>
                <a:lnTo>
                  <a:pt x="731883" y="393526"/>
                </a:lnTo>
                <a:lnTo>
                  <a:pt x="727735" y="406889"/>
                </a:lnTo>
                <a:cubicBezTo>
                  <a:pt x="720947" y="440062"/>
                  <a:pt x="717382" y="474409"/>
                  <a:pt x="717382" y="509589"/>
                </a:cubicBezTo>
                <a:cubicBezTo>
                  <a:pt x="717382" y="650308"/>
                  <a:pt x="774420" y="777705"/>
                  <a:pt x="866637" y="869922"/>
                </a:cubicBezTo>
                <a:lnTo>
                  <a:pt x="868279" y="871277"/>
                </a:lnTo>
                <a:lnTo>
                  <a:pt x="794504" y="932146"/>
                </a:lnTo>
                <a:cubicBezTo>
                  <a:pt x="713173" y="987093"/>
                  <a:pt x="615127" y="1019176"/>
                  <a:pt x="509588" y="1019176"/>
                </a:cubicBezTo>
                <a:cubicBezTo>
                  <a:pt x="228150" y="1019176"/>
                  <a:pt x="0" y="791026"/>
                  <a:pt x="0" y="509588"/>
                </a:cubicBezTo>
                <a:cubicBezTo>
                  <a:pt x="0" y="298510"/>
                  <a:pt x="128334" y="117406"/>
                  <a:pt x="311233" y="40046"/>
                </a:cubicBezTo>
                <a:lnTo>
                  <a:pt x="373192" y="20813"/>
                </a:lnTo>
                <a:lnTo>
                  <a:pt x="406888" y="10353"/>
                </a:lnTo>
                <a:cubicBezTo>
                  <a:pt x="440061" y="3565"/>
                  <a:pt x="474408" y="0"/>
                  <a:pt x="509588" y="0"/>
                </a:cubicBezTo>
                <a:close/>
              </a:path>
            </a:pathLst>
          </a:custGeom>
          <a:solidFill>
            <a:schemeClr val="accent1">
              <a:lumMod val="60000"/>
              <a:lumOff val="40000"/>
            </a:schemeClr>
          </a:solidFill>
          <a:ln>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a:p>
        </p:txBody>
      </p:sp>
      <p:sp>
        <p:nvSpPr>
          <p:cNvPr id="20" name="任意多边形: 形状 19"/>
          <p:cNvSpPr/>
          <p:nvPr/>
        </p:nvSpPr>
        <p:spPr>
          <a:xfrm>
            <a:off x="7248798" y="3764146"/>
            <a:ext cx="1882359" cy="1843918"/>
          </a:xfrm>
          <a:custGeom>
            <a:avLst/>
            <a:gdLst>
              <a:gd name="connsiteX0" fmla="*/ 645984 w 1019176"/>
              <a:gd name="connsiteY0" fmla="*/ 0 h 998363"/>
              <a:gd name="connsiteX1" fmla="*/ 707943 w 1019176"/>
              <a:gd name="connsiteY1" fmla="*/ 19233 h 998363"/>
              <a:gd name="connsiteX2" fmla="*/ 1019176 w 1019176"/>
              <a:gd name="connsiteY2" fmla="*/ 488775 h 998363"/>
              <a:gd name="connsiteX3" fmla="*/ 509588 w 1019176"/>
              <a:gd name="connsiteY3" fmla="*/ 998363 h 998363"/>
              <a:gd name="connsiteX4" fmla="*/ 224672 w 1019176"/>
              <a:gd name="connsiteY4" fmla="*/ 911333 h 998363"/>
              <a:gd name="connsiteX5" fmla="*/ 150897 w 1019176"/>
              <a:gd name="connsiteY5" fmla="*/ 850463 h 998363"/>
              <a:gd name="connsiteX6" fmla="*/ 149255 w 1019176"/>
              <a:gd name="connsiteY6" fmla="*/ 849108 h 998363"/>
              <a:gd name="connsiteX7" fmla="*/ 0 w 1019176"/>
              <a:gd name="connsiteY7" fmla="*/ 488775 h 998363"/>
              <a:gd name="connsiteX8" fmla="*/ 10353 w 1019176"/>
              <a:gd name="connsiteY8" fmla="*/ 386075 h 998363"/>
              <a:gd name="connsiteX9" fmla="*/ 14501 w 1019176"/>
              <a:gd name="connsiteY9" fmla="*/ 372712 h 998363"/>
              <a:gd name="connsiteX10" fmla="*/ 48197 w 1019176"/>
              <a:gd name="connsiteY10" fmla="*/ 383172 h 998363"/>
              <a:gd name="connsiteX11" fmla="*/ 150897 w 1019176"/>
              <a:gd name="connsiteY11" fmla="*/ 393525 h 998363"/>
              <a:gd name="connsiteX12" fmla="*/ 253597 w 1019176"/>
              <a:gd name="connsiteY12" fmla="*/ 383172 h 998363"/>
              <a:gd name="connsiteX13" fmla="*/ 287293 w 1019176"/>
              <a:gd name="connsiteY13" fmla="*/ 372712 h 998363"/>
              <a:gd name="connsiteX14" fmla="*/ 349252 w 1019176"/>
              <a:gd name="connsiteY14" fmla="*/ 353479 h 998363"/>
              <a:gd name="connsiteX15" fmla="*/ 620439 w 1019176"/>
              <a:gd name="connsiteY15" fmla="*/ 82292 h 998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19176" h="998363">
                <a:moveTo>
                  <a:pt x="645984" y="0"/>
                </a:moveTo>
                <a:lnTo>
                  <a:pt x="707943" y="19233"/>
                </a:lnTo>
                <a:cubicBezTo>
                  <a:pt x="890842" y="96593"/>
                  <a:pt x="1019176" y="277697"/>
                  <a:pt x="1019176" y="488775"/>
                </a:cubicBezTo>
                <a:cubicBezTo>
                  <a:pt x="1019176" y="770213"/>
                  <a:pt x="791026" y="998363"/>
                  <a:pt x="509588" y="998363"/>
                </a:cubicBezTo>
                <a:cubicBezTo>
                  <a:pt x="404049" y="998363"/>
                  <a:pt x="306003" y="966280"/>
                  <a:pt x="224672" y="911333"/>
                </a:cubicBezTo>
                <a:lnTo>
                  <a:pt x="150897" y="850463"/>
                </a:lnTo>
                <a:lnTo>
                  <a:pt x="149255" y="849108"/>
                </a:lnTo>
                <a:cubicBezTo>
                  <a:pt x="57038" y="756891"/>
                  <a:pt x="0" y="629494"/>
                  <a:pt x="0" y="488775"/>
                </a:cubicBezTo>
                <a:cubicBezTo>
                  <a:pt x="0" y="453595"/>
                  <a:pt x="3565" y="419248"/>
                  <a:pt x="10353" y="386075"/>
                </a:cubicBezTo>
                <a:lnTo>
                  <a:pt x="14501" y="372712"/>
                </a:lnTo>
                <a:lnTo>
                  <a:pt x="48197" y="383172"/>
                </a:lnTo>
                <a:cubicBezTo>
                  <a:pt x="81370" y="389960"/>
                  <a:pt x="115717" y="393525"/>
                  <a:pt x="150897" y="393525"/>
                </a:cubicBezTo>
                <a:cubicBezTo>
                  <a:pt x="186077" y="393525"/>
                  <a:pt x="220424" y="389960"/>
                  <a:pt x="253597" y="383172"/>
                </a:cubicBezTo>
                <a:lnTo>
                  <a:pt x="287293" y="372712"/>
                </a:lnTo>
                <a:lnTo>
                  <a:pt x="349252" y="353479"/>
                </a:lnTo>
                <a:cubicBezTo>
                  <a:pt x="471184" y="301906"/>
                  <a:pt x="568866" y="204224"/>
                  <a:pt x="620439" y="82292"/>
                </a:cubicBezTo>
                <a:close/>
              </a:path>
            </a:pathLst>
          </a:custGeom>
          <a:solidFill>
            <a:schemeClr val="accent1">
              <a:lumMod val="20000"/>
              <a:lumOff val="80000"/>
            </a:schemeClr>
          </a:solidFill>
          <a:ln>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a:p>
        </p:txBody>
      </p:sp>
      <p:sp>
        <p:nvSpPr>
          <p:cNvPr id="21" name="任意多边形: 形状 20"/>
          <p:cNvSpPr/>
          <p:nvPr/>
        </p:nvSpPr>
        <p:spPr>
          <a:xfrm>
            <a:off x="7275582" y="3998868"/>
            <a:ext cx="503831" cy="492096"/>
          </a:xfrm>
          <a:custGeom>
            <a:avLst/>
            <a:gdLst>
              <a:gd name="connsiteX0" fmla="*/ 136397 w 272792"/>
              <a:gd name="connsiteY0" fmla="*/ 0 h 266438"/>
              <a:gd name="connsiteX1" fmla="*/ 138038 w 272792"/>
              <a:gd name="connsiteY1" fmla="*/ 1354 h 266438"/>
              <a:gd name="connsiteX2" fmla="*/ 247247 w 272792"/>
              <a:gd name="connsiteY2" fmla="*/ 163332 h 266438"/>
              <a:gd name="connsiteX3" fmla="*/ 272792 w 272792"/>
              <a:gd name="connsiteY3" fmla="*/ 245625 h 266438"/>
              <a:gd name="connsiteX4" fmla="*/ 239096 w 272792"/>
              <a:gd name="connsiteY4" fmla="*/ 256085 h 266438"/>
              <a:gd name="connsiteX5" fmla="*/ 136396 w 272792"/>
              <a:gd name="connsiteY5" fmla="*/ 266438 h 266438"/>
              <a:gd name="connsiteX6" fmla="*/ 33696 w 272792"/>
              <a:gd name="connsiteY6" fmla="*/ 256085 h 266438"/>
              <a:gd name="connsiteX7" fmla="*/ 0 w 272792"/>
              <a:gd name="connsiteY7" fmla="*/ 245625 h 266438"/>
              <a:gd name="connsiteX8" fmla="*/ 25545 w 272792"/>
              <a:gd name="connsiteY8" fmla="*/ 163333 h 266438"/>
              <a:gd name="connsiteX9" fmla="*/ 134754 w 272792"/>
              <a:gd name="connsiteY9" fmla="*/ 1355 h 266438"/>
              <a:gd name="connsiteX10" fmla="*/ 136397 w 272792"/>
              <a:gd name="connsiteY10" fmla="*/ 0 h 266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2792" h="266438">
                <a:moveTo>
                  <a:pt x="136397" y="0"/>
                </a:moveTo>
                <a:lnTo>
                  <a:pt x="138038" y="1354"/>
                </a:lnTo>
                <a:cubicBezTo>
                  <a:pt x="184147" y="47463"/>
                  <a:pt x="221461" y="102366"/>
                  <a:pt x="247247" y="163332"/>
                </a:cubicBezTo>
                <a:lnTo>
                  <a:pt x="272792" y="245625"/>
                </a:lnTo>
                <a:lnTo>
                  <a:pt x="239096" y="256085"/>
                </a:lnTo>
                <a:cubicBezTo>
                  <a:pt x="205923" y="262873"/>
                  <a:pt x="171576" y="266438"/>
                  <a:pt x="136396" y="266438"/>
                </a:cubicBezTo>
                <a:cubicBezTo>
                  <a:pt x="101216" y="266438"/>
                  <a:pt x="66869" y="262873"/>
                  <a:pt x="33696" y="256085"/>
                </a:cubicBezTo>
                <a:lnTo>
                  <a:pt x="0" y="245625"/>
                </a:lnTo>
                <a:lnTo>
                  <a:pt x="25545" y="163333"/>
                </a:lnTo>
                <a:cubicBezTo>
                  <a:pt x="51332" y="102367"/>
                  <a:pt x="88645" y="47464"/>
                  <a:pt x="134754" y="1355"/>
                </a:cubicBezTo>
                <a:lnTo>
                  <a:pt x="136397" y="0"/>
                </a:lnTo>
                <a:close/>
              </a:path>
            </a:pathLst>
          </a:custGeom>
          <a:solidFill>
            <a:schemeClr val="bg1"/>
          </a:solidFill>
          <a:ln>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a:p>
        </p:txBody>
      </p:sp>
      <p:sp>
        <p:nvSpPr>
          <p:cNvPr id="22" name="文本框 21"/>
          <p:cNvSpPr txBox="1"/>
          <p:nvPr/>
        </p:nvSpPr>
        <p:spPr>
          <a:xfrm>
            <a:off x="6540443" y="3078350"/>
            <a:ext cx="1974105" cy="553998"/>
          </a:xfrm>
          <a:prstGeom prst="rect">
            <a:avLst/>
          </a:prstGeom>
          <a:noFill/>
        </p:spPr>
        <p:txBody>
          <a:bodyPr wrap="square" rtlCol="0">
            <a:spAutoFit/>
          </a:bodyPr>
          <a:lstStyle/>
          <a:p>
            <a:pPr algn="ctr"/>
            <a:r>
              <a:rPr lang="zh-CN" altLang="en-US" dirty="0">
                <a:solidFill>
                  <a:schemeClr val="bg1"/>
                </a:solidFill>
                <a:latin typeface="微软雅黑" panose="020B0503020204020204" pitchFamily="34" charset="-122"/>
                <a:ea typeface="微软雅黑" panose="020B0503020204020204" pitchFamily="34" charset="-122"/>
              </a:rPr>
              <a:t>输入标题</a:t>
            </a:r>
            <a:endParaRPr lang="en-US" altLang="zh-CN" dirty="0">
              <a:solidFill>
                <a:schemeClr val="bg1"/>
              </a:solidFill>
              <a:latin typeface="微软雅黑" panose="020B0503020204020204" pitchFamily="34" charset="-122"/>
              <a:ea typeface="微软雅黑" panose="020B0503020204020204" pitchFamily="34" charset="-122"/>
            </a:endParaRPr>
          </a:p>
          <a:p>
            <a:pPr algn="ctr"/>
            <a:r>
              <a:rPr lang="en-US" altLang="zh-CN" sz="1200" dirty="0">
                <a:solidFill>
                  <a:schemeClr val="bg1"/>
                </a:solidFill>
                <a:latin typeface="微软雅黑" panose="020B0503020204020204" pitchFamily="34" charset="-122"/>
                <a:ea typeface="微软雅黑" panose="020B0503020204020204" pitchFamily="34" charset="-122"/>
              </a:rPr>
              <a:t>enter your title</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28" name="文本框 27"/>
          <p:cNvSpPr txBox="1"/>
          <p:nvPr/>
        </p:nvSpPr>
        <p:spPr>
          <a:xfrm>
            <a:off x="5657850" y="4405833"/>
            <a:ext cx="1974105" cy="553998"/>
          </a:xfrm>
          <a:prstGeom prst="rect">
            <a:avLst/>
          </a:prstGeom>
          <a:noFill/>
        </p:spPr>
        <p:txBody>
          <a:bodyPr wrap="square" rtlCol="0">
            <a:spAutoFit/>
          </a:bodyPr>
          <a:lstStyle/>
          <a:p>
            <a:pPr algn="ctr"/>
            <a:r>
              <a:rPr lang="zh-CN" altLang="en-US" dirty="0">
                <a:solidFill>
                  <a:schemeClr val="bg1"/>
                </a:solidFill>
                <a:latin typeface="微软雅黑" panose="020B0503020204020204" pitchFamily="34" charset="-122"/>
                <a:ea typeface="微软雅黑" panose="020B0503020204020204" pitchFamily="34" charset="-122"/>
              </a:rPr>
              <a:t>输入标题</a:t>
            </a:r>
            <a:endParaRPr lang="en-US" altLang="zh-CN" dirty="0">
              <a:solidFill>
                <a:schemeClr val="bg1"/>
              </a:solidFill>
              <a:latin typeface="微软雅黑" panose="020B0503020204020204" pitchFamily="34" charset="-122"/>
              <a:ea typeface="微软雅黑" panose="020B0503020204020204" pitchFamily="34" charset="-122"/>
            </a:endParaRPr>
          </a:p>
          <a:p>
            <a:pPr algn="ctr"/>
            <a:r>
              <a:rPr lang="en-US" altLang="zh-CN" sz="1200" dirty="0">
                <a:solidFill>
                  <a:schemeClr val="bg1"/>
                </a:solidFill>
                <a:latin typeface="微软雅黑" panose="020B0503020204020204" pitchFamily="34" charset="-122"/>
                <a:ea typeface="微软雅黑" panose="020B0503020204020204" pitchFamily="34" charset="-122"/>
              </a:rPr>
              <a:t>enter your title</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29" name="文本框 28"/>
          <p:cNvSpPr txBox="1"/>
          <p:nvPr/>
        </p:nvSpPr>
        <p:spPr>
          <a:xfrm>
            <a:off x="7223569" y="4535799"/>
            <a:ext cx="1974105" cy="553998"/>
          </a:xfrm>
          <a:prstGeom prst="rect">
            <a:avLst/>
          </a:prstGeom>
          <a:noFill/>
        </p:spPr>
        <p:txBody>
          <a:bodyPr wrap="square" rtlCol="0">
            <a:spAutoFit/>
          </a:bodyPr>
          <a:lstStyle/>
          <a:p>
            <a:pPr algn="ctr"/>
            <a:r>
              <a:rPr lang="zh-CN" altLang="en-US" dirty="0">
                <a:solidFill>
                  <a:schemeClr val="bg1"/>
                </a:solidFill>
                <a:latin typeface="微软雅黑" panose="020B0503020204020204" pitchFamily="34" charset="-122"/>
                <a:ea typeface="微软雅黑" panose="020B0503020204020204" pitchFamily="34" charset="-122"/>
              </a:rPr>
              <a:t>输入标题</a:t>
            </a:r>
            <a:endParaRPr lang="en-US" altLang="zh-CN" dirty="0">
              <a:solidFill>
                <a:schemeClr val="bg1"/>
              </a:solidFill>
              <a:latin typeface="微软雅黑" panose="020B0503020204020204" pitchFamily="34" charset="-122"/>
              <a:ea typeface="微软雅黑" panose="020B0503020204020204" pitchFamily="34" charset="-122"/>
            </a:endParaRPr>
          </a:p>
          <a:p>
            <a:pPr algn="ctr"/>
            <a:r>
              <a:rPr lang="en-US" altLang="zh-CN" sz="1200" dirty="0">
                <a:solidFill>
                  <a:schemeClr val="bg1"/>
                </a:solidFill>
                <a:latin typeface="微软雅黑" panose="020B0503020204020204" pitchFamily="34" charset="-122"/>
                <a:ea typeface="微软雅黑" panose="020B0503020204020204" pitchFamily="34" charset="-122"/>
              </a:rPr>
              <a:t>enter your title</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35" name="文本框 34"/>
          <p:cNvSpPr txBox="1"/>
          <p:nvPr/>
        </p:nvSpPr>
        <p:spPr>
          <a:xfrm>
            <a:off x="4043664" y="1641397"/>
            <a:ext cx="7176582" cy="646331"/>
          </a:xfrm>
          <a:prstGeom prst="rect">
            <a:avLst/>
          </a:prstGeom>
          <a:noFill/>
        </p:spPr>
        <p:txBody>
          <a:bodyPr wrap="square" rtlCol="0">
            <a:spAutoFit/>
          </a:bodyPr>
          <a:lstStyle/>
          <a:p>
            <a:r>
              <a:rPr lang="zh-CN" altLang="en-US" sz="1200" dirty="0">
                <a:latin typeface="微软雅黑" panose="020B0503020204020204" pitchFamily="34" charset="-122"/>
                <a:ea typeface="微软雅黑" panose="020B0503020204020204" pitchFamily="34" charset="-122"/>
              </a:rPr>
              <a:t>这里输入正文内容这里输入正文内容这里输入正文内容这里输入正文内容这里输入正文内容这里输入正文内容这里输入正文内容这里输入正文内容这里输入正文内容这里输入正文内容这里输入正文内容这里输入正文内容这里输入正文内容这里输入正文内容这里输入正文内容</a:t>
            </a:r>
            <a:endParaRPr lang="zh-CN" altLang="en-US" sz="1200" dirty="0">
              <a:latin typeface="微软雅黑" panose="020B0503020204020204" pitchFamily="34" charset="-122"/>
              <a:ea typeface="微软雅黑" panose="020B0503020204020204" pitchFamily="34" charset="-122"/>
            </a:endParaRPr>
          </a:p>
        </p:txBody>
      </p:sp>
      <p:sp>
        <p:nvSpPr>
          <p:cNvPr id="39" name="文本框 38"/>
          <p:cNvSpPr txBox="1"/>
          <p:nvPr/>
        </p:nvSpPr>
        <p:spPr>
          <a:xfrm>
            <a:off x="3431393" y="4433759"/>
            <a:ext cx="2420078" cy="1754326"/>
          </a:xfrm>
          <a:prstGeom prst="rect">
            <a:avLst/>
          </a:prstGeom>
          <a:noFill/>
        </p:spPr>
        <p:txBody>
          <a:bodyPr wrap="square" rtlCol="0">
            <a:spAutoFit/>
          </a:bodyPr>
          <a:lstStyle/>
          <a:p>
            <a:r>
              <a:rPr lang="zh-CN" altLang="en-US" sz="1200" dirty="0">
                <a:latin typeface="微软雅黑" panose="020B0503020204020204" pitchFamily="34" charset="-122"/>
                <a:ea typeface="微软雅黑" panose="020B0503020204020204" pitchFamily="34" charset="-122"/>
              </a:rPr>
              <a:t>这里输入正文内容这里输入正文内容这里输入正文内容这里输入正文内容这里输入正文内容这里输入正文内容这里输入正文内容这里输入正文内容这里输入正文内容这里输入正文内容这里输入正文内容这里输入正文内容这里输入正文内容这里输入正文内容这里输入正文内</a:t>
            </a:r>
            <a:endParaRPr lang="zh-CN" altLang="en-US" sz="1200" dirty="0">
              <a:latin typeface="微软雅黑" panose="020B0503020204020204" pitchFamily="34" charset="-122"/>
              <a:ea typeface="微软雅黑" panose="020B0503020204020204" pitchFamily="34" charset="-122"/>
            </a:endParaRPr>
          </a:p>
        </p:txBody>
      </p:sp>
      <p:sp>
        <p:nvSpPr>
          <p:cNvPr id="40" name="文本框 39"/>
          <p:cNvSpPr txBox="1"/>
          <p:nvPr/>
        </p:nvSpPr>
        <p:spPr>
          <a:xfrm>
            <a:off x="9303392" y="4310599"/>
            <a:ext cx="2420078" cy="1754326"/>
          </a:xfrm>
          <a:prstGeom prst="rect">
            <a:avLst/>
          </a:prstGeom>
          <a:noFill/>
        </p:spPr>
        <p:txBody>
          <a:bodyPr wrap="square" rtlCol="0">
            <a:spAutoFit/>
          </a:bodyPr>
          <a:lstStyle/>
          <a:p>
            <a:r>
              <a:rPr lang="zh-CN" altLang="en-US" sz="1200" dirty="0">
                <a:latin typeface="微软雅黑" panose="020B0503020204020204" pitchFamily="34" charset="-122"/>
                <a:ea typeface="微软雅黑" panose="020B0503020204020204" pitchFamily="34" charset="-122"/>
              </a:rPr>
              <a:t>这里输入正文内容这里输入正文内容这里输入正文内容这里输入正文内容这里输入正文内容这里输入正文内容这里输入正文内容这里输入正文内容这里输入正文内容这里输入正文内容这里输入正文内容这里输入正文内容这里输入正文内容这里输入正文内容这里输入正文内</a:t>
            </a:r>
            <a:endParaRPr lang="zh-CN" altLang="en-US" sz="1200" dirty="0">
              <a:latin typeface="微软雅黑" panose="020B0503020204020204" pitchFamily="34" charset="-122"/>
              <a:ea typeface="微软雅黑" panose="020B0503020204020204" pitchFamily="34" charset="-122"/>
            </a:endParaRPr>
          </a:p>
        </p:txBody>
      </p:sp>
      <p:sp>
        <p:nvSpPr>
          <p:cNvPr id="42" name="矩形 41"/>
          <p:cNvSpPr/>
          <p:nvPr/>
        </p:nvSpPr>
        <p:spPr>
          <a:xfrm>
            <a:off x="3463057" y="6216011"/>
            <a:ext cx="2124958" cy="8768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p:nvSpPr>
        <p:spPr>
          <a:xfrm>
            <a:off x="9377474" y="6167663"/>
            <a:ext cx="2124958" cy="8768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矩形 43"/>
          <p:cNvSpPr/>
          <p:nvPr/>
        </p:nvSpPr>
        <p:spPr>
          <a:xfrm>
            <a:off x="3787631" y="1641396"/>
            <a:ext cx="84507" cy="64633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Freeform 18"/>
          <p:cNvSpPr/>
          <p:nvPr/>
        </p:nvSpPr>
        <p:spPr bwMode="auto">
          <a:xfrm rot="1573306" flipH="1">
            <a:off x="5618388" y="2878463"/>
            <a:ext cx="360032" cy="1258258"/>
          </a:xfrm>
          <a:custGeom>
            <a:avLst/>
            <a:gdLst>
              <a:gd name="T0" fmla="*/ 49 w 163"/>
              <a:gd name="T1" fmla="*/ 401 h 572"/>
              <a:gd name="T2" fmla="*/ 0 w 163"/>
              <a:gd name="T3" fmla="*/ 572 h 572"/>
              <a:gd name="T4" fmla="*/ 0 w 163"/>
              <a:gd name="T5" fmla="*/ 572 h 572"/>
              <a:gd name="T6" fmla="*/ 0 w 163"/>
              <a:gd name="T7" fmla="*/ 572 h 572"/>
              <a:gd name="T8" fmla="*/ 0 w 163"/>
              <a:gd name="T9" fmla="*/ 572 h 572"/>
              <a:gd name="T10" fmla="*/ 0 w 163"/>
              <a:gd name="T11" fmla="*/ 572 h 572"/>
              <a:gd name="T12" fmla="*/ 152 w 163"/>
              <a:gd name="T13" fmla="*/ 445 h 572"/>
              <a:gd name="T14" fmla="*/ 133 w 163"/>
              <a:gd name="T15" fmla="*/ 450 h 572"/>
              <a:gd name="T16" fmla="*/ 114 w 163"/>
              <a:gd name="T17" fmla="*/ 454 h 572"/>
              <a:gd name="T18" fmla="*/ 118 w 163"/>
              <a:gd name="T19" fmla="*/ 446 h 572"/>
              <a:gd name="T20" fmla="*/ 128 w 163"/>
              <a:gd name="T21" fmla="*/ 423 h 572"/>
              <a:gd name="T22" fmla="*/ 129 w 163"/>
              <a:gd name="T23" fmla="*/ 420 h 572"/>
              <a:gd name="T24" fmla="*/ 131 w 163"/>
              <a:gd name="T25" fmla="*/ 416 h 572"/>
              <a:gd name="T26" fmla="*/ 137 w 163"/>
              <a:gd name="T27" fmla="*/ 396 h 572"/>
              <a:gd name="T28" fmla="*/ 144 w 163"/>
              <a:gd name="T29" fmla="*/ 375 h 572"/>
              <a:gd name="T30" fmla="*/ 147 w 163"/>
              <a:gd name="T31" fmla="*/ 364 h 572"/>
              <a:gd name="T32" fmla="*/ 150 w 163"/>
              <a:gd name="T33" fmla="*/ 353 h 572"/>
              <a:gd name="T34" fmla="*/ 158 w 163"/>
              <a:gd name="T35" fmla="*/ 305 h 572"/>
              <a:gd name="T36" fmla="*/ 162 w 163"/>
              <a:gd name="T37" fmla="*/ 256 h 572"/>
              <a:gd name="T38" fmla="*/ 155 w 163"/>
              <a:gd name="T39" fmla="*/ 158 h 572"/>
              <a:gd name="T40" fmla="*/ 134 w 163"/>
              <a:gd name="T41" fmla="*/ 76 h 572"/>
              <a:gd name="T42" fmla="*/ 110 w 163"/>
              <a:gd name="T43" fmla="*/ 20 h 572"/>
              <a:gd name="T44" fmla="*/ 102 w 163"/>
              <a:gd name="T45" fmla="*/ 5 h 572"/>
              <a:gd name="T46" fmla="*/ 100 w 163"/>
              <a:gd name="T47" fmla="*/ 0 h 572"/>
              <a:gd name="T48" fmla="*/ 55 w 163"/>
              <a:gd name="T49" fmla="*/ 25 h 572"/>
              <a:gd name="T50" fmla="*/ 58 w 163"/>
              <a:gd name="T51" fmla="*/ 30 h 572"/>
              <a:gd name="T52" fmla="*/ 65 w 163"/>
              <a:gd name="T53" fmla="*/ 43 h 572"/>
              <a:gd name="T54" fmla="*/ 86 w 163"/>
              <a:gd name="T55" fmla="*/ 93 h 572"/>
              <a:gd name="T56" fmla="*/ 111 w 163"/>
              <a:gd name="T57" fmla="*/ 254 h 572"/>
              <a:gd name="T58" fmla="*/ 108 w 163"/>
              <a:gd name="T59" fmla="*/ 299 h 572"/>
              <a:gd name="T60" fmla="*/ 100 w 163"/>
              <a:gd name="T61" fmla="*/ 341 h 572"/>
              <a:gd name="T62" fmla="*/ 98 w 163"/>
              <a:gd name="T63" fmla="*/ 351 h 572"/>
              <a:gd name="T64" fmla="*/ 95 w 163"/>
              <a:gd name="T65" fmla="*/ 361 h 572"/>
              <a:gd name="T66" fmla="*/ 89 w 163"/>
              <a:gd name="T67" fmla="*/ 380 h 572"/>
              <a:gd name="T68" fmla="*/ 83 w 163"/>
              <a:gd name="T69" fmla="*/ 397 h 572"/>
              <a:gd name="T70" fmla="*/ 81 w 163"/>
              <a:gd name="T71" fmla="*/ 401 h 572"/>
              <a:gd name="T72" fmla="*/ 80 w 163"/>
              <a:gd name="T73" fmla="*/ 405 h 572"/>
              <a:gd name="T74" fmla="*/ 72 w 163"/>
              <a:gd name="T75" fmla="*/ 424 h 572"/>
              <a:gd name="T76" fmla="*/ 68 w 163"/>
              <a:gd name="T77" fmla="*/ 432 h 572"/>
              <a:gd name="T78" fmla="*/ 59 w 163"/>
              <a:gd name="T79" fmla="*/ 416 h 572"/>
              <a:gd name="T80" fmla="*/ 52 w 163"/>
              <a:gd name="T81" fmla="*/ 406 h 572"/>
              <a:gd name="T82" fmla="*/ 49 w 163"/>
              <a:gd name="T83" fmla="*/ 401 h 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63" h="572">
                <a:moveTo>
                  <a:pt x="49" y="401"/>
                </a:moveTo>
                <a:cubicBezTo>
                  <a:pt x="45" y="457"/>
                  <a:pt x="29" y="516"/>
                  <a:pt x="0" y="572"/>
                </a:cubicBezTo>
                <a:cubicBezTo>
                  <a:pt x="0" y="572"/>
                  <a:pt x="0" y="572"/>
                  <a:pt x="0" y="572"/>
                </a:cubicBezTo>
                <a:cubicBezTo>
                  <a:pt x="0" y="572"/>
                  <a:pt x="0" y="572"/>
                  <a:pt x="0" y="572"/>
                </a:cubicBezTo>
                <a:cubicBezTo>
                  <a:pt x="0" y="572"/>
                  <a:pt x="0" y="572"/>
                  <a:pt x="0" y="572"/>
                </a:cubicBezTo>
                <a:cubicBezTo>
                  <a:pt x="0" y="572"/>
                  <a:pt x="0" y="572"/>
                  <a:pt x="0" y="572"/>
                </a:cubicBezTo>
                <a:cubicBezTo>
                  <a:pt x="55" y="543"/>
                  <a:pt x="108" y="500"/>
                  <a:pt x="152" y="445"/>
                </a:cubicBezTo>
                <a:cubicBezTo>
                  <a:pt x="152" y="445"/>
                  <a:pt x="142" y="448"/>
                  <a:pt x="133" y="450"/>
                </a:cubicBezTo>
                <a:cubicBezTo>
                  <a:pt x="123" y="452"/>
                  <a:pt x="114" y="454"/>
                  <a:pt x="114" y="454"/>
                </a:cubicBezTo>
                <a:cubicBezTo>
                  <a:pt x="114" y="454"/>
                  <a:pt x="116" y="451"/>
                  <a:pt x="118" y="446"/>
                </a:cubicBezTo>
                <a:cubicBezTo>
                  <a:pt x="121" y="440"/>
                  <a:pt x="124" y="433"/>
                  <a:pt x="128" y="423"/>
                </a:cubicBezTo>
                <a:cubicBezTo>
                  <a:pt x="128" y="422"/>
                  <a:pt x="129" y="421"/>
                  <a:pt x="129" y="420"/>
                </a:cubicBezTo>
                <a:cubicBezTo>
                  <a:pt x="130" y="418"/>
                  <a:pt x="130" y="417"/>
                  <a:pt x="131" y="416"/>
                </a:cubicBezTo>
                <a:cubicBezTo>
                  <a:pt x="133" y="409"/>
                  <a:pt x="135" y="403"/>
                  <a:pt x="137" y="396"/>
                </a:cubicBezTo>
                <a:cubicBezTo>
                  <a:pt x="140" y="389"/>
                  <a:pt x="142" y="382"/>
                  <a:pt x="144" y="375"/>
                </a:cubicBezTo>
                <a:cubicBezTo>
                  <a:pt x="145" y="371"/>
                  <a:pt x="146" y="368"/>
                  <a:pt x="147" y="364"/>
                </a:cubicBezTo>
                <a:cubicBezTo>
                  <a:pt x="148" y="360"/>
                  <a:pt x="149" y="356"/>
                  <a:pt x="150" y="353"/>
                </a:cubicBezTo>
                <a:cubicBezTo>
                  <a:pt x="153" y="337"/>
                  <a:pt x="156" y="321"/>
                  <a:pt x="158" y="305"/>
                </a:cubicBezTo>
                <a:cubicBezTo>
                  <a:pt x="160" y="289"/>
                  <a:pt x="162" y="272"/>
                  <a:pt x="162" y="256"/>
                </a:cubicBezTo>
                <a:cubicBezTo>
                  <a:pt x="163" y="222"/>
                  <a:pt x="161" y="189"/>
                  <a:pt x="155" y="158"/>
                </a:cubicBezTo>
                <a:cubicBezTo>
                  <a:pt x="150" y="127"/>
                  <a:pt x="142" y="99"/>
                  <a:pt x="134" y="76"/>
                </a:cubicBezTo>
                <a:cubicBezTo>
                  <a:pt x="125" y="52"/>
                  <a:pt x="117" y="33"/>
                  <a:pt x="110" y="20"/>
                </a:cubicBezTo>
                <a:cubicBezTo>
                  <a:pt x="107" y="14"/>
                  <a:pt x="104" y="9"/>
                  <a:pt x="102" y="5"/>
                </a:cubicBezTo>
                <a:cubicBezTo>
                  <a:pt x="101" y="2"/>
                  <a:pt x="100" y="0"/>
                  <a:pt x="100" y="0"/>
                </a:cubicBezTo>
                <a:cubicBezTo>
                  <a:pt x="55" y="25"/>
                  <a:pt x="55" y="25"/>
                  <a:pt x="55" y="25"/>
                </a:cubicBezTo>
                <a:cubicBezTo>
                  <a:pt x="55" y="25"/>
                  <a:pt x="56" y="26"/>
                  <a:pt x="58" y="30"/>
                </a:cubicBezTo>
                <a:cubicBezTo>
                  <a:pt x="59" y="33"/>
                  <a:pt x="62" y="37"/>
                  <a:pt x="65" y="43"/>
                </a:cubicBezTo>
                <a:cubicBezTo>
                  <a:pt x="70" y="55"/>
                  <a:pt x="78" y="72"/>
                  <a:pt x="86" y="93"/>
                </a:cubicBezTo>
                <a:cubicBezTo>
                  <a:pt x="101" y="135"/>
                  <a:pt x="113" y="194"/>
                  <a:pt x="111" y="254"/>
                </a:cubicBezTo>
                <a:cubicBezTo>
                  <a:pt x="111" y="269"/>
                  <a:pt x="109" y="284"/>
                  <a:pt x="108" y="299"/>
                </a:cubicBezTo>
                <a:cubicBezTo>
                  <a:pt x="106" y="313"/>
                  <a:pt x="103" y="327"/>
                  <a:pt x="100" y="341"/>
                </a:cubicBezTo>
                <a:cubicBezTo>
                  <a:pt x="99" y="344"/>
                  <a:pt x="98" y="348"/>
                  <a:pt x="98" y="351"/>
                </a:cubicBezTo>
                <a:cubicBezTo>
                  <a:pt x="97" y="354"/>
                  <a:pt x="96" y="358"/>
                  <a:pt x="95" y="361"/>
                </a:cubicBezTo>
                <a:cubicBezTo>
                  <a:pt x="93" y="368"/>
                  <a:pt x="91" y="374"/>
                  <a:pt x="89" y="380"/>
                </a:cubicBezTo>
                <a:cubicBezTo>
                  <a:pt x="87" y="386"/>
                  <a:pt x="85" y="392"/>
                  <a:pt x="83" y="397"/>
                </a:cubicBezTo>
                <a:cubicBezTo>
                  <a:pt x="82" y="399"/>
                  <a:pt x="82" y="400"/>
                  <a:pt x="81" y="401"/>
                </a:cubicBezTo>
                <a:cubicBezTo>
                  <a:pt x="81" y="402"/>
                  <a:pt x="81" y="403"/>
                  <a:pt x="80" y="405"/>
                </a:cubicBezTo>
                <a:cubicBezTo>
                  <a:pt x="77" y="413"/>
                  <a:pt x="74" y="420"/>
                  <a:pt x="72" y="424"/>
                </a:cubicBezTo>
                <a:cubicBezTo>
                  <a:pt x="69" y="429"/>
                  <a:pt x="68" y="432"/>
                  <a:pt x="68" y="432"/>
                </a:cubicBezTo>
                <a:cubicBezTo>
                  <a:pt x="68" y="432"/>
                  <a:pt x="64" y="424"/>
                  <a:pt x="59" y="416"/>
                </a:cubicBezTo>
                <a:cubicBezTo>
                  <a:pt x="56" y="413"/>
                  <a:pt x="54" y="409"/>
                  <a:pt x="52" y="406"/>
                </a:cubicBezTo>
                <a:cubicBezTo>
                  <a:pt x="50" y="403"/>
                  <a:pt x="49" y="401"/>
                  <a:pt x="49" y="401"/>
                </a:cubicBezTo>
                <a:close/>
              </a:path>
            </a:pathLst>
          </a:custGeom>
          <a:solidFill>
            <a:schemeClr val="accent1">
              <a:lumMod val="40000"/>
              <a:lumOff val="60000"/>
            </a:schemeClr>
          </a:solidFill>
          <a:ln>
            <a:noFill/>
          </a:ln>
        </p:spPr>
        <p:txBody>
          <a:bodyPr vert="horz" wrap="square" lIns="91440" tIns="45720" rIns="91440" bIns="45720" numCol="1" anchor="t" anchorCtr="0" compatLnSpc="1"/>
          <a:lstStyle/>
          <a:p>
            <a:endParaRPr lang="id-ID">
              <a:solidFill>
                <a:schemeClr val="bg1"/>
              </a:solidFill>
            </a:endParaRPr>
          </a:p>
        </p:txBody>
      </p:sp>
      <p:sp>
        <p:nvSpPr>
          <p:cNvPr id="46" name="Freeform 18"/>
          <p:cNvSpPr/>
          <p:nvPr/>
        </p:nvSpPr>
        <p:spPr bwMode="auto">
          <a:xfrm rot="19761877" flipV="1">
            <a:off x="8990491" y="2893478"/>
            <a:ext cx="360032" cy="1258258"/>
          </a:xfrm>
          <a:custGeom>
            <a:avLst/>
            <a:gdLst>
              <a:gd name="T0" fmla="*/ 49 w 163"/>
              <a:gd name="T1" fmla="*/ 401 h 572"/>
              <a:gd name="T2" fmla="*/ 0 w 163"/>
              <a:gd name="T3" fmla="*/ 572 h 572"/>
              <a:gd name="T4" fmla="*/ 0 w 163"/>
              <a:gd name="T5" fmla="*/ 572 h 572"/>
              <a:gd name="T6" fmla="*/ 0 w 163"/>
              <a:gd name="T7" fmla="*/ 572 h 572"/>
              <a:gd name="T8" fmla="*/ 0 w 163"/>
              <a:gd name="T9" fmla="*/ 572 h 572"/>
              <a:gd name="T10" fmla="*/ 0 w 163"/>
              <a:gd name="T11" fmla="*/ 572 h 572"/>
              <a:gd name="T12" fmla="*/ 152 w 163"/>
              <a:gd name="T13" fmla="*/ 445 h 572"/>
              <a:gd name="T14" fmla="*/ 133 w 163"/>
              <a:gd name="T15" fmla="*/ 450 h 572"/>
              <a:gd name="T16" fmla="*/ 114 w 163"/>
              <a:gd name="T17" fmla="*/ 454 h 572"/>
              <a:gd name="T18" fmla="*/ 118 w 163"/>
              <a:gd name="T19" fmla="*/ 446 h 572"/>
              <a:gd name="T20" fmla="*/ 128 w 163"/>
              <a:gd name="T21" fmla="*/ 423 h 572"/>
              <a:gd name="T22" fmla="*/ 129 w 163"/>
              <a:gd name="T23" fmla="*/ 420 h 572"/>
              <a:gd name="T24" fmla="*/ 131 w 163"/>
              <a:gd name="T25" fmla="*/ 416 h 572"/>
              <a:gd name="T26" fmla="*/ 137 w 163"/>
              <a:gd name="T27" fmla="*/ 396 h 572"/>
              <a:gd name="T28" fmla="*/ 144 w 163"/>
              <a:gd name="T29" fmla="*/ 375 h 572"/>
              <a:gd name="T30" fmla="*/ 147 w 163"/>
              <a:gd name="T31" fmla="*/ 364 h 572"/>
              <a:gd name="T32" fmla="*/ 150 w 163"/>
              <a:gd name="T33" fmla="*/ 353 h 572"/>
              <a:gd name="T34" fmla="*/ 158 w 163"/>
              <a:gd name="T35" fmla="*/ 305 h 572"/>
              <a:gd name="T36" fmla="*/ 162 w 163"/>
              <a:gd name="T37" fmla="*/ 256 h 572"/>
              <a:gd name="T38" fmla="*/ 155 w 163"/>
              <a:gd name="T39" fmla="*/ 158 h 572"/>
              <a:gd name="T40" fmla="*/ 134 w 163"/>
              <a:gd name="T41" fmla="*/ 76 h 572"/>
              <a:gd name="T42" fmla="*/ 110 w 163"/>
              <a:gd name="T43" fmla="*/ 20 h 572"/>
              <a:gd name="T44" fmla="*/ 102 w 163"/>
              <a:gd name="T45" fmla="*/ 5 h 572"/>
              <a:gd name="T46" fmla="*/ 100 w 163"/>
              <a:gd name="T47" fmla="*/ 0 h 572"/>
              <a:gd name="T48" fmla="*/ 55 w 163"/>
              <a:gd name="T49" fmla="*/ 25 h 572"/>
              <a:gd name="T50" fmla="*/ 58 w 163"/>
              <a:gd name="T51" fmla="*/ 30 h 572"/>
              <a:gd name="T52" fmla="*/ 65 w 163"/>
              <a:gd name="T53" fmla="*/ 43 h 572"/>
              <a:gd name="T54" fmla="*/ 86 w 163"/>
              <a:gd name="T55" fmla="*/ 93 h 572"/>
              <a:gd name="T56" fmla="*/ 111 w 163"/>
              <a:gd name="T57" fmla="*/ 254 h 572"/>
              <a:gd name="T58" fmla="*/ 108 w 163"/>
              <a:gd name="T59" fmla="*/ 299 h 572"/>
              <a:gd name="T60" fmla="*/ 100 w 163"/>
              <a:gd name="T61" fmla="*/ 341 h 572"/>
              <a:gd name="T62" fmla="*/ 98 w 163"/>
              <a:gd name="T63" fmla="*/ 351 h 572"/>
              <a:gd name="T64" fmla="*/ 95 w 163"/>
              <a:gd name="T65" fmla="*/ 361 h 572"/>
              <a:gd name="T66" fmla="*/ 89 w 163"/>
              <a:gd name="T67" fmla="*/ 380 h 572"/>
              <a:gd name="T68" fmla="*/ 83 w 163"/>
              <a:gd name="T69" fmla="*/ 397 h 572"/>
              <a:gd name="T70" fmla="*/ 81 w 163"/>
              <a:gd name="T71" fmla="*/ 401 h 572"/>
              <a:gd name="T72" fmla="*/ 80 w 163"/>
              <a:gd name="T73" fmla="*/ 405 h 572"/>
              <a:gd name="T74" fmla="*/ 72 w 163"/>
              <a:gd name="T75" fmla="*/ 424 h 572"/>
              <a:gd name="T76" fmla="*/ 68 w 163"/>
              <a:gd name="T77" fmla="*/ 432 h 572"/>
              <a:gd name="T78" fmla="*/ 59 w 163"/>
              <a:gd name="T79" fmla="*/ 416 h 572"/>
              <a:gd name="T80" fmla="*/ 52 w 163"/>
              <a:gd name="T81" fmla="*/ 406 h 572"/>
              <a:gd name="T82" fmla="*/ 49 w 163"/>
              <a:gd name="T83" fmla="*/ 401 h 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63" h="572">
                <a:moveTo>
                  <a:pt x="49" y="401"/>
                </a:moveTo>
                <a:cubicBezTo>
                  <a:pt x="45" y="457"/>
                  <a:pt x="29" y="516"/>
                  <a:pt x="0" y="572"/>
                </a:cubicBezTo>
                <a:cubicBezTo>
                  <a:pt x="0" y="572"/>
                  <a:pt x="0" y="572"/>
                  <a:pt x="0" y="572"/>
                </a:cubicBezTo>
                <a:cubicBezTo>
                  <a:pt x="0" y="572"/>
                  <a:pt x="0" y="572"/>
                  <a:pt x="0" y="572"/>
                </a:cubicBezTo>
                <a:cubicBezTo>
                  <a:pt x="0" y="572"/>
                  <a:pt x="0" y="572"/>
                  <a:pt x="0" y="572"/>
                </a:cubicBezTo>
                <a:cubicBezTo>
                  <a:pt x="0" y="572"/>
                  <a:pt x="0" y="572"/>
                  <a:pt x="0" y="572"/>
                </a:cubicBezTo>
                <a:cubicBezTo>
                  <a:pt x="55" y="543"/>
                  <a:pt x="108" y="500"/>
                  <a:pt x="152" y="445"/>
                </a:cubicBezTo>
                <a:cubicBezTo>
                  <a:pt x="152" y="445"/>
                  <a:pt x="142" y="448"/>
                  <a:pt x="133" y="450"/>
                </a:cubicBezTo>
                <a:cubicBezTo>
                  <a:pt x="123" y="452"/>
                  <a:pt x="114" y="454"/>
                  <a:pt x="114" y="454"/>
                </a:cubicBezTo>
                <a:cubicBezTo>
                  <a:pt x="114" y="454"/>
                  <a:pt x="116" y="451"/>
                  <a:pt x="118" y="446"/>
                </a:cubicBezTo>
                <a:cubicBezTo>
                  <a:pt x="121" y="440"/>
                  <a:pt x="124" y="433"/>
                  <a:pt x="128" y="423"/>
                </a:cubicBezTo>
                <a:cubicBezTo>
                  <a:pt x="128" y="422"/>
                  <a:pt x="129" y="421"/>
                  <a:pt x="129" y="420"/>
                </a:cubicBezTo>
                <a:cubicBezTo>
                  <a:pt x="130" y="418"/>
                  <a:pt x="130" y="417"/>
                  <a:pt x="131" y="416"/>
                </a:cubicBezTo>
                <a:cubicBezTo>
                  <a:pt x="133" y="409"/>
                  <a:pt x="135" y="403"/>
                  <a:pt x="137" y="396"/>
                </a:cubicBezTo>
                <a:cubicBezTo>
                  <a:pt x="140" y="389"/>
                  <a:pt x="142" y="382"/>
                  <a:pt x="144" y="375"/>
                </a:cubicBezTo>
                <a:cubicBezTo>
                  <a:pt x="145" y="371"/>
                  <a:pt x="146" y="368"/>
                  <a:pt x="147" y="364"/>
                </a:cubicBezTo>
                <a:cubicBezTo>
                  <a:pt x="148" y="360"/>
                  <a:pt x="149" y="356"/>
                  <a:pt x="150" y="353"/>
                </a:cubicBezTo>
                <a:cubicBezTo>
                  <a:pt x="153" y="337"/>
                  <a:pt x="156" y="321"/>
                  <a:pt x="158" y="305"/>
                </a:cubicBezTo>
                <a:cubicBezTo>
                  <a:pt x="160" y="289"/>
                  <a:pt x="162" y="272"/>
                  <a:pt x="162" y="256"/>
                </a:cubicBezTo>
                <a:cubicBezTo>
                  <a:pt x="163" y="222"/>
                  <a:pt x="161" y="189"/>
                  <a:pt x="155" y="158"/>
                </a:cubicBezTo>
                <a:cubicBezTo>
                  <a:pt x="150" y="127"/>
                  <a:pt x="142" y="99"/>
                  <a:pt x="134" y="76"/>
                </a:cubicBezTo>
                <a:cubicBezTo>
                  <a:pt x="125" y="52"/>
                  <a:pt x="117" y="33"/>
                  <a:pt x="110" y="20"/>
                </a:cubicBezTo>
                <a:cubicBezTo>
                  <a:pt x="107" y="14"/>
                  <a:pt x="104" y="9"/>
                  <a:pt x="102" y="5"/>
                </a:cubicBezTo>
                <a:cubicBezTo>
                  <a:pt x="101" y="2"/>
                  <a:pt x="100" y="0"/>
                  <a:pt x="100" y="0"/>
                </a:cubicBezTo>
                <a:cubicBezTo>
                  <a:pt x="55" y="25"/>
                  <a:pt x="55" y="25"/>
                  <a:pt x="55" y="25"/>
                </a:cubicBezTo>
                <a:cubicBezTo>
                  <a:pt x="55" y="25"/>
                  <a:pt x="56" y="26"/>
                  <a:pt x="58" y="30"/>
                </a:cubicBezTo>
                <a:cubicBezTo>
                  <a:pt x="59" y="33"/>
                  <a:pt x="62" y="37"/>
                  <a:pt x="65" y="43"/>
                </a:cubicBezTo>
                <a:cubicBezTo>
                  <a:pt x="70" y="55"/>
                  <a:pt x="78" y="72"/>
                  <a:pt x="86" y="93"/>
                </a:cubicBezTo>
                <a:cubicBezTo>
                  <a:pt x="101" y="135"/>
                  <a:pt x="113" y="194"/>
                  <a:pt x="111" y="254"/>
                </a:cubicBezTo>
                <a:cubicBezTo>
                  <a:pt x="111" y="269"/>
                  <a:pt x="109" y="284"/>
                  <a:pt x="108" y="299"/>
                </a:cubicBezTo>
                <a:cubicBezTo>
                  <a:pt x="106" y="313"/>
                  <a:pt x="103" y="327"/>
                  <a:pt x="100" y="341"/>
                </a:cubicBezTo>
                <a:cubicBezTo>
                  <a:pt x="99" y="344"/>
                  <a:pt x="98" y="348"/>
                  <a:pt x="98" y="351"/>
                </a:cubicBezTo>
                <a:cubicBezTo>
                  <a:pt x="97" y="354"/>
                  <a:pt x="96" y="358"/>
                  <a:pt x="95" y="361"/>
                </a:cubicBezTo>
                <a:cubicBezTo>
                  <a:pt x="93" y="368"/>
                  <a:pt x="91" y="374"/>
                  <a:pt x="89" y="380"/>
                </a:cubicBezTo>
                <a:cubicBezTo>
                  <a:pt x="87" y="386"/>
                  <a:pt x="85" y="392"/>
                  <a:pt x="83" y="397"/>
                </a:cubicBezTo>
                <a:cubicBezTo>
                  <a:pt x="82" y="399"/>
                  <a:pt x="82" y="400"/>
                  <a:pt x="81" y="401"/>
                </a:cubicBezTo>
                <a:cubicBezTo>
                  <a:pt x="81" y="402"/>
                  <a:pt x="81" y="403"/>
                  <a:pt x="80" y="405"/>
                </a:cubicBezTo>
                <a:cubicBezTo>
                  <a:pt x="77" y="413"/>
                  <a:pt x="74" y="420"/>
                  <a:pt x="72" y="424"/>
                </a:cubicBezTo>
                <a:cubicBezTo>
                  <a:pt x="69" y="429"/>
                  <a:pt x="68" y="432"/>
                  <a:pt x="68" y="432"/>
                </a:cubicBezTo>
                <a:cubicBezTo>
                  <a:pt x="68" y="432"/>
                  <a:pt x="64" y="424"/>
                  <a:pt x="59" y="416"/>
                </a:cubicBezTo>
                <a:cubicBezTo>
                  <a:pt x="56" y="413"/>
                  <a:pt x="54" y="409"/>
                  <a:pt x="52" y="406"/>
                </a:cubicBezTo>
                <a:cubicBezTo>
                  <a:pt x="50" y="403"/>
                  <a:pt x="49" y="401"/>
                  <a:pt x="49" y="401"/>
                </a:cubicBezTo>
                <a:close/>
              </a:path>
            </a:pathLst>
          </a:custGeom>
          <a:solidFill>
            <a:schemeClr val="accent1">
              <a:lumMod val="40000"/>
              <a:lumOff val="60000"/>
            </a:schemeClr>
          </a:solidFill>
          <a:ln>
            <a:noFill/>
          </a:ln>
        </p:spPr>
        <p:txBody>
          <a:bodyPr vert="horz" wrap="square" lIns="91440" tIns="45720" rIns="91440" bIns="45720" numCol="1" anchor="t" anchorCtr="0" compatLnSpc="1"/>
          <a:lstStyle/>
          <a:p>
            <a:endParaRPr lang="id-ID">
              <a:solidFill>
                <a:schemeClr val="bg1"/>
              </a:solidFill>
            </a:endParaRPr>
          </a:p>
        </p:txBody>
      </p:sp>
      <p:sp>
        <p:nvSpPr>
          <p:cNvPr id="47" name="Freeform 18"/>
          <p:cNvSpPr/>
          <p:nvPr/>
        </p:nvSpPr>
        <p:spPr bwMode="auto">
          <a:xfrm rot="5400000" flipV="1">
            <a:off x="7455237" y="5348511"/>
            <a:ext cx="360032" cy="1258258"/>
          </a:xfrm>
          <a:custGeom>
            <a:avLst/>
            <a:gdLst>
              <a:gd name="T0" fmla="*/ 49 w 163"/>
              <a:gd name="T1" fmla="*/ 401 h 572"/>
              <a:gd name="T2" fmla="*/ 0 w 163"/>
              <a:gd name="T3" fmla="*/ 572 h 572"/>
              <a:gd name="T4" fmla="*/ 0 w 163"/>
              <a:gd name="T5" fmla="*/ 572 h 572"/>
              <a:gd name="T6" fmla="*/ 0 w 163"/>
              <a:gd name="T7" fmla="*/ 572 h 572"/>
              <a:gd name="T8" fmla="*/ 0 w 163"/>
              <a:gd name="T9" fmla="*/ 572 h 572"/>
              <a:gd name="T10" fmla="*/ 0 w 163"/>
              <a:gd name="T11" fmla="*/ 572 h 572"/>
              <a:gd name="T12" fmla="*/ 152 w 163"/>
              <a:gd name="T13" fmla="*/ 445 h 572"/>
              <a:gd name="T14" fmla="*/ 133 w 163"/>
              <a:gd name="T15" fmla="*/ 450 h 572"/>
              <a:gd name="T16" fmla="*/ 114 w 163"/>
              <a:gd name="T17" fmla="*/ 454 h 572"/>
              <a:gd name="T18" fmla="*/ 118 w 163"/>
              <a:gd name="T19" fmla="*/ 446 h 572"/>
              <a:gd name="T20" fmla="*/ 128 w 163"/>
              <a:gd name="T21" fmla="*/ 423 h 572"/>
              <a:gd name="T22" fmla="*/ 129 w 163"/>
              <a:gd name="T23" fmla="*/ 420 h 572"/>
              <a:gd name="T24" fmla="*/ 131 w 163"/>
              <a:gd name="T25" fmla="*/ 416 h 572"/>
              <a:gd name="T26" fmla="*/ 137 w 163"/>
              <a:gd name="T27" fmla="*/ 396 h 572"/>
              <a:gd name="T28" fmla="*/ 144 w 163"/>
              <a:gd name="T29" fmla="*/ 375 h 572"/>
              <a:gd name="T30" fmla="*/ 147 w 163"/>
              <a:gd name="T31" fmla="*/ 364 h 572"/>
              <a:gd name="T32" fmla="*/ 150 w 163"/>
              <a:gd name="T33" fmla="*/ 353 h 572"/>
              <a:gd name="T34" fmla="*/ 158 w 163"/>
              <a:gd name="T35" fmla="*/ 305 h 572"/>
              <a:gd name="T36" fmla="*/ 162 w 163"/>
              <a:gd name="T37" fmla="*/ 256 h 572"/>
              <a:gd name="T38" fmla="*/ 155 w 163"/>
              <a:gd name="T39" fmla="*/ 158 h 572"/>
              <a:gd name="T40" fmla="*/ 134 w 163"/>
              <a:gd name="T41" fmla="*/ 76 h 572"/>
              <a:gd name="T42" fmla="*/ 110 w 163"/>
              <a:gd name="T43" fmla="*/ 20 h 572"/>
              <a:gd name="T44" fmla="*/ 102 w 163"/>
              <a:gd name="T45" fmla="*/ 5 h 572"/>
              <a:gd name="T46" fmla="*/ 100 w 163"/>
              <a:gd name="T47" fmla="*/ 0 h 572"/>
              <a:gd name="T48" fmla="*/ 55 w 163"/>
              <a:gd name="T49" fmla="*/ 25 h 572"/>
              <a:gd name="T50" fmla="*/ 58 w 163"/>
              <a:gd name="T51" fmla="*/ 30 h 572"/>
              <a:gd name="T52" fmla="*/ 65 w 163"/>
              <a:gd name="T53" fmla="*/ 43 h 572"/>
              <a:gd name="T54" fmla="*/ 86 w 163"/>
              <a:gd name="T55" fmla="*/ 93 h 572"/>
              <a:gd name="T56" fmla="*/ 111 w 163"/>
              <a:gd name="T57" fmla="*/ 254 h 572"/>
              <a:gd name="T58" fmla="*/ 108 w 163"/>
              <a:gd name="T59" fmla="*/ 299 h 572"/>
              <a:gd name="T60" fmla="*/ 100 w 163"/>
              <a:gd name="T61" fmla="*/ 341 h 572"/>
              <a:gd name="T62" fmla="*/ 98 w 163"/>
              <a:gd name="T63" fmla="*/ 351 h 572"/>
              <a:gd name="T64" fmla="*/ 95 w 163"/>
              <a:gd name="T65" fmla="*/ 361 h 572"/>
              <a:gd name="T66" fmla="*/ 89 w 163"/>
              <a:gd name="T67" fmla="*/ 380 h 572"/>
              <a:gd name="T68" fmla="*/ 83 w 163"/>
              <a:gd name="T69" fmla="*/ 397 h 572"/>
              <a:gd name="T70" fmla="*/ 81 w 163"/>
              <a:gd name="T71" fmla="*/ 401 h 572"/>
              <a:gd name="T72" fmla="*/ 80 w 163"/>
              <a:gd name="T73" fmla="*/ 405 h 572"/>
              <a:gd name="T74" fmla="*/ 72 w 163"/>
              <a:gd name="T75" fmla="*/ 424 h 572"/>
              <a:gd name="T76" fmla="*/ 68 w 163"/>
              <a:gd name="T77" fmla="*/ 432 h 572"/>
              <a:gd name="T78" fmla="*/ 59 w 163"/>
              <a:gd name="T79" fmla="*/ 416 h 572"/>
              <a:gd name="T80" fmla="*/ 52 w 163"/>
              <a:gd name="T81" fmla="*/ 406 h 572"/>
              <a:gd name="T82" fmla="*/ 49 w 163"/>
              <a:gd name="T83" fmla="*/ 401 h 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63" h="572">
                <a:moveTo>
                  <a:pt x="49" y="401"/>
                </a:moveTo>
                <a:cubicBezTo>
                  <a:pt x="45" y="457"/>
                  <a:pt x="29" y="516"/>
                  <a:pt x="0" y="572"/>
                </a:cubicBezTo>
                <a:cubicBezTo>
                  <a:pt x="0" y="572"/>
                  <a:pt x="0" y="572"/>
                  <a:pt x="0" y="572"/>
                </a:cubicBezTo>
                <a:cubicBezTo>
                  <a:pt x="0" y="572"/>
                  <a:pt x="0" y="572"/>
                  <a:pt x="0" y="572"/>
                </a:cubicBezTo>
                <a:cubicBezTo>
                  <a:pt x="0" y="572"/>
                  <a:pt x="0" y="572"/>
                  <a:pt x="0" y="572"/>
                </a:cubicBezTo>
                <a:cubicBezTo>
                  <a:pt x="0" y="572"/>
                  <a:pt x="0" y="572"/>
                  <a:pt x="0" y="572"/>
                </a:cubicBezTo>
                <a:cubicBezTo>
                  <a:pt x="55" y="543"/>
                  <a:pt x="108" y="500"/>
                  <a:pt x="152" y="445"/>
                </a:cubicBezTo>
                <a:cubicBezTo>
                  <a:pt x="152" y="445"/>
                  <a:pt x="142" y="448"/>
                  <a:pt x="133" y="450"/>
                </a:cubicBezTo>
                <a:cubicBezTo>
                  <a:pt x="123" y="452"/>
                  <a:pt x="114" y="454"/>
                  <a:pt x="114" y="454"/>
                </a:cubicBezTo>
                <a:cubicBezTo>
                  <a:pt x="114" y="454"/>
                  <a:pt x="116" y="451"/>
                  <a:pt x="118" y="446"/>
                </a:cubicBezTo>
                <a:cubicBezTo>
                  <a:pt x="121" y="440"/>
                  <a:pt x="124" y="433"/>
                  <a:pt x="128" y="423"/>
                </a:cubicBezTo>
                <a:cubicBezTo>
                  <a:pt x="128" y="422"/>
                  <a:pt x="129" y="421"/>
                  <a:pt x="129" y="420"/>
                </a:cubicBezTo>
                <a:cubicBezTo>
                  <a:pt x="130" y="418"/>
                  <a:pt x="130" y="417"/>
                  <a:pt x="131" y="416"/>
                </a:cubicBezTo>
                <a:cubicBezTo>
                  <a:pt x="133" y="409"/>
                  <a:pt x="135" y="403"/>
                  <a:pt x="137" y="396"/>
                </a:cubicBezTo>
                <a:cubicBezTo>
                  <a:pt x="140" y="389"/>
                  <a:pt x="142" y="382"/>
                  <a:pt x="144" y="375"/>
                </a:cubicBezTo>
                <a:cubicBezTo>
                  <a:pt x="145" y="371"/>
                  <a:pt x="146" y="368"/>
                  <a:pt x="147" y="364"/>
                </a:cubicBezTo>
                <a:cubicBezTo>
                  <a:pt x="148" y="360"/>
                  <a:pt x="149" y="356"/>
                  <a:pt x="150" y="353"/>
                </a:cubicBezTo>
                <a:cubicBezTo>
                  <a:pt x="153" y="337"/>
                  <a:pt x="156" y="321"/>
                  <a:pt x="158" y="305"/>
                </a:cubicBezTo>
                <a:cubicBezTo>
                  <a:pt x="160" y="289"/>
                  <a:pt x="162" y="272"/>
                  <a:pt x="162" y="256"/>
                </a:cubicBezTo>
                <a:cubicBezTo>
                  <a:pt x="163" y="222"/>
                  <a:pt x="161" y="189"/>
                  <a:pt x="155" y="158"/>
                </a:cubicBezTo>
                <a:cubicBezTo>
                  <a:pt x="150" y="127"/>
                  <a:pt x="142" y="99"/>
                  <a:pt x="134" y="76"/>
                </a:cubicBezTo>
                <a:cubicBezTo>
                  <a:pt x="125" y="52"/>
                  <a:pt x="117" y="33"/>
                  <a:pt x="110" y="20"/>
                </a:cubicBezTo>
                <a:cubicBezTo>
                  <a:pt x="107" y="14"/>
                  <a:pt x="104" y="9"/>
                  <a:pt x="102" y="5"/>
                </a:cubicBezTo>
                <a:cubicBezTo>
                  <a:pt x="101" y="2"/>
                  <a:pt x="100" y="0"/>
                  <a:pt x="100" y="0"/>
                </a:cubicBezTo>
                <a:cubicBezTo>
                  <a:pt x="55" y="25"/>
                  <a:pt x="55" y="25"/>
                  <a:pt x="55" y="25"/>
                </a:cubicBezTo>
                <a:cubicBezTo>
                  <a:pt x="55" y="25"/>
                  <a:pt x="56" y="26"/>
                  <a:pt x="58" y="30"/>
                </a:cubicBezTo>
                <a:cubicBezTo>
                  <a:pt x="59" y="33"/>
                  <a:pt x="62" y="37"/>
                  <a:pt x="65" y="43"/>
                </a:cubicBezTo>
                <a:cubicBezTo>
                  <a:pt x="70" y="55"/>
                  <a:pt x="78" y="72"/>
                  <a:pt x="86" y="93"/>
                </a:cubicBezTo>
                <a:cubicBezTo>
                  <a:pt x="101" y="135"/>
                  <a:pt x="113" y="194"/>
                  <a:pt x="111" y="254"/>
                </a:cubicBezTo>
                <a:cubicBezTo>
                  <a:pt x="111" y="269"/>
                  <a:pt x="109" y="284"/>
                  <a:pt x="108" y="299"/>
                </a:cubicBezTo>
                <a:cubicBezTo>
                  <a:pt x="106" y="313"/>
                  <a:pt x="103" y="327"/>
                  <a:pt x="100" y="341"/>
                </a:cubicBezTo>
                <a:cubicBezTo>
                  <a:pt x="99" y="344"/>
                  <a:pt x="98" y="348"/>
                  <a:pt x="98" y="351"/>
                </a:cubicBezTo>
                <a:cubicBezTo>
                  <a:pt x="97" y="354"/>
                  <a:pt x="96" y="358"/>
                  <a:pt x="95" y="361"/>
                </a:cubicBezTo>
                <a:cubicBezTo>
                  <a:pt x="93" y="368"/>
                  <a:pt x="91" y="374"/>
                  <a:pt x="89" y="380"/>
                </a:cubicBezTo>
                <a:cubicBezTo>
                  <a:pt x="87" y="386"/>
                  <a:pt x="85" y="392"/>
                  <a:pt x="83" y="397"/>
                </a:cubicBezTo>
                <a:cubicBezTo>
                  <a:pt x="82" y="399"/>
                  <a:pt x="82" y="400"/>
                  <a:pt x="81" y="401"/>
                </a:cubicBezTo>
                <a:cubicBezTo>
                  <a:pt x="81" y="402"/>
                  <a:pt x="81" y="403"/>
                  <a:pt x="80" y="405"/>
                </a:cubicBezTo>
                <a:cubicBezTo>
                  <a:pt x="77" y="413"/>
                  <a:pt x="74" y="420"/>
                  <a:pt x="72" y="424"/>
                </a:cubicBezTo>
                <a:cubicBezTo>
                  <a:pt x="69" y="429"/>
                  <a:pt x="68" y="432"/>
                  <a:pt x="68" y="432"/>
                </a:cubicBezTo>
                <a:cubicBezTo>
                  <a:pt x="68" y="432"/>
                  <a:pt x="64" y="424"/>
                  <a:pt x="59" y="416"/>
                </a:cubicBezTo>
                <a:cubicBezTo>
                  <a:pt x="56" y="413"/>
                  <a:pt x="54" y="409"/>
                  <a:pt x="52" y="406"/>
                </a:cubicBezTo>
                <a:cubicBezTo>
                  <a:pt x="50" y="403"/>
                  <a:pt x="49" y="401"/>
                  <a:pt x="49" y="401"/>
                </a:cubicBezTo>
                <a:close/>
              </a:path>
            </a:pathLst>
          </a:custGeom>
          <a:solidFill>
            <a:schemeClr val="accent1">
              <a:lumMod val="40000"/>
              <a:lumOff val="60000"/>
            </a:schemeClr>
          </a:solidFill>
          <a:ln>
            <a:noFill/>
          </a:ln>
        </p:spPr>
        <p:txBody>
          <a:bodyPr vert="horz" wrap="square" lIns="91440" tIns="45720" rIns="91440" bIns="45720" numCol="1" anchor="t" anchorCtr="0" compatLnSpc="1"/>
          <a:lstStyle/>
          <a:p>
            <a:endParaRPr lang="id-ID">
              <a:solidFill>
                <a:schemeClr val="bg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542925" y="4636293"/>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结果与分析</a:t>
            </a:r>
            <a:endParaRPr lang="zh-CN" altLang="en-US" sz="2800" b="1"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542925" y="5629275"/>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总结与讨论</a:t>
            </a:r>
            <a:endParaRPr lang="zh-CN" altLang="en-US" sz="2800" b="1" dirty="0">
              <a:latin typeface="微软雅黑" panose="020B0503020204020204" pitchFamily="34" charset="-122"/>
              <a:ea typeface="微软雅黑" panose="020B0503020204020204" pitchFamily="34" charset="-122"/>
            </a:endParaRPr>
          </a:p>
        </p:txBody>
      </p:sp>
      <p:sp>
        <p:nvSpPr>
          <p:cNvPr id="6" name="文本框 5"/>
          <p:cNvSpPr txBox="1"/>
          <p:nvPr/>
        </p:nvSpPr>
        <p:spPr>
          <a:xfrm>
            <a:off x="542925" y="1657350"/>
            <a:ext cx="1828800" cy="523220"/>
          </a:xfrm>
          <a:prstGeom prst="rect">
            <a:avLst/>
          </a:prstGeom>
          <a:noFill/>
        </p:spPr>
        <p:txBody>
          <a:bodyPr wrap="square" rtlCol="0">
            <a:spAutoFit/>
          </a:bodyPr>
          <a:lstStyle/>
          <a:p>
            <a:r>
              <a:rPr lang="zh-CN" altLang="en-US" sz="2800" b="1" dirty="0">
                <a:solidFill>
                  <a:sysClr val="windowText" lastClr="000000"/>
                </a:solidFill>
                <a:latin typeface="微软雅黑" panose="020B0503020204020204" pitchFamily="34" charset="-122"/>
                <a:ea typeface="微软雅黑" panose="020B0503020204020204" pitchFamily="34" charset="-122"/>
              </a:rPr>
              <a:t>研究背景</a:t>
            </a:r>
            <a:endParaRPr lang="zh-CN" altLang="en-US" sz="2800" b="1" dirty="0">
              <a:solidFill>
                <a:sysClr val="windowText" lastClr="000000"/>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2" y="3522411"/>
            <a:ext cx="2867026" cy="921872"/>
            <a:chOff x="-2" y="1537960"/>
            <a:chExt cx="2867026" cy="921872"/>
          </a:xfrm>
        </p:grpSpPr>
        <p:sp>
          <p:nvSpPr>
            <p:cNvPr id="11" name="矩形 10"/>
            <p:cNvSpPr/>
            <p:nvPr/>
          </p:nvSpPr>
          <p:spPr>
            <a:xfrm>
              <a:off x="-1" y="1537960"/>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直角三角形 11"/>
            <p:cNvSpPr/>
            <p:nvPr/>
          </p:nvSpPr>
          <p:spPr>
            <a:xfrm rot="10800000">
              <a:off x="-2" y="2299960"/>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 name="文本框 13"/>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endParaRPr lang="zh-CN" altLang="en-US" sz="4800" b="1" dirty="0">
              <a:solidFill>
                <a:schemeClr val="accent1"/>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542925" y="2650331"/>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目的与意义</a:t>
            </a:r>
            <a:endParaRPr lang="zh-CN" altLang="en-US" sz="2800" b="1" dirty="0">
              <a:latin typeface="微软雅黑" panose="020B0503020204020204" pitchFamily="34" charset="-122"/>
              <a:ea typeface="微软雅黑" panose="020B0503020204020204" pitchFamily="34" charset="-122"/>
            </a:endParaRPr>
          </a:p>
        </p:txBody>
      </p:sp>
      <p:sp>
        <p:nvSpPr>
          <p:cNvPr id="8" name="文本框 7"/>
          <p:cNvSpPr txBox="1"/>
          <p:nvPr/>
        </p:nvSpPr>
        <p:spPr>
          <a:xfrm>
            <a:off x="542925" y="3643312"/>
            <a:ext cx="2019300"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方法与过程</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5" name="矩形 4"/>
          <p:cNvSpPr/>
          <p:nvPr/>
        </p:nvSpPr>
        <p:spPr>
          <a:xfrm>
            <a:off x="3396996" y="797947"/>
            <a:ext cx="8316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3403600" y="162578"/>
            <a:ext cx="45085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研究方法</a:t>
            </a:r>
            <a:endParaRPr lang="zh-CN" altLang="en-US" sz="2800" b="1" dirty="0">
              <a:latin typeface="微软雅黑" panose="020B0503020204020204" pitchFamily="34" charset="-122"/>
              <a:ea typeface="微软雅黑" panose="020B0503020204020204" pitchFamily="34" charset="-122"/>
            </a:endParaRPr>
          </a:p>
        </p:txBody>
      </p:sp>
      <p:grpSp>
        <p:nvGrpSpPr>
          <p:cNvPr id="87" name="组合 86"/>
          <p:cNvGrpSpPr/>
          <p:nvPr/>
        </p:nvGrpSpPr>
        <p:grpSpPr>
          <a:xfrm>
            <a:off x="7049520" y="1208896"/>
            <a:ext cx="1313397" cy="1651534"/>
            <a:chOff x="8091905" y="1675745"/>
            <a:chExt cx="1313397" cy="1651534"/>
          </a:xfrm>
        </p:grpSpPr>
        <p:grpSp>
          <p:nvGrpSpPr>
            <p:cNvPr id="36" name="组合 35" descr="e7d195523061f1c09e9d68d7cf438b91ef959ecb14fc25d26BBA7F7DBC18E55DFF4014AF651F0BF2569D4B6C1DA7F1A4683A481403BD872FC687266AD13265C1DE7C373772FD8728ABDD69ADD03BFF5BE2862BC891DBB79EEA6ABFDA2705539C423D9E6A869863D43AC2EBED1DD1EB162B64448B75509C01D19FA967F443D1B5FCE830C8A5DF52D02B41DCFFF314BA0C"/>
            <p:cNvGrpSpPr/>
            <p:nvPr/>
          </p:nvGrpSpPr>
          <p:grpSpPr>
            <a:xfrm>
              <a:off x="8174990" y="1675745"/>
              <a:ext cx="1230312" cy="504825"/>
              <a:chOff x="7434263" y="1960563"/>
              <a:chExt cx="1230312" cy="504825"/>
            </a:xfrm>
            <a:solidFill>
              <a:srgbClr val="2D2C3A"/>
            </a:solidFill>
          </p:grpSpPr>
          <p:sp>
            <p:nvSpPr>
              <p:cNvPr id="37" name="Freeform 36"/>
              <p:cNvSpPr/>
              <p:nvPr/>
            </p:nvSpPr>
            <p:spPr bwMode="auto">
              <a:xfrm>
                <a:off x="7434263" y="1960563"/>
                <a:ext cx="1208087" cy="469900"/>
              </a:xfrm>
              <a:custGeom>
                <a:avLst/>
                <a:gdLst>
                  <a:gd name="T0" fmla="*/ 538 w 538"/>
                  <a:gd name="T1" fmla="*/ 193 h 209"/>
                  <a:gd name="T2" fmla="*/ 0 w 538"/>
                  <a:gd name="T3" fmla="*/ 132 h 209"/>
                  <a:gd name="T4" fmla="*/ 16 w 538"/>
                  <a:gd name="T5" fmla="*/ 153 h 209"/>
                  <a:gd name="T6" fmla="*/ 518 w 538"/>
                  <a:gd name="T7" fmla="*/ 209 h 209"/>
                  <a:gd name="T8" fmla="*/ 538 w 538"/>
                  <a:gd name="T9" fmla="*/ 193 h 209"/>
                </a:gdLst>
                <a:ahLst/>
                <a:cxnLst>
                  <a:cxn ang="0">
                    <a:pos x="T0" y="T1"/>
                  </a:cxn>
                  <a:cxn ang="0">
                    <a:pos x="T2" y="T3"/>
                  </a:cxn>
                  <a:cxn ang="0">
                    <a:pos x="T4" y="T5"/>
                  </a:cxn>
                  <a:cxn ang="0">
                    <a:pos x="T6" y="T7"/>
                  </a:cxn>
                  <a:cxn ang="0">
                    <a:pos x="T8" y="T9"/>
                  </a:cxn>
                </a:cxnLst>
                <a:rect l="0" t="0" r="r" b="b"/>
                <a:pathLst>
                  <a:path w="538" h="209">
                    <a:moveTo>
                      <a:pt x="538" y="193"/>
                    </a:moveTo>
                    <a:cubicBezTo>
                      <a:pt x="406" y="28"/>
                      <a:pt x="165" y="0"/>
                      <a:pt x="0" y="132"/>
                    </a:cubicBezTo>
                    <a:cubicBezTo>
                      <a:pt x="16" y="153"/>
                      <a:pt x="16" y="153"/>
                      <a:pt x="16" y="153"/>
                    </a:cubicBezTo>
                    <a:cubicBezTo>
                      <a:pt x="170" y="29"/>
                      <a:pt x="393" y="53"/>
                      <a:pt x="518" y="209"/>
                    </a:cubicBezTo>
                    <a:lnTo>
                      <a:pt x="538" y="193"/>
                    </a:lnTo>
                    <a:close/>
                  </a:path>
                </a:pathLst>
              </a:custGeom>
              <a:solidFill>
                <a:schemeClr val="accent1">
                  <a:lumMod val="60000"/>
                  <a:lumOff val="40000"/>
                </a:schemeClr>
              </a:solidFill>
              <a:ln>
                <a:noFill/>
              </a:ln>
              <a:effectLst>
                <a:outerShdw blurRad="139700" dist="1016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38" name="Freeform 37"/>
              <p:cNvSpPr/>
              <p:nvPr/>
            </p:nvSpPr>
            <p:spPr bwMode="auto">
              <a:xfrm>
                <a:off x="8501063" y="2295525"/>
                <a:ext cx="163512" cy="169863"/>
              </a:xfrm>
              <a:custGeom>
                <a:avLst/>
                <a:gdLst>
                  <a:gd name="T0" fmla="*/ 103 w 103"/>
                  <a:gd name="T1" fmla="*/ 0 h 107"/>
                  <a:gd name="T2" fmla="*/ 0 w 103"/>
                  <a:gd name="T3" fmla="*/ 83 h 107"/>
                  <a:gd name="T4" fmla="*/ 102 w 103"/>
                  <a:gd name="T5" fmla="*/ 107 h 107"/>
                  <a:gd name="T6" fmla="*/ 103 w 103"/>
                  <a:gd name="T7" fmla="*/ 0 h 107"/>
                </a:gdLst>
                <a:ahLst/>
                <a:cxnLst>
                  <a:cxn ang="0">
                    <a:pos x="T0" y="T1"/>
                  </a:cxn>
                  <a:cxn ang="0">
                    <a:pos x="T2" y="T3"/>
                  </a:cxn>
                  <a:cxn ang="0">
                    <a:pos x="T4" y="T5"/>
                  </a:cxn>
                  <a:cxn ang="0">
                    <a:pos x="T6" y="T7"/>
                  </a:cxn>
                </a:cxnLst>
                <a:rect l="0" t="0" r="r" b="b"/>
                <a:pathLst>
                  <a:path w="103" h="107">
                    <a:moveTo>
                      <a:pt x="103" y="0"/>
                    </a:moveTo>
                    <a:lnTo>
                      <a:pt x="0" y="83"/>
                    </a:lnTo>
                    <a:lnTo>
                      <a:pt x="102" y="107"/>
                    </a:lnTo>
                    <a:lnTo>
                      <a:pt x="103" y="0"/>
                    </a:lnTo>
                    <a:close/>
                  </a:path>
                </a:pathLst>
              </a:custGeom>
              <a:solidFill>
                <a:schemeClr val="accent1">
                  <a:lumMod val="60000"/>
                  <a:lumOff val="40000"/>
                </a:schemeClr>
              </a:solidFill>
              <a:ln>
                <a:noFill/>
              </a:ln>
              <a:effectLst>
                <a:outerShdw blurRad="1397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p:grpSp>
        <p:grpSp>
          <p:nvGrpSpPr>
            <p:cNvPr id="61" name="组合 60"/>
            <p:cNvGrpSpPr/>
            <p:nvPr/>
          </p:nvGrpSpPr>
          <p:grpSpPr>
            <a:xfrm>
              <a:off x="8091905" y="2095638"/>
              <a:ext cx="1231641" cy="1231641"/>
              <a:chOff x="5113438" y="2105344"/>
              <a:chExt cx="1231641" cy="1231641"/>
            </a:xfrm>
          </p:grpSpPr>
          <p:sp>
            <p:nvSpPr>
              <p:cNvPr id="62" name="椭圆 61"/>
              <p:cNvSpPr/>
              <p:nvPr/>
            </p:nvSpPr>
            <p:spPr>
              <a:xfrm>
                <a:off x="5113438" y="2105344"/>
                <a:ext cx="1231641" cy="1231641"/>
              </a:xfrm>
              <a:prstGeom prst="ellipse">
                <a:avLst/>
              </a:prstGeom>
              <a:solidFill>
                <a:schemeClr val="accent1">
                  <a:lumMod val="60000"/>
                  <a:lumOff val="40000"/>
                </a:schemeClr>
              </a:solidFill>
              <a:ln>
                <a:noFill/>
              </a:ln>
              <a:effectLst>
                <a:outerShdw blurRad="139700" dist="1016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3" name="组合 62"/>
              <p:cNvGrpSpPr/>
              <p:nvPr/>
            </p:nvGrpSpPr>
            <p:grpSpPr>
              <a:xfrm>
                <a:off x="5504988" y="2496894"/>
                <a:ext cx="448540" cy="448540"/>
                <a:chOff x="5394312" y="2141343"/>
                <a:chExt cx="359165" cy="359165"/>
              </a:xfrm>
              <a:solidFill>
                <a:schemeClr val="bg1"/>
              </a:solidFill>
            </p:grpSpPr>
            <p:sp>
              <p:nvSpPr>
                <p:cNvPr id="64" name="AutoShape 56"/>
                <p:cNvSpPr/>
                <p:nvPr/>
              </p:nvSpPr>
              <p:spPr bwMode="auto">
                <a:xfrm>
                  <a:off x="5394312" y="2141343"/>
                  <a:ext cx="112353"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88" y="7316"/>
                      </a:moveTo>
                      <a:cubicBezTo>
                        <a:pt x="16954" y="7352"/>
                        <a:pt x="16923" y="7387"/>
                        <a:pt x="16883" y="7423"/>
                      </a:cubicBezTo>
                      <a:cubicBezTo>
                        <a:pt x="16677" y="7601"/>
                        <a:pt x="16414" y="7770"/>
                        <a:pt x="16066" y="7920"/>
                      </a:cubicBezTo>
                      <a:cubicBezTo>
                        <a:pt x="16057" y="7924"/>
                        <a:pt x="16044" y="7927"/>
                        <a:pt x="16038" y="7931"/>
                      </a:cubicBezTo>
                      <a:cubicBezTo>
                        <a:pt x="15662" y="8092"/>
                        <a:pt x="15214" y="8234"/>
                        <a:pt x="14705" y="8354"/>
                      </a:cubicBezTo>
                      <a:cubicBezTo>
                        <a:pt x="14697" y="8357"/>
                        <a:pt x="14692" y="8358"/>
                        <a:pt x="14686" y="8359"/>
                      </a:cubicBezTo>
                      <a:cubicBezTo>
                        <a:pt x="14163" y="8482"/>
                        <a:pt x="13584" y="8581"/>
                        <a:pt x="12960" y="8649"/>
                      </a:cubicBezTo>
                      <a:cubicBezTo>
                        <a:pt x="12279" y="8726"/>
                        <a:pt x="11560" y="8774"/>
                        <a:pt x="10800" y="8774"/>
                      </a:cubicBezTo>
                      <a:cubicBezTo>
                        <a:pt x="10037" y="8774"/>
                        <a:pt x="9318" y="8726"/>
                        <a:pt x="8640" y="8649"/>
                      </a:cubicBezTo>
                      <a:cubicBezTo>
                        <a:pt x="8016" y="8581"/>
                        <a:pt x="7435" y="8482"/>
                        <a:pt x="6914" y="8359"/>
                      </a:cubicBezTo>
                      <a:cubicBezTo>
                        <a:pt x="6908" y="8358"/>
                        <a:pt x="6901" y="8357"/>
                        <a:pt x="6893" y="8354"/>
                      </a:cubicBezTo>
                      <a:cubicBezTo>
                        <a:pt x="6385" y="8234"/>
                        <a:pt x="5937" y="8092"/>
                        <a:pt x="5562" y="7931"/>
                      </a:cubicBezTo>
                      <a:cubicBezTo>
                        <a:pt x="5553" y="7927"/>
                        <a:pt x="5541" y="7924"/>
                        <a:pt x="5531" y="7920"/>
                      </a:cubicBezTo>
                      <a:cubicBezTo>
                        <a:pt x="5184" y="7770"/>
                        <a:pt x="4921" y="7601"/>
                        <a:pt x="4715" y="7423"/>
                      </a:cubicBezTo>
                      <a:cubicBezTo>
                        <a:pt x="4676" y="7387"/>
                        <a:pt x="4644" y="7352"/>
                        <a:pt x="4612" y="7316"/>
                      </a:cubicBezTo>
                      <a:cubicBezTo>
                        <a:pt x="4437" y="7136"/>
                        <a:pt x="4320" y="6947"/>
                        <a:pt x="4320" y="6750"/>
                      </a:cubicBezTo>
                      <a:cubicBezTo>
                        <a:pt x="4320" y="6550"/>
                        <a:pt x="4437" y="6362"/>
                        <a:pt x="4612" y="6181"/>
                      </a:cubicBezTo>
                      <a:cubicBezTo>
                        <a:pt x="4644" y="6146"/>
                        <a:pt x="4676" y="6110"/>
                        <a:pt x="4715" y="6076"/>
                      </a:cubicBezTo>
                      <a:cubicBezTo>
                        <a:pt x="4921" y="5898"/>
                        <a:pt x="5184" y="5729"/>
                        <a:pt x="5531" y="5577"/>
                      </a:cubicBezTo>
                      <a:cubicBezTo>
                        <a:pt x="5541" y="5574"/>
                        <a:pt x="5553" y="5571"/>
                        <a:pt x="5562" y="5567"/>
                      </a:cubicBezTo>
                      <a:cubicBezTo>
                        <a:pt x="5937" y="5407"/>
                        <a:pt x="6385" y="5264"/>
                        <a:pt x="6893" y="5144"/>
                      </a:cubicBezTo>
                      <a:cubicBezTo>
                        <a:pt x="6901" y="5142"/>
                        <a:pt x="6908" y="5140"/>
                        <a:pt x="6914" y="5138"/>
                      </a:cubicBezTo>
                      <a:cubicBezTo>
                        <a:pt x="7435" y="5017"/>
                        <a:pt x="8016" y="4918"/>
                        <a:pt x="8640" y="4848"/>
                      </a:cubicBezTo>
                      <a:cubicBezTo>
                        <a:pt x="9318" y="4773"/>
                        <a:pt x="10037" y="4725"/>
                        <a:pt x="10800" y="4725"/>
                      </a:cubicBezTo>
                      <a:cubicBezTo>
                        <a:pt x="11560" y="4725"/>
                        <a:pt x="12279" y="4773"/>
                        <a:pt x="12960" y="4848"/>
                      </a:cubicBezTo>
                      <a:cubicBezTo>
                        <a:pt x="13584" y="4918"/>
                        <a:pt x="14163" y="5017"/>
                        <a:pt x="14686" y="5138"/>
                      </a:cubicBezTo>
                      <a:cubicBezTo>
                        <a:pt x="14692" y="5140"/>
                        <a:pt x="14697" y="5142"/>
                        <a:pt x="14705" y="5144"/>
                      </a:cubicBezTo>
                      <a:cubicBezTo>
                        <a:pt x="15214" y="5264"/>
                        <a:pt x="15662" y="5407"/>
                        <a:pt x="16038" y="5567"/>
                      </a:cubicBezTo>
                      <a:cubicBezTo>
                        <a:pt x="16044" y="5571"/>
                        <a:pt x="16057" y="5574"/>
                        <a:pt x="16066" y="5577"/>
                      </a:cubicBezTo>
                      <a:cubicBezTo>
                        <a:pt x="16414" y="5729"/>
                        <a:pt x="16677" y="5898"/>
                        <a:pt x="16883" y="6076"/>
                      </a:cubicBezTo>
                      <a:cubicBezTo>
                        <a:pt x="16923" y="6110"/>
                        <a:pt x="16954" y="6146"/>
                        <a:pt x="16988" y="6181"/>
                      </a:cubicBezTo>
                      <a:cubicBezTo>
                        <a:pt x="17161" y="6362"/>
                        <a:pt x="17280" y="6550"/>
                        <a:pt x="17280" y="6750"/>
                      </a:cubicBezTo>
                      <a:cubicBezTo>
                        <a:pt x="17280" y="6947"/>
                        <a:pt x="17161" y="7136"/>
                        <a:pt x="16988" y="7316"/>
                      </a:cubicBezTo>
                      <a:moveTo>
                        <a:pt x="12960" y="19575"/>
                      </a:moveTo>
                      <a:cubicBezTo>
                        <a:pt x="12960" y="19948"/>
                        <a:pt x="11992" y="20249"/>
                        <a:pt x="10800" y="20249"/>
                      </a:cubicBezTo>
                      <a:cubicBezTo>
                        <a:pt x="9606" y="20249"/>
                        <a:pt x="8640" y="19948"/>
                        <a:pt x="8640" y="19575"/>
                      </a:cubicBezTo>
                      <a:lnTo>
                        <a:pt x="8640" y="10056"/>
                      </a:lnTo>
                      <a:cubicBezTo>
                        <a:pt x="9338" y="10101"/>
                        <a:pt x="10059" y="10124"/>
                        <a:pt x="10800" y="10124"/>
                      </a:cubicBezTo>
                      <a:cubicBezTo>
                        <a:pt x="11541" y="10124"/>
                        <a:pt x="12262" y="10101"/>
                        <a:pt x="12960" y="10056"/>
                      </a:cubicBezTo>
                      <a:cubicBezTo>
                        <a:pt x="12960" y="10056"/>
                        <a:pt x="12960" y="19575"/>
                        <a:pt x="12960" y="19575"/>
                      </a:cubicBezTo>
                      <a:close/>
                      <a:moveTo>
                        <a:pt x="8640" y="2025"/>
                      </a:moveTo>
                      <a:cubicBezTo>
                        <a:pt x="8640" y="1651"/>
                        <a:pt x="9606" y="1350"/>
                        <a:pt x="10800" y="1350"/>
                      </a:cubicBezTo>
                      <a:cubicBezTo>
                        <a:pt x="11992" y="1350"/>
                        <a:pt x="12960" y="1651"/>
                        <a:pt x="12960" y="2025"/>
                      </a:cubicBezTo>
                      <a:lnTo>
                        <a:pt x="12960" y="3442"/>
                      </a:lnTo>
                      <a:cubicBezTo>
                        <a:pt x="12262" y="3398"/>
                        <a:pt x="11541" y="3375"/>
                        <a:pt x="10800" y="3375"/>
                      </a:cubicBezTo>
                      <a:cubicBezTo>
                        <a:pt x="10059" y="3375"/>
                        <a:pt x="9338" y="3398"/>
                        <a:pt x="8640" y="3442"/>
                      </a:cubicBezTo>
                      <a:cubicBezTo>
                        <a:pt x="8640" y="3442"/>
                        <a:pt x="8640" y="2025"/>
                        <a:pt x="8640" y="2025"/>
                      </a:cubicBezTo>
                      <a:close/>
                      <a:moveTo>
                        <a:pt x="17280" y="4064"/>
                      </a:moveTo>
                      <a:lnTo>
                        <a:pt x="17280" y="2025"/>
                      </a:lnTo>
                      <a:cubicBezTo>
                        <a:pt x="17280" y="908"/>
                        <a:pt x="14373" y="0"/>
                        <a:pt x="10800" y="0"/>
                      </a:cubicBezTo>
                      <a:cubicBezTo>
                        <a:pt x="7225" y="0"/>
                        <a:pt x="4320" y="908"/>
                        <a:pt x="4320" y="2025"/>
                      </a:cubicBezTo>
                      <a:lnTo>
                        <a:pt x="4320" y="4064"/>
                      </a:lnTo>
                      <a:cubicBezTo>
                        <a:pt x="1710" y="4681"/>
                        <a:pt x="0" y="5649"/>
                        <a:pt x="0" y="6750"/>
                      </a:cubicBezTo>
                      <a:cubicBezTo>
                        <a:pt x="0" y="7850"/>
                        <a:pt x="1710" y="8818"/>
                        <a:pt x="4320" y="9434"/>
                      </a:cubicBezTo>
                      <a:lnTo>
                        <a:pt x="4320" y="19575"/>
                      </a:lnTo>
                      <a:cubicBezTo>
                        <a:pt x="4320" y="20691"/>
                        <a:pt x="7225" y="21599"/>
                        <a:pt x="10800" y="21599"/>
                      </a:cubicBezTo>
                      <a:cubicBezTo>
                        <a:pt x="14373" y="21599"/>
                        <a:pt x="17280" y="20691"/>
                        <a:pt x="17280" y="19575"/>
                      </a:cubicBezTo>
                      <a:lnTo>
                        <a:pt x="17280" y="9434"/>
                      </a:lnTo>
                      <a:cubicBezTo>
                        <a:pt x="19889" y="8818"/>
                        <a:pt x="21600" y="7850"/>
                        <a:pt x="21600" y="6750"/>
                      </a:cubicBezTo>
                      <a:cubicBezTo>
                        <a:pt x="21600" y="5649"/>
                        <a:pt x="19889" y="4681"/>
                        <a:pt x="17280" y="4064"/>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sp>
              <p:nvSpPr>
                <p:cNvPr id="65" name="AutoShape 57"/>
                <p:cNvSpPr/>
                <p:nvPr/>
              </p:nvSpPr>
              <p:spPr bwMode="auto">
                <a:xfrm>
                  <a:off x="5641124" y="2141343"/>
                  <a:ext cx="112353"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88" y="7316"/>
                      </a:moveTo>
                      <a:cubicBezTo>
                        <a:pt x="16954" y="7352"/>
                        <a:pt x="16923" y="7387"/>
                        <a:pt x="16883" y="7423"/>
                      </a:cubicBezTo>
                      <a:cubicBezTo>
                        <a:pt x="16677" y="7601"/>
                        <a:pt x="16414" y="7770"/>
                        <a:pt x="16066" y="7920"/>
                      </a:cubicBezTo>
                      <a:cubicBezTo>
                        <a:pt x="16057" y="7924"/>
                        <a:pt x="16044" y="7927"/>
                        <a:pt x="16038" y="7931"/>
                      </a:cubicBezTo>
                      <a:cubicBezTo>
                        <a:pt x="15662" y="8092"/>
                        <a:pt x="15214" y="8234"/>
                        <a:pt x="14705" y="8354"/>
                      </a:cubicBezTo>
                      <a:cubicBezTo>
                        <a:pt x="14697" y="8357"/>
                        <a:pt x="14692" y="8358"/>
                        <a:pt x="14686" y="8359"/>
                      </a:cubicBezTo>
                      <a:cubicBezTo>
                        <a:pt x="14163" y="8482"/>
                        <a:pt x="13584" y="8581"/>
                        <a:pt x="12960" y="8649"/>
                      </a:cubicBezTo>
                      <a:cubicBezTo>
                        <a:pt x="12279" y="8726"/>
                        <a:pt x="11560" y="8774"/>
                        <a:pt x="10800" y="8774"/>
                      </a:cubicBezTo>
                      <a:cubicBezTo>
                        <a:pt x="10037" y="8774"/>
                        <a:pt x="9318" y="8726"/>
                        <a:pt x="8640" y="8649"/>
                      </a:cubicBezTo>
                      <a:cubicBezTo>
                        <a:pt x="8016" y="8581"/>
                        <a:pt x="7435" y="8482"/>
                        <a:pt x="6914" y="8359"/>
                      </a:cubicBezTo>
                      <a:cubicBezTo>
                        <a:pt x="6908" y="8358"/>
                        <a:pt x="6901" y="8357"/>
                        <a:pt x="6893" y="8354"/>
                      </a:cubicBezTo>
                      <a:cubicBezTo>
                        <a:pt x="6385" y="8234"/>
                        <a:pt x="5937" y="8092"/>
                        <a:pt x="5562" y="7931"/>
                      </a:cubicBezTo>
                      <a:cubicBezTo>
                        <a:pt x="5553" y="7927"/>
                        <a:pt x="5541" y="7924"/>
                        <a:pt x="5531" y="7920"/>
                      </a:cubicBezTo>
                      <a:cubicBezTo>
                        <a:pt x="5184" y="7770"/>
                        <a:pt x="4921" y="7601"/>
                        <a:pt x="4715" y="7423"/>
                      </a:cubicBezTo>
                      <a:cubicBezTo>
                        <a:pt x="4676" y="7387"/>
                        <a:pt x="4644" y="7352"/>
                        <a:pt x="4612" y="7316"/>
                      </a:cubicBezTo>
                      <a:cubicBezTo>
                        <a:pt x="4437" y="7136"/>
                        <a:pt x="4320" y="6947"/>
                        <a:pt x="4320" y="6750"/>
                      </a:cubicBezTo>
                      <a:cubicBezTo>
                        <a:pt x="4320" y="6550"/>
                        <a:pt x="4437" y="6362"/>
                        <a:pt x="4612" y="6181"/>
                      </a:cubicBezTo>
                      <a:cubicBezTo>
                        <a:pt x="4644" y="6146"/>
                        <a:pt x="4676" y="6110"/>
                        <a:pt x="4715" y="6076"/>
                      </a:cubicBezTo>
                      <a:cubicBezTo>
                        <a:pt x="4921" y="5898"/>
                        <a:pt x="5184" y="5729"/>
                        <a:pt x="5531" y="5577"/>
                      </a:cubicBezTo>
                      <a:cubicBezTo>
                        <a:pt x="5541" y="5574"/>
                        <a:pt x="5553" y="5571"/>
                        <a:pt x="5562" y="5567"/>
                      </a:cubicBezTo>
                      <a:cubicBezTo>
                        <a:pt x="5937" y="5407"/>
                        <a:pt x="6385" y="5264"/>
                        <a:pt x="6893" y="5144"/>
                      </a:cubicBezTo>
                      <a:cubicBezTo>
                        <a:pt x="6901" y="5142"/>
                        <a:pt x="6908" y="5140"/>
                        <a:pt x="6914" y="5138"/>
                      </a:cubicBezTo>
                      <a:cubicBezTo>
                        <a:pt x="7435" y="5017"/>
                        <a:pt x="8016" y="4918"/>
                        <a:pt x="8640" y="4848"/>
                      </a:cubicBezTo>
                      <a:cubicBezTo>
                        <a:pt x="9318" y="4773"/>
                        <a:pt x="10037" y="4725"/>
                        <a:pt x="10800" y="4725"/>
                      </a:cubicBezTo>
                      <a:cubicBezTo>
                        <a:pt x="11560" y="4725"/>
                        <a:pt x="12279" y="4773"/>
                        <a:pt x="12960" y="4848"/>
                      </a:cubicBezTo>
                      <a:cubicBezTo>
                        <a:pt x="13584" y="4918"/>
                        <a:pt x="14163" y="5017"/>
                        <a:pt x="14686" y="5138"/>
                      </a:cubicBezTo>
                      <a:cubicBezTo>
                        <a:pt x="14692" y="5140"/>
                        <a:pt x="14697" y="5142"/>
                        <a:pt x="14705" y="5144"/>
                      </a:cubicBezTo>
                      <a:cubicBezTo>
                        <a:pt x="15214" y="5264"/>
                        <a:pt x="15662" y="5407"/>
                        <a:pt x="16038" y="5567"/>
                      </a:cubicBezTo>
                      <a:cubicBezTo>
                        <a:pt x="16044" y="5571"/>
                        <a:pt x="16057" y="5574"/>
                        <a:pt x="16066" y="5577"/>
                      </a:cubicBezTo>
                      <a:cubicBezTo>
                        <a:pt x="16414" y="5729"/>
                        <a:pt x="16677" y="5898"/>
                        <a:pt x="16883" y="6076"/>
                      </a:cubicBezTo>
                      <a:cubicBezTo>
                        <a:pt x="16923" y="6110"/>
                        <a:pt x="16954" y="6146"/>
                        <a:pt x="16988" y="6181"/>
                      </a:cubicBezTo>
                      <a:cubicBezTo>
                        <a:pt x="17161" y="6362"/>
                        <a:pt x="17280" y="6550"/>
                        <a:pt x="17280" y="6750"/>
                      </a:cubicBezTo>
                      <a:cubicBezTo>
                        <a:pt x="17280" y="6947"/>
                        <a:pt x="17161" y="7136"/>
                        <a:pt x="16988" y="7316"/>
                      </a:cubicBezTo>
                      <a:moveTo>
                        <a:pt x="12960" y="19575"/>
                      </a:moveTo>
                      <a:cubicBezTo>
                        <a:pt x="12960" y="19948"/>
                        <a:pt x="11992" y="20249"/>
                        <a:pt x="10800" y="20249"/>
                      </a:cubicBezTo>
                      <a:cubicBezTo>
                        <a:pt x="9606" y="20249"/>
                        <a:pt x="8640" y="19948"/>
                        <a:pt x="8640" y="19575"/>
                      </a:cubicBezTo>
                      <a:lnTo>
                        <a:pt x="8640" y="10056"/>
                      </a:lnTo>
                      <a:cubicBezTo>
                        <a:pt x="9338" y="10101"/>
                        <a:pt x="10059" y="10124"/>
                        <a:pt x="10800" y="10124"/>
                      </a:cubicBezTo>
                      <a:cubicBezTo>
                        <a:pt x="11541" y="10124"/>
                        <a:pt x="12262" y="10101"/>
                        <a:pt x="12960" y="10056"/>
                      </a:cubicBezTo>
                      <a:cubicBezTo>
                        <a:pt x="12960" y="10056"/>
                        <a:pt x="12960" y="19575"/>
                        <a:pt x="12960" y="19575"/>
                      </a:cubicBezTo>
                      <a:close/>
                      <a:moveTo>
                        <a:pt x="8640" y="2025"/>
                      </a:moveTo>
                      <a:cubicBezTo>
                        <a:pt x="8640" y="1651"/>
                        <a:pt x="9606" y="1350"/>
                        <a:pt x="10800" y="1350"/>
                      </a:cubicBezTo>
                      <a:cubicBezTo>
                        <a:pt x="11992" y="1350"/>
                        <a:pt x="12960" y="1651"/>
                        <a:pt x="12960" y="2025"/>
                      </a:cubicBezTo>
                      <a:lnTo>
                        <a:pt x="12960" y="3442"/>
                      </a:lnTo>
                      <a:cubicBezTo>
                        <a:pt x="12262" y="3398"/>
                        <a:pt x="11541" y="3375"/>
                        <a:pt x="10800" y="3375"/>
                      </a:cubicBezTo>
                      <a:cubicBezTo>
                        <a:pt x="10059" y="3375"/>
                        <a:pt x="9338" y="3398"/>
                        <a:pt x="8640" y="3442"/>
                      </a:cubicBezTo>
                      <a:cubicBezTo>
                        <a:pt x="8640" y="3442"/>
                        <a:pt x="8640" y="2025"/>
                        <a:pt x="8640" y="2025"/>
                      </a:cubicBezTo>
                      <a:close/>
                      <a:moveTo>
                        <a:pt x="17280" y="4064"/>
                      </a:moveTo>
                      <a:lnTo>
                        <a:pt x="17280" y="2025"/>
                      </a:lnTo>
                      <a:cubicBezTo>
                        <a:pt x="17280" y="908"/>
                        <a:pt x="14373" y="0"/>
                        <a:pt x="10800" y="0"/>
                      </a:cubicBezTo>
                      <a:cubicBezTo>
                        <a:pt x="7225" y="0"/>
                        <a:pt x="4320" y="908"/>
                        <a:pt x="4320" y="2025"/>
                      </a:cubicBezTo>
                      <a:lnTo>
                        <a:pt x="4320" y="4064"/>
                      </a:lnTo>
                      <a:cubicBezTo>
                        <a:pt x="1710" y="4681"/>
                        <a:pt x="0" y="5649"/>
                        <a:pt x="0" y="6750"/>
                      </a:cubicBezTo>
                      <a:cubicBezTo>
                        <a:pt x="0" y="7850"/>
                        <a:pt x="1710" y="8818"/>
                        <a:pt x="4320" y="9434"/>
                      </a:cubicBezTo>
                      <a:lnTo>
                        <a:pt x="4320" y="19575"/>
                      </a:lnTo>
                      <a:cubicBezTo>
                        <a:pt x="4320" y="20691"/>
                        <a:pt x="7225" y="21599"/>
                        <a:pt x="10800" y="21599"/>
                      </a:cubicBezTo>
                      <a:cubicBezTo>
                        <a:pt x="14373" y="21599"/>
                        <a:pt x="17280" y="20691"/>
                        <a:pt x="17280" y="19575"/>
                      </a:cubicBezTo>
                      <a:lnTo>
                        <a:pt x="17280" y="9434"/>
                      </a:lnTo>
                      <a:cubicBezTo>
                        <a:pt x="19889" y="8818"/>
                        <a:pt x="21600" y="7850"/>
                        <a:pt x="21600" y="6750"/>
                      </a:cubicBezTo>
                      <a:cubicBezTo>
                        <a:pt x="21600" y="5649"/>
                        <a:pt x="19889" y="4681"/>
                        <a:pt x="17280" y="4064"/>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sp>
              <p:nvSpPr>
                <p:cNvPr id="66" name="AutoShape 58"/>
                <p:cNvSpPr/>
                <p:nvPr/>
              </p:nvSpPr>
              <p:spPr bwMode="auto">
                <a:xfrm>
                  <a:off x="5517718" y="2141343"/>
                  <a:ext cx="112355"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88" y="15416"/>
                      </a:moveTo>
                      <a:cubicBezTo>
                        <a:pt x="16954" y="15452"/>
                        <a:pt x="16923" y="15487"/>
                        <a:pt x="16883" y="15523"/>
                      </a:cubicBezTo>
                      <a:cubicBezTo>
                        <a:pt x="16677" y="15701"/>
                        <a:pt x="16414" y="15870"/>
                        <a:pt x="16066" y="16020"/>
                      </a:cubicBezTo>
                      <a:cubicBezTo>
                        <a:pt x="16057" y="16024"/>
                        <a:pt x="16044" y="16027"/>
                        <a:pt x="16038" y="16031"/>
                      </a:cubicBezTo>
                      <a:cubicBezTo>
                        <a:pt x="15662" y="16192"/>
                        <a:pt x="15214" y="16334"/>
                        <a:pt x="14705" y="16454"/>
                      </a:cubicBezTo>
                      <a:cubicBezTo>
                        <a:pt x="14697" y="16457"/>
                        <a:pt x="14692" y="16458"/>
                        <a:pt x="14686" y="16459"/>
                      </a:cubicBezTo>
                      <a:cubicBezTo>
                        <a:pt x="14163" y="16582"/>
                        <a:pt x="13584" y="16681"/>
                        <a:pt x="12960" y="16749"/>
                      </a:cubicBezTo>
                      <a:cubicBezTo>
                        <a:pt x="12279" y="16826"/>
                        <a:pt x="11560" y="16875"/>
                        <a:pt x="10800" y="16875"/>
                      </a:cubicBezTo>
                      <a:cubicBezTo>
                        <a:pt x="10037" y="16875"/>
                        <a:pt x="9318" y="16826"/>
                        <a:pt x="8640" y="16749"/>
                      </a:cubicBezTo>
                      <a:cubicBezTo>
                        <a:pt x="8016" y="16681"/>
                        <a:pt x="7435" y="16582"/>
                        <a:pt x="6914" y="16459"/>
                      </a:cubicBezTo>
                      <a:cubicBezTo>
                        <a:pt x="6908" y="16458"/>
                        <a:pt x="6901" y="16457"/>
                        <a:pt x="6893" y="16454"/>
                      </a:cubicBezTo>
                      <a:cubicBezTo>
                        <a:pt x="6385" y="16334"/>
                        <a:pt x="5937" y="16192"/>
                        <a:pt x="5562" y="16031"/>
                      </a:cubicBezTo>
                      <a:cubicBezTo>
                        <a:pt x="5553" y="16027"/>
                        <a:pt x="5541" y="16024"/>
                        <a:pt x="5531" y="16020"/>
                      </a:cubicBezTo>
                      <a:cubicBezTo>
                        <a:pt x="5184" y="15870"/>
                        <a:pt x="4921" y="15701"/>
                        <a:pt x="4715" y="15523"/>
                      </a:cubicBezTo>
                      <a:cubicBezTo>
                        <a:pt x="4676" y="15487"/>
                        <a:pt x="4644" y="15452"/>
                        <a:pt x="4612" y="15416"/>
                      </a:cubicBezTo>
                      <a:cubicBezTo>
                        <a:pt x="4437" y="15236"/>
                        <a:pt x="4320" y="15047"/>
                        <a:pt x="4320" y="14850"/>
                      </a:cubicBezTo>
                      <a:cubicBezTo>
                        <a:pt x="4320" y="14650"/>
                        <a:pt x="4437" y="14462"/>
                        <a:pt x="4612" y="14281"/>
                      </a:cubicBezTo>
                      <a:cubicBezTo>
                        <a:pt x="4644" y="14246"/>
                        <a:pt x="4676" y="14210"/>
                        <a:pt x="4715" y="14176"/>
                      </a:cubicBezTo>
                      <a:cubicBezTo>
                        <a:pt x="4921" y="13998"/>
                        <a:pt x="5184" y="13829"/>
                        <a:pt x="5531" y="13677"/>
                      </a:cubicBezTo>
                      <a:cubicBezTo>
                        <a:pt x="5541" y="13674"/>
                        <a:pt x="5553" y="13671"/>
                        <a:pt x="5562" y="13667"/>
                      </a:cubicBezTo>
                      <a:cubicBezTo>
                        <a:pt x="5937" y="13507"/>
                        <a:pt x="6385" y="13364"/>
                        <a:pt x="6893" y="13244"/>
                      </a:cubicBezTo>
                      <a:cubicBezTo>
                        <a:pt x="6901" y="13242"/>
                        <a:pt x="6908" y="13240"/>
                        <a:pt x="6914" y="13238"/>
                      </a:cubicBezTo>
                      <a:cubicBezTo>
                        <a:pt x="7435" y="13117"/>
                        <a:pt x="8016" y="13018"/>
                        <a:pt x="8640" y="12948"/>
                      </a:cubicBezTo>
                      <a:cubicBezTo>
                        <a:pt x="9318" y="12873"/>
                        <a:pt x="10037" y="12825"/>
                        <a:pt x="10800" y="12825"/>
                      </a:cubicBezTo>
                      <a:cubicBezTo>
                        <a:pt x="11560" y="12825"/>
                        <a:pt x="12279" y="12873"/>
                        <a:pt x="12960" y="12948"/>
                      </a:cubicBezTo>
                      <a:cubicBezTo>
                        <a:pt x="13584" y="13018"/>
                        <a:pt x="14163" y="13117"/>
                        <a:pt x="14686" y="13238"/>
                      </a:cubicBezTo>
                      <a:cubicBezTo>
                        <a:pt x="14692" y="13240"/>
                        <a:pt x="14697" y="13242"/>
                        <a:pt x="14705" y="13244"/>
                      </a:cubicBezTo>
                      <a:cubicBezTo>
                        <a:pt x="15214" y="13364"/>
                        <a:pt x="15662" y="13507"/>
                        <a:pt x="16038" y="13667"/>
                      </a:cubicBezTo>
                      <a:cubicBezTo>
                        <a:pt x="16044" y="13671"/>
                        <a:pt x="16057" y="13674"/>
                        <a:pt x="16066" y="13677"/>
                      </a:cubicBezTo>
                      <a:cubicBezTo>
                        <a:pt x="16414" y="13829"/>
                        <a:pt x="16677" y="13998"/>
                        <a:pt x="16883" y="14176"/>
                      </a:cubicBezTo>
                      <a:cubicBezTo>
                        <a:pt x="16923" y="14210"/>
                        <a:pt x="16954" y="14246"/>
                        <a:pt x="16988" y="14281"/>
                      </a:cubicBezTo>
                      <a:cubicBezTo>
                        <a:pt x="17161" y="14462"/>
                        <a:pt x="17280" y="14650"/>
                        <a:pt x="17280" y="14850"/>
                      </a:cubicBezTo>
                      <a:cubicBezTo>
                        <a:pt x="17280" y="15047"/>
                        <a:pt x="17161" y="15236"/>
                        <a:pt x="16988" y="15416"/>
                      </a:cubicBezTo>
                      <a:moveTo>
                        <a:pt x="12960" y="19575"/>
                      </a:moveTo>
                      <a:cubicBezTo>
                        <a:pt x="12960" y="19948"/>
                        <a:pt x="11992" y="20249"/>
                        <a:pt x="10800" y="20249"/>
                      </a:cubicBezTo>
                      <a:cubicBezTo>
                        <a:pt x="9606" y="20249"/>
                        <a:pt x="8640" y="19948"/>
                        <a:pt x="8640" y="19575"/>
                      </a:cubicBezTo>
                      <a:lnTo>
                        <a:pt x="8640" y="18156"/>
                      </a:lnTo>
                      <a:cubicBezTo>
                        <a:pt x="9338" y="18201"/>
                        <a:pt x="10059" y="18225"/>
                        <a:pt x="10800" y="18225"/>
                      </a:cubicBezTo>
                      <a:cubicBezTo>
                        <a:pt x="11541" y="18225"/>
                        <a:pt x="12262" y="18201"/>
                        <a:pt x="12960" y="18156"/>
                      </a:cubicBezTo>
                      <a:cubicBezTo>
                        <a:pt x="12960" y="18156"/>
                        <a:pt x="12960" y="19575"/>
                        <a:pt x="12960" y="19575"/>
                      </a:cubicBezTo>
                      <a:close/>
                      <a:moveTo>
                        <a:pt x="8640" y="2025"/>
                      </a:moveTo>
                      <a:cubicBezTo>
                        <a:pt x="8640" y="1651"/>
                        <a:pt x="9606" y="1350"/>
                        <a:pt x="10800" y="1350"/>
                      </a:cubicBezTo>
                      <a:cubicBezTo>
                        <a:pt x="11992" y="1350"/>
                        <a:pt x="12960" y="1651"/>
                        <a:pt x="12960" y="2025"/>
                      </a:cubicBezTo>
                      <a:lnTo>
                        <a:pt x="12960" y="11542"/>
                      </a:lnTo>
                      <a:cubicBezTo>
                        <a:pt x="12262" y="11498"/>
                        <a:pt x="11541" y="11475"/>
                        <a:pt x="10800" y="11475"/>
                      </a:cubicBezTo>
                      <a:cubicBezTo>
                        <a:pt x="10059" y="11475"/>
                        <a:pt x="9338" y="11498"/>
                        <a:pt x="8640" y="11542"/>
                      </a:cubicBezTo>
                      <a:cubicBezTo>
                        <a:pt x="8640" y="11542"/>
                        <a:pt x="8640" y="2025"/>
                        <a:pt x="8640" y="2025"/>
                      </a:cubicBezTo>
                      <a:close/>
                      <a:moveTo>
                        <a:pt x="17280" y="12164"/>
                      </a:moveTo>
                      <a:lnTo>
                        <a:pt x="17280" y="2025"/>
                      </a:lnTo>
                      <a:cubicBezTo>
                        <a:pt x="17280" y="908"/>
                        <a:pt x="14373" y="0"/>
                        <a:pt x="10800" y="0"/>
                      </a:cubicBezTo>
                      <a:cubicBezTo>
                        <a:pt x="7225" y="0"/>
                        <a:pt x="4320" y="908"/>
                        <a:pt x="4320" y="2025"/>
                      </a:cubicBezTo>
                      <a:lnTo>
                        <a:pt x="4320" y="12164"/>
                      </a:lnTo>
                      <a:cubicBezTo>
                        <a:pt x="1710" y="12781"/>
                        <a:pt x="0" y="13749"/>
                        <a:pt x="0" y="14850"/>
                      </a:cubicBezTo>
                      <a:cubicBezTo>
                        <a:pt x="0" y="15950"/>
                        <a:pt x="1710" y="16918"/>
                        <a:pt x="4320" y="17534"/>
                      </a:cubicBezTo>
                      <a:lnTo>
                        <a:pt x="4320" y="19575"/>
                      </a:lnTo>
                      <a:cubicBezTo>
                        <a:pt x="4320" y="20691"/>
                        <a:pt x="7225" y="21599"/>
                        <a:pt x="10800" y="21599"/>
                      </a:cubicBezTo>
                      <a:cubicBezTo>
                        <a:pt x="14373" y="21599"/>
                        <a:pt x="17280" y="20691"/>
                        <a:pt x="17280" y="19575"/>
                      </a:cubicBezTo>
                      <a:lnTo>
                        <a:pt x="17280" y="17534"/>
                      </a:lnTo>
                      <a:cubicBezTo>
                        <a:pt x="19889" y="16918"/>
                        <a:pt x="21600" y="15950"/>
                        <a:pt x="21600" y="14850"/>
                      </a:cubicBezTo>
                      <a:cubicBezTo>
                        <a:pt x="21600" y="13749"/>
                        <a:pt x="19889" y="12781"/>
                        <a:pt x="17280" y="12164"/>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grpSp>
        </p:grpSp>
      </p:grpSp>
      <p:grpSp>
        <p:nvGrpSpPr>
          <p:cNvPr id="89" name="组合 88"/>
          <p:cNvGrpSpPr/>
          <p:nvPr/>
        </p:nvGrpSpPr>
        <p:grpSpPr>
          <a:xfrm>
            <a:off x="4132380" y="1208896"/>
            <a:ext cx="1284713" cy="1651534"/>
            <a:chOff x="3459422" y="1675745"/>
            <a:chExt cx="1284713" cy="1651534"/>
          </a:xfrm>
        </p:grpSpPr>
        <p:grpSp>
          <p:nvGrpSpPr>
            <p:cNvPr id="30" name="组合 29" descr="e7d195523061f1c09e9d68d7cf438b91ef959ecb14fc25d26BBA7F7DBC18E55DFF4014AF651F0BF2569D4B6C1DA7F1A4683A481403BD872FC687266AD13265C1DE7C373772FD8728ABDD69ADD03BFF5BE2862BC891DBB79EEA6ABFDA2705539C423D9E6A869863D43AC2EBED1DD1EB162B64448B75509C01D19FA967F443D1B5FCE830C8A5DF52D02B41DCFFF314BA0C"/>
            <p:cNvGrpSpPr/>
            <p:nvPr/>
          </p:nvGrpSpPr>
          <p:grpSpPr>
            <a:xfrm>
              <a:off x="3513823" y="1675745"/>
              <a:ext cx="1230312" cy="504825"/>
              <a:chOff x="7434263" y="1960563"/>
              <a:chExt cx="1230312" cy="504825"/>
            </a:xfrm>
            <a:solidFill>
              <a:srgbClr val="2D2C3A"/>
            </a:solidFill>
          </p:grpSpPr>
          <p:sp>
            <p:nvSpPr>
              <p:cNvPr id="31" name="Freeform 36"/>
              <p:cNvSpPr/>
              <p:nvPr/>
            </p:nvSpPr>
            <p:spPr bwMode="auto">
              <a:xfrm>
                <a:off x="7434263" y="1960563"/>
                <a:ext cx="1208087" cy="469900"/>
              </a:xfrm>
              <a:custGeom>
                <a:avLst/>
                <a:gdLst>
                  <a:gd name="T0" fmla="*/ 538 w 538"/>
                  <a:gd name="T1" fmla="*/ 193 h 209"/>
                  <a:gd name="T2" fmla="*/ 0 w 538"/>
                  <a:gd name="T3" fmla="*/ 132 h 209"/>
                  <a:gd name="T4" fmla="*/ 16 w 538"/>
                  <a:gd name="T5" fmla="*/ 153 h 209"/>
                  <a:gd name="T6" fmla="*/ 518 w 538"/>
                  <a:gd name="T7" fmla="*/ 209 h 209"/>
                  <a:gd name="T8" fmla="*/ 538 w 538"/>
                  <a:gd name="T9" fmla="*/ 193 h 209"/>
                </a:gdLst>
                <a:ahLst/>
                <a:cxnLst>
                  <a:cxn ang="0">
                    <a:pos x="T0" y="T1"/>
                  </a:cxn>
                  <a:cxn ang="0">
                    <a:pos x="T2" y="T3"/>
                  </a:cxn>
                  <a:cxn ang="0">
                    <a:pos x="T4" y="T5"/>
                  </a:cxn>
                  <a:cxn ang="0">
                    <a:pos x="T6" y="T7"/>
                  </a:cxn>
                  <a:cxn ang="0">
                    <a:pos x="T8" y="T9"/>
                  </a:cxn>
                </a:cxnLst>
                <a:rect l="0" t="0" r="r" b="b"/>
                <a:pathLst>
                  <a:path w="538" h="209">
                    <a:moveTo>
                      <a:pt x="538" y="193"/>
                    </a:moveTo>
                    <a:cubicBezTo>
                      <a:pt x="406" y="28"/>
                      <a:pt x="165" y="0"/>
                      <a:pt x="0" y="132"/>
                    </a:cubicBezTo>
                    <a:cubicBezTo>
                      <a:pt x="16" y="153"/>
                      <a:pt x="16" y="153"/>
                      <a:pt x="16" y="153"/>
                    </a:cubicBezTo>
                    <a:cubicBezTo>
                      <a:pt x="170" y="29"/>
                      <a:pt x="393" y="53"/>
                      <a:pt x="518" y="209"/>
                    </a:cubicBezTo>
                    <a:lnTo>
                      <a:pt x="538" y="193"/>
                    </a:lnTo>
                    <a:close/>
                  </a:path>
                </a:pathLst>
              </a:custGeom>
              <a:gradFill>
                <a:gsLst>
                  <a:gs pos="100000">
                    <a:schemeClr val="accent1">
                      <a:lumMod val="75000"/>
                    </a:schemeClr>
                  </a:gs>
                  <a:gs pos="0">
                    <a:schemeClr val="accent1"/>
                  </a:gs>
                </a:gsLst>
                <a:path path="circle">
                  <a:fillToRect l="50000" t="50000" r="50000" b="50000"/>
                </a:path>
              </a:gradFill>
              <a:ln>
                <a:noFill/>
              </a:ln>
              <a:effectLst>
                <a:outerShdw blurRad="139700" dist="1016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32" name="Freeform 37"/>
              <p:cNvSpPr/>
              <p:nvPr/>
            </p:nvSpPr>
            <p:spPr bwMode="auto">
              <a:xfrm>
                <a:off x="8501063" y="2295525"/>
                <a:ext cx="163512" cy="169863"/>
              </a:xfrm>
              <a:custGeom>
                <a:avLst/>
                <a:gdLst>
                  <a:gd name="T0" fmla="*/ 103 w 103"/>
                  <a:gd name="T1" fmla="*/ 0 h 107"/>
                  <a:gd name="T2" fmla="*/ 0 w 103"/>
                  <a:gd name="T3" fmla="*/ 83 h 107"/>
                  <a:gd name="T4" fmla="*/ 102 w 103"/>
                  <a:gd name="T5" fmla="*/ 107 h 107"/>
                  <a:gd name="T6" fmla="*/ 103 w 103"/>
                  <a:gd name="T7" fmla="*/ 0 h 107"/>
                </a:gdLst>
                <a:ahLst/>
                <a:cxnLst>
                  <a:cxn ang="0">
                    <a:pos x="T0" y="T1"/>
                  </a:cxn>
                  <a:cxn ang="0">
                    <a:pos x="T2" y="T3"/>
                  </a:cxn>
                  <a:cxn ang="0">
                    <a:pos x="T4" y="T5"/>
                  </a:cxn>
                  <a:cxn ang="0">
                    <a:pos x="T6" y="T7"/>
                  </a:cxn>
                </a:cxnLst>
                <a:rect l="0" t="0" r="r" b="b"/>
                <a:pathLst>
                  <a:path w="103" h="107">
                    <a:moveTo>
                      <a:pt x="103" y="0"/>
                    </a:moveTo>
                    <a:lnTo>
                      <a:pt x="0" y="83"/>
                    </a:lnTo>
                    <a:lnTo>
                      <a:pt x="102" y="107"/>
                    </a:lnTo>
                    <a:lnTo>
                      <a:pt x="103" y="0"/>
                    </a:lnTo>
                    <a:close/>
                  </a:path>
                </a:pathLst>
              </a:custGeom>
              <a:gradFill>
                <a:gsLst>
                  <a:gs pos="100000">
                    <a:schemeClr val="accent1">
                      <a:lumMod val="75000"/>
                    </a:schemeClr>
                  </a:gs>
                  <a:gs pos="0">
                    <a:schemeClr val="accent1"/>
                  </a:gs>
                </a:gsLst>
                <a:path path="circle">
                  <a:fillToRect l="50000" t="50000" r="50000" b="50000"/>
                </a:path>
              </a:gradFill>
              <a:ln>
                <a:noFill/>
              </a:ln>
              <a:effectLst>
                <a:outerShdw blurRad="1397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grpSp>
        <p:grpSp>
          <p:nvGrpSpPr>
            <p:cNvPr id="67" name="组合 66"/>
            <p:cNvGrpSpPr/>
            <p:nvPr/>
          </p:nvGrpSpPr>
          <p:grpSpPr>
            <a:xfrm>
              <a:off x="3459422" y="2095638"/>
              <a:ext cx="1231641" cy="1231641"/>
              <a:chOff x="765384" y="2105344"/>
              <a:chExt cx="1231641" cy="1231641"/>
            </a:xfrm>
          </p:grpSpPr>
          <p:sp>
            <p:nvSpPr>
              <p:cNvPr id="68" name="椭圆 67"/>
              <p:cNvSpPr/>
              <p:nvPr/>
            </p:nvSpPr>
            <p:spPr>
              <a:xfrm>
                <a:off x="765384" y="2105344"/>
                <a:ext cx="1231641" cy="1231641"/>
              </a:xfrm>
              <a:prstGeom prst="ellipse">
                <a:avLst/>
              </a:prstGeom>
              <a:gradFill>
                <a:gsLst>
                  <a:gs pos="100000">
                    <a:schemeClr val="accent1">
                      <a:lumMod val="75000"/>
                    </a:schemeClr>
                  </a:gs>
                  <a:gs pos="0">
                    <a:schemeClr val="accent1"/>
                  </a:gs>
                </a:gsLst>
                <a:path path="circle">
                  <a:fillToRect l="50000" t="50000" r="50000" b="50000"/>
                </a:path>
              </a:gradFill>
              <a:ln>
                <a:noFill/>
              </a:ln>
              <a:effectLst>
                <a:outerShdw blurRad="139700" dist="1016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9" name="组合 162"/>
              <p:cNvGrpSpPr/>
              <p:nvPr/>
            </p:nvGrpSpPr>
            <p:grpSpPr bwMode="auto">
              <a:xfrm>
                <a:off x="1156187" y="2497138"/>
                <a:ext cx="450035" cy="448053"/>
                <a:chOff x="4675188" y="1422400"/>
                <a:chExt cx="360362" cy="358775"/>
              </a:xfrm>
              <a:solidFill>
                <a:schemeClr val="bg1"/>
              </a:solidFill>
            </p:grpSpPr>
            <p:sp>
              <p:nvSpPr>
                <p:cNvPr id="70" name="AutoShape 84"/>
                <p:cNvSpPr/>
                <p:nvPr/>
              </p:nvSpPr>
              <p:spPr bwMode="auto">
                <a:xfrm>
                  <a:off x="4675188" y="1422400"/>
                  <a:ext cx="360362" cy="35877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8900"/>
                      </a:moveTo>
                      <a:cubicBezTo>
                        <a:pt x="20249" y="19643"/>
                        <a:pt x="19644" y="20249"/>
                        <a:pt x="18899" y="20249"/>
                      </a:cubicBezTo>
                      <a:lnTo>
                        <a:pt x="2699" y="20249"/>
                      </a:lnTo>
                      <a:cubicBezTo>
                        <a:pt x="1955" y="20249"/>
                        <a:pt x="1349" y="19643"/>
                        <a:pt x="1349" y="18900"/>
                      </a:cubicBezTo>
                      <a:lnTo>
                        <a:pt x="1349" y="5400"/>
                      </a:lnTo>
                      <a:cubicBezTo>
                        <a:pt x="1349" y="5027"/>
                        <a:pt x="1652" y="4725"/>
                        <a:pt x="2024" y="4725"/>
                      </a:cubicBezTo>
                      <a:lnTo>
                        <a:pt x="2699" y="4725"/>
                      </a:lnTo>
                      <a:lnTo>
                        <a:pt x="2699" y="18225"/>
                      </a:lnTo>
                      <a:cubicBezTo>
                        <a:pt x="2699" y="18598"/>
                        <a:pt x="3001" y="18900"/>
                        <a:pt x="3374" y="18900"/>
                      </a:cubicBezTo>
                      <a:cubicBezTo>
                        <a:pt x="3748" y="18900"/>
                        <a:pt x="4049" y="18598"/>
                        <a:pt x="4049" y="18225"/>
                      </a:cubicBezTo>
                      <a:lnTo>
                        <a:pt x="4049" y="2025"/>
                      </a:lnTo>
                      <a:cubicBezTo>
                        <a:pt x="4049" y="1652"/>
                        <a:pt x="4352" y="1350"/>
                        <a:pt x="4724" y="1350"/>
                      </a:cubicBezTo>
                      <a:lnTo>
                        <a:pt x="19575" y="1350"/>
                      </a:lnTo>
                      <a:cubicBezTo>
                        <a:pt x="19947" y="1350"/>
                        <a:pt x="20249" y="1652"/>
                        <a:pt x="20249" y="2025"/>
                      </a:cubicBezTo>
                      <a:cubicBezTo>
                        <a:pt x="20249" y="2025"/>
                        <a:pt x="20249" y="18900"/>
                        <a:pt x="20249" y="18900"/>
                      </a:cubicBezTo>
                      <a:close/>
                      <a:moveTo>
                        <a:pt x="19575" y="0"/>
                      </a:moveTo>
                      <a:lnTo>
                        <a:pt x="4724" y="0"/>
                      </a:lnTo>
                      <a:cubicBezTo>
                        <a:pt x="3606" y="0"/>
                        <a:pt x="2699" y="905"/>
                        <a:pt x="2699" y="2025"/>
                      </a:cubicBezTo>
                      <a:lnTo>
                        <a:pt x="2699" y="3375"/>
                      </a:lnTo>
                      <a:lnTo>
                        <a:pt x="2024" y="3375"/>
                      </a:lnTo>
                      <a:cubicBezTo>
                        <a:pt x="906" y="3375"/>
                        <a:pt x="0" y="4280"/>
                        <a:pt x="0" y="5400"/>
                      </a:cubicBezTo>
                      <a:lnTo>
                        <a:pt x="0" y="18900"/>
                      </a:lnTo>
                      <a:cubicBezTo>
                        <a:pt x="0" y="20391"/>
                        <a:pt x="1208" y="21599"/>
                        <a:pt x="2699" y="21599"/>
                      </a:cubicBezTo>
                      <a:lnTo>
                        <a:pt x="18899" y="21599"/>
                      </a:lnTo>
                      <a:cubicBezTo>
                        <a:pt x="20391" y="21599"/>
                        <a:pt x="21600" y="20391"/>
                        <a:pt x="21600" y="18900"/>
                      </a:cubicBezTo>
                      <a:lnTo>
                        <a:pt x="21600" y="2025"/>
                      </a:lnTo>
                      <a:cubicBezTo>
                        <a:pt x="21600" y="905"/>
                        <a:pt x="20693" y="0"/>
                        <a:pt x="19575" y="0"/>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sp>
              <p:nvSpPr>
                <p:cNvPr id="71" name="AutoShape 85"/>
                <p:cNvSpPr/>
                <p:nvPr/>
              </p:nvSpPr>
              <p:spPr bwMode="auto">
                <a:xfrm>
                  <a:off x="4889500" y="1557338"/>
                  <a:ext cx="100013" cy="111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200" y="21599"/>
                      </a:moveTo>
                      <a:lnTo>
                        <a:pt x="20400" y="21599"/>
                      </a:lnTo>
                      <a:cubicBezTo>
                        <a:pt x="21062" y="21599"/>
                        <a:pt x="21600" y="16748"/>
                        <a:pt x="21600" y="10800"/>
                      </a:cubicBezTo>
                      <a:cubicBezTo>
                        <a:pt x="21600" y="4830"/>
                        <a:pt x="21062" y="0"/>
                        <a:pt x="20400" y="0"/>
                      </a:cubicBezTo>
                      <a:lnTo>
                        <a:pt x="1200" y="0"/>
                      </a:lnTo>
                      <a:cubicBezTo>
                        <a:pt x="537" y="0"/>
                        <a:pt x="0" y="4830"/>
                        <a:pt x="0" y="10800"/>
                      </a:cubicBezTo>
                      <a:cubicBezTo>
                        <a:pt x="0" y="16748"/>
                        <a:pt x="537" y="21599"/>
                        <a:pt x="1200" y="21599"/>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sp>
              <p:nvSpPr>
                <p:cNvPr id="72" name="AutoShape 86"/>
                <p:cNvSpPr/>
                <p:nvPr/>
              </p:nvSpPr>
              <p:spPr bwMode="auto">
                <a:xfrm>
                  <a:off x="4889500" y="1522413"/>
                  <a:ext cx="100013" cy="127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200" y="21599"/>
                      </a:moveTo>
                      <a:lnTo>
                        <a:pt x="20400" y="21599"/>
                      </a:lnTo>
                      <a:cubicBezTo>
                        <a:pt x="21062" y="21599"/>
                        <a:pt x="21600" y="16748"/>
                        <a:pt x="21600" y="10800"/>
                      </a:cubicBezTo>
                      <a:cubicBezTo>
                        <a:pt x="21600" y="4830"/>
                        <a:pt x="21062" y="0"/>
                        <a:pt x="20400" y="0"/>
                      </a:cubicBezTo>
                      <a:lnTo>
                        <a:pt x="1200" y="0"/>
                      </a:lnTo>
                      <a:cubicBezTo>
                        <a:pt x="537" y="0"/>
                        <a:pt x="0" y="4830"/>
                        <a:pt x="0" y="10800"/>
                      </a:cubicBezTo>
                      <a:cubicBezTo>
                        <a:pt x="0" y="16748"/>
                        <a:pt x="537" y="21599"/>
                        <a:pt x="1200" y="21599"/>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sp>
              <p:nvSpPr>
                <p:cNvPr id="73" name="AutoShape 87"/>
                <p:cNvSpPr/>
                <p:nvPr/>
              </p:nvSpPr>
              <p:spPr bwMode="auto">
                <a:xfrm>
                  <a:off x="4889500" y="1489075"/>
                  <a:ext cx="100013" cy="127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200" y="21599"/>
                      </a:moveTo>
                      <a:lnTo>
                        <a:pt x="20400" y="21599"/>
                      </a:lnTo>
                      <a:cubicBezTo>
                        <a:pt x="21062" y="21599"/>
                        <a:pt x="21600" y="16748"/>
                        <a:pt x="21600" y="10800"/>
                      </a:cubicBezTo>
                      <a:cubicBezTo>
                        <a:pt x="21600" y="4830"/>
                        <a:pt x="21062" y="0"/>
                        <a:pt x="20400" y="0"/>
                      </a:cubicBezTo>
                      <a:lnTo>
                        <a:pt x="1200" y="0"/>
                      </a:lnTo>
                      <a:cubicBezTo>
                        <a:pt x="537" y="0"/>
                        <a:pt x="0" y="4830"/>
                        <a:pt x="0" y="10800"/>
                      </a:cubicBezTo>
                      <a:cubicBezTo>
                        <a:pt x="0" y="16748"/>
                        <a:pt x="537" y="21599"/>
                        <a:pt x="1200" y="21599"/>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sp>
              <p:nvSpPr>
                <p:cNvPr id="74" name="AutoShape 88"/>
                <p:cNvSpPr/>
                <p:nvPr/>
              </p:nvSpPr>
              <p:spPr bwMode="auto">
                <a:xfrm>
                  <a:off x="4765675" y="1725613"/>
                  <a:ext cx="100013" cy="111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400" y="0"/>
                      </a:moveTo>
                      <a:lnTo>
                        <a:pt x="1200" y="0"/>
                      </a:lnTo>
                      <a:cubicBezTo>
                        <a:pt x="537" y="0"/>
                        <a:pt x="0" y="4851"/>
                        <a:pt x="0" y="10800"/>
                      </a:cubicBezTo>
                      <a:cubicBezTo>
                        <a:pt x="0" y="16790"/>
                        <a:pt x="537" y="21599"/>
                        <a:pt x="1200" y="21599"/>
                      </a:cubicBezTo>
                      <a:lnTo>
                        <a:pt x="20400" y="21599"/>
                      </a:lnTo>
                      <a:cubicBezTo>
                        <a:pt x="21062" y="21599"/>
                        <a:pt x="21600" y="16790"/>
                        <a:pt x="21600" y="10800"/>
                      </a:cubicBezTo>
                      <a:cubicBezTo>
                        <a:pt x="21600" y="4851"/>
                        <a:pt x="21062" y="0"/>
                        <a:pt x="20400" y="0"/>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sp>
              <p:nvSpPr>
                <p:cNvPr id="75" name="AutoShape 89"/>
                <p:cNvSpPr/>
                <p:nvPr/>
              </p:nvSpPr>
              <p:spPr bwMode="auto">
                <a:xfrm>
                  <a:off x="4765675" y="1692275"/>
                  <a:ext cx="100013" cy="1111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400" y="0"/>
                      </a:moveTo>
                      <a:lnTo>
                        <a:pt x="1200" y="0"/>
                      </a:lnTo>
                      <a:cubicBezTo>
                        <a:pt x="537" y="0"/>
                        <a:pt x="0" y="4851"/>
                        <a:pt x="0" y="10800"/>
                      </a:cubicBezTo>
                      <a:cubicBezTo>
                        <a:pt x="0" y="16790"/>
                        <a:pt x="537" y="21599"/>
                        <a:pt x="1200" y="21599"/>
                      </a:cubicBezTo>
                      <a:lnTo>
                        <a:pt x="20400" y="21599"/>
                      </a:lnTo>
                      <a:cubicBezTo>
                        <a:pt x="21062" y="21599"/>
                        <a:pt x="21600" y="16790"/>
                        <a:pt x="21600" y="10800"/>
                      </a:cubicBezTo>
                      <a:cubicBezTo>
                        <a:pt x="21600" y="4851"/>
                        <a:pt x="21062" y="0"/>
                        <a:pt x="20400" y="0"/>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sp>
              <p:nvSpPr>
                <p:cNvPr id="76" name="AutoShape 90"/>
                <p:cNvSpPr/>
                <p:nvPr/>
              </p:nvSpPr>
              <p:spPr bwMode="auto">
                <a:xfrm>
                  <a:off x="4765675" y="1658938"/>
                  <a:ext cx="100013" cy="95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400" y="0"/>
                      </a:moveTo>
                      <a:lnTo>
                        <a:pt x="1200" y="0"/>
                      </a:lnTo>
                      <a:cubicBezTo>
                        <a:pt x="537" y="0"/>
                        <a:pt x="0" y="4851"/>
                        <a:pt x="0" y="10800"/>
                      </a:cubicBezTo>
                      <a:cubicBezTo>
                        <a:pt x="0" y="16790"/>
                        <a:pt x="537" y="21599"/>
                        <a:pt x="1200" y="21599"/>
                      </a:cubicBezTo>
                      <a:lnTo>
                        <a:pt x="20400" y="21599"/>
                      </a:lnTo>
                      <a:cubicBezTo>
                        <a:pt x="21062" y="21599"/>
                        <a:pt x="21600" y="16790"/>
                        <a:pt x="21600" y="10800"/>
                      </a:cubicBezTo>
                      <a:cubicBezTo>
                        <a:pt x="21600" y="4851"/>
                        <a:pt x="21062" y="0"/>
                        <a:pt x="20400" y="0"/>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sp>
              <p:nvSpPr>
                <p:cNvPr id="77" name="AutoShape 91"/>
                <p:cNvSpPr/>
                <p:nvPr/>
              </p:nvSpPr>
              <p:spPr bwMode="auto">
                <a:xfrm>
                  <a:off x="4889500" y="1725613"/>
                  <a:ext cx="100013" cy="111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400" y="0"/>
                      </a:moveTo>
                      <a:lnTo>
                        <a:pt x="1200" y="0"/>
                      </a:lnTo>
                      <a:cubicBezTo>
                        <a:pt x="537" y="0"/>
                        <a:pt x="0" y="4851"/>
                        <a:pt x="0" y="10800"/>
                      </a:cubicBezTo>
                      <a:cubicBezTo>
                        <a:pt x="0" y="16790"/>
                        <a:pt x="537" y="21599"/>
                        <a:pt x="1200" y="21599"/>
                      </a:cubicBezTo>
                      <a:lnTo>
                        <a:pt x="20400" y="21599"/>
                      </a:lnTo>
                      <a:cubicBezTo>
                        <a:pt x="21062" y="21599"/>
                        <a:pt x="21600" y="16790"/>
                        <a:pt x="21600" y="10800"/>
                      </a:cubicBezTo>
                      <a:cubicBezTo>
                        <a:pt x="21600" y="4851"/>
                        <a:pt x="21062" y="0"/>
                        <a:pt x="20400" y="0"/>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sp>
              <p:nvSpPr>
                <p:cNvPr id="78" name="AutoShape 92"/>
                <p:cNvSpPr/>
                <p:nvPr/>
              </p:nvSpPr>
              <p:spPr bwMode="auto">
                <a:xfrm>
                  <a:off x="4889500" y="1692275"/>
                  <a:ext cx="100013" cy="1111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400" y="0"/>
                      </a:moveTo>
                      <a:lnTo>
                        <a:pt x="1200" y="0"/>
                      </a:lnTo>
                      <a:cubicBezTo>
                        <a:pt x="537" y="0"/>
                        <a:pt x="0" y="4851"/>
                        <a:pt x="0" y="10800"/>
                      </a:cubicBezTo>
                      <a:cubicBezTo>
                        <a:pt x="0" y="16790"/>
                        <a:pt x="537" y="21599"/>
                        <a:pt x="1200" y="21599"/>
                      </a:cubicBezTo>
                      <a:lnTo>
                        <a:pt x="20400" y="21599"/>
                      </a:lnTo>
                      <a:cubicBezTo>
                        <a:pt x="21062" y="21599"/>
                        <a:pt x="21600" y="16790"/>
                        <a:pt x="21600" y="10800"/>
                      </a:cubicBezTo>
                      <a:cubicBezTo>
                        <a:pt x="21600" y="4851"/>
                        <a:pt x="21062" y="0"/>
                        <a:pt x="20400" y="0"/>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sp>
              <p:nvSpPr>
                <p:cNvPr id="79" name="AutoShape 93"/>
                <p:cNvSpPr/>
                <p:nvPr/>
              </p:nvSpPr>
              <p:spPr bwMode="auto">
                <a:xfrm>
                  <a:off x="4889500" y="1658938"/>
                  <a:ext cx="100013" cy="95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400" y="0"/>
                      </a:moveTo>
                      <a:lnTo>
                        <a:pt x="1200" y="0"/>
                      </a:lnTo>
                      <a:cubicBezTo>
                        <a:pt x="537" y="0"/>
                        <a:pt x="0" y="4851"/>
                        <a:pt x="0" y="10800"/>
                      </a:cubicBezTo>
                      <a:cubicBezTo>
                        <a:pt x="0" y="16790"/>
                        <a:pt x="537" y="21599"/>
                        <a:pt x="1200" y="21599"/>
                      </a:cubicBezTo>
                      <a:lnTo>
                        <a:pt x="20400" y="21599"/>
                      </a:lnTo>
                      <a:cubicBezTo>
                        <a:pt x="21062" y="21599"/>
                        <a:pt x="21600" y="16790"/>
                        <a:pt x="21600" y="10800"/>
                      </a:cubicBezTo>
                      <a:cubicBezTo>
                        <a:pt x="21600" y="4851"/>
                        <a:pt x="21062" y="0"/>
                        <a:pt x="20400" y="0"/>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sp>
              <p:nvSpPr>
                <p:cNvPr id="80" name="AutoShape 94"/>
                <p:cNvSpPr/>
                <p:nvPr/>
              </p:nvSpPr>
              <p:spPr bwMode="auto">
                <a:xfrm>
                  <a:off x="4765675" y="1590675"/>
                  <a:ext cx="223838" cy="1111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060" y="0"/>
                      </a:moveTo>
                      <a:lnTo>
                        <a:pt x="540" y="0"/>
                      </a:lnTo>
                      <a:cubicBezTo>
                        <a:pt x="242" y="0"/>
                        <a:pt x="0" y="4851"/>
                        <a:pt x="0" y="10800"/>
                      </a:cubicBezTo>
                      <a:cubicBezTo>
                        <a:pt x="0" y="16769"/>
                        <a:pt x="242" y="21599"/>
                        <a:pt x="540" y="21599"/>
                      </a:cubicBezTo>
                      <a:lnTo>
                        <a:pt x="21060" y="21599"/>
                      </a:lnTo>
                      <a:cubicBezTo>
                        <a:pt x="21357" y="21599"/>
                        <a:pt x="21600" y="16769"/>
                        <a:pt x="21600" y="10800"/>
                      </a:cubicBezTo>
                      <a:cubicBezTo>
                        <a:pt x="21600" y="4851"/>
                        <a:pt x="21357" y="0"/>
                        <a:pt x="21060" y="0"/>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sp>
              <p:nvSpPr>
                <p:cNvPr id="81" name="AutoShape 95"/>
                <p:cNvSpPr/>
                <p:nvPr/>
              </p:nvSpPr>
              <p:spPr bwMode="auto">
                <a:xfrm>
                  <a:off x="4765675" y="1624013"/>
                  <a:ext cx="223838" cy="111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060" y="0"/>
                      </a:moveTo>
                      <a:lnTo>
                        <a:pt x="540" y="0"/>
                      </a:lnTo>
                      <a:cubicBezTo>
                        <a:pt x="242" y="0"/>
                        <a:pt x="0" y="4851"/>
                        <a:pt x="0" y="10800"/>
                      </a:cubicBezTo>
                      <a:cubicBezTo>
                        <a:pt x="0" y="16790"/>
                        <a:pt x="242" y="21599"/>
                        <a:pt x="540" y="21599"/>
                      </a:cubicBezTo>
                      <a:lnTo>
                        <a:pt x="21060" y="21599"/>
                      </a:lnTo>
                      <a:cubicBezTo>
                        <a:pt x="21357" y="21599"/>
                        <a:pt x="21600" y="16790"/>
                        <a:pt x="21600" y="10800"/>
                      </a:cubicBezTo>
                      <a:cubicBezTo>
                        <a:pt x="21600" y="4851"/>
                        <a:pt x="21357" y="0"/>
                        <a:pt x="21060" y="0"/>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sp>
              <p:nvSpPr>
                <p:cNvPr id="82" name="AutoShape 96"/>
                <p:cNvSpPr/>
                <p:nvPr/>
              </p:nvSpPr>
              <p:spPr bwMode="auto">
                <a:xfrm>
                  <a:off x="4765675" y="1466850"/>
                  <a:ext cx="100013" cy="1016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4799" y="4792"/>
                      </a:moveTo>
                      <a:lnTo>
                        <a:pt x="16800" y="4792"/>
                      </a:lnTo>
                      <a:lnTo>
                        <a:pt x="16800" y="16797"/>
                      </a:lnTo>
                      <a:lnTo>
                        <a:pt x="4799" y="16797"/>
                      </a:lnTo>
                      <a:cubicBezTo>
                        <a:pt x="4799" y="16797"/>
                        <a:pt x="4799" y="4792"/>
                        <a:pt x="4799" y="4792"/>
                      </a:cubicBezTo>
                      <a:close/>
                      <a:moveTo>
                        <a:pt x="2399" y="21600"/>
                      </a:moveTo>
                      <a:lnTo>
                        <a:pt x="19199" y="21600"/>
                      </a:lnTo>
                      <a:cubicBezTo>
                        <a:pt x="20527" y="21600"/>
                        <a:pt x="21600" y="20523"/>
                        <a:pt x="21600" y="19198"/>
                      </a:cubicBezTo>
                      <a:lnTo>
                        <a:pt x="21600" y="2401"/>
                      </a:lnTo>
                      <a:cubicBezTo>
                        <a:pt x="21600" y="1076"/>
                        <a:pt x="20527" y="0"/>
                        <a:pt x="19199" y="0"/>
                      </a:cubicBezTo>
                      <a:lnTo>
                        <a:pt x="2399" y="0"/>
                      </a:lnTo>
                      <a:cubicBezTo>
                        <a:pt x="1072" y="0"/>
                        <a:pt x="0" y="1076"/>
                        <a:pt x="0" y="2401"/>
                      </a:cubicBezTo>
                      <a:lnTo>
                        <a:pt x="0" y="19198"/>
                      </a:lnTo>
                      <a:cubicBezTo>
                        <a:pt x="0" y="20523"/>
                        <a:pt x="1072" y="21600"/>
                        <a:pt x="2399" y="21600"/>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grpSp>
        </p:grpSp>
      </p:grpSp>
      <p:sp>
        <p:nvSpPr>
          <p:cNvPr id="91" name="任意多边形: 形状 90"/>
          <p:cNvSpPr/>
          <p:nvPr/>
        </p:nvSpPr>
        <p:spPr>
          <a:xfrm>
            <a:off x="3589776" y="3656680"/>
            <a:ext cx="2581809" cy="2819900"/>
          </a:xfrm>
          <a:custGeom>
            <a:avLst/>
            <a:gdLst>
              <a:gd name="connsiteX0" fmla="*/ 217231 w 3868148"/>
              <a:gd name="connsiteY0" fmla="*/ 0 h 3947090"/>
              <a:gd name="connsiteX1" fmla="*/ 1570793 w 3868148"/>
              <a:gd name="connsiteY1" fmla="*/ 0 h 3947090"/>
              <a:gd name="connsiteX2" fmla="*/ 1724398 w 3868148"/>
              <a:gd name="connsiteY2" fmla="*/ 63626 h 3947090"/>
              <a:gd name="connsiteX3" fmla="*/ 1725318 w 3868148"/>
              <a:gd name="connsiteY3" fmla="*/ 64990 h 3947090"/>
              <a:gd name="connsiteX4" fmla="*/ 1725318 w 3868148"/>
              <a:gd name="connsiteY4" fmla="*/ 64067 h 3947090"/>
              <a:gd name="connsiteX5" fmla="*/ 1993463 w 3868148"/>
              <a:gd name="connsiteY5" fmla="*/ 402931 h 3947090"/>
              <a:gd name="connsiteX6" fmla="*/ 3715607 w 3868148"/>
              <a:gd name="connsiteY6" fmla="*/ 402931 h 3947090"/>
              <a:gd name="connsiteX7" fmla="*/ 3868148 w 3868148"/>
              <a:gd name="connsiteY7" fmla="*/ 555472 h 3947090"/>
              <a:gd name="connsiteX8" fmla="*/ 3868148 w 3868148"/>
              <a:gd name="connsiteY8" fmla="*/ 3794549 h 3947090"/>
              <a:gd name="connsiteX9" fmla="*/ 3715607 w 3868148"/>
              <a:gd name="connsiteY9" fmla="*/ 3947090 h 3947090"/>
              <a:gd name="connsiteX10" fmla="*/ 152541 w 3868148"/>
              <a:gd name="connsiteY10" fmla="*/ 3947090 h 3947090"/>
              <a:gd name="connsiteX11" fmla="*/ 0 w 3868148"/>
              <a:gd name="connsiteY11" fmla="*/ 3794549 h 3947090"/>
              <a:gd name="connsiteX12" fmla="*/ 0 w 3868148"/>
              <a:gd name="connsiteY12" fmla="*/ 683393 h 3947090"/>
              <a:gd name="connsiteX13" fmla="*/ 0 w 3868148"/>
              <a:gd name="connsiteY13" fmla="*/ 555472 h 3947090"/>
              <a:gd name="connsiteX14" fmla="*/ 0 w 3868148"/>
              <a:gd name="connsiteY14" fmla="*/ 217231 h 3947090"/>
              <a:gd name="connsiteX15" fmla="*/ 217231 w 3868148"/>
              <a:gd name="connsiteY15" fmla="*/ 0 h 3947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868148" h="3947090">
                <a:moveTo>
                  <a:pt x="217231" y="0"/>
                </a:moveTo>
                <a:lnTo>
                  <a:pt x="1570793" y="0"/>
                </a:lnTo>
                <a:cubicBezTo>
                  <a:pt x="1630779" y="0"/>
                  <a:pt x="1685087" y="24314"/>
                  <a:pt x="1724398" y="63626"/>
                </a:cubicBezTo>
                <a:lnTo>
                  <a:pt x="1725318" y="64990"/>
                </a:lnTo>
                <a:lnTo>
                  <a:pt x="1725318" y="64067"/>
                </a:lnTo>
                <a:lnTo>
                  <a:pt x="1993463" y="402931"/>
                </a:lnTo>
                <a:lnTo>
                  <a:pt x="3715607" y="402931"/>
                </a:lnTo>
                <a:cubicBezTo>
                  <a:pt x="3799853" y="402931"/>
                  <a:pt x="3868148" y="471226"/>
                  <a:pt x="3868148" y="555472"/>
                </a:cubicBezTo>
                <a:lnTo>
                  <a:pt x="3868148" y="3794549"/>
                </a:lnTo>
                <a:cubicBezTo>
                  <a:pt x="3868148" y="3878795"/>
                  <a:pt x="3799853" y="3947090"/>
                  <a:pt x="3715607" y="3947090"/>
                </a:cubicBezTo>
                <a:lnTo>
                  <a:pt x="152541" y="3947090"/>
                </a:lnTo>
                <a:cubicBezTo>
                  <a:pt x="68295" y="3947090"/>
                  <a:pt x="0" y="3878795"/>
                  <a:pt x="0" y="3794549"/>
                </a:cubicBezTo>
                <a:lnTo>
                  <a:pt x="0" y="683393"/>
                </a:lnTo>
                <a:lnTo>
                  <a:pt x="0" y="555472"/>
                </a:lnTo>
                <a:lnTo>
                  <a:pt x="0" y="217231"/>
                </a:lnTo>
                <a:cubicBezTo>
                  <a:pt x="0" y="97258"/>
                  <a:pt x="97258" y="0"/>
                  <a:pt x="217231" y="0"/>
                </a:cubicBezTo>
                <a:close/>
              </a:path>
            </a:pathLst>
          </a:custGeom>
          <a:solidFill>
            <a:schemeClr val="accent1">
              <a:lumMod val="20000"/>
              <a:lumOff val="80000"/>
              <a:alpha val="7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mn-ea"/>
            </a:endParaRPr>
          </a:p>
        </p:txBody>
      </p:sp>
      <p:grpSp>
        <p:nvGrpSpPr>
          <p:cNvPr id="104" name="组合 103"/>
          <p:cNvGrpSpPr/>
          <p:nvPr/>
        </p:nvGrpSpPr>
        <p:grpSpPr>
          <a:xfrm>
            <a:off x="9995344" y="1208896"/>
            <a:ext cx="1313397" cy="1651534"/>
            <a:chOff x="9073333" y="1730607"/>
            <a:chExt cx="1313397" cy="1651534"/>
          </a:xfrm>
        </p:grpSpPr>
        <p:grpSp>
          <p:nvGrpSpPr>
            <p:cNvPr id="94" name="组合 93" descr="e7d195523061f1c09e9d68d7cf438b91ef959ecb14fc25d26BBA7F7DBC18E55DFF4014AF651F0BF2569D4B6C1DA7F1A4683A481403BD872FC687266AD13265C1DE7C373772FD8728ABDD69ADD03BFF5BE2862BC891DBB79EEA6ABFDA2705539C423D9E6A869863D43AC2EBED1DD1EB162B64448B75509C01D19FA967F443D1B5FCE830C8A5DF52D02B41DCFFF314BA0C"/>
            <p:cNvGrpSpPr/>
            <p:nvPr/>
          </p:nvGrpSpPr>
          <p:grpSpPr>
            <a:xfrm>
              <a:off x="9156418" y="1730607"/>
              <a:ext cx="1230312" cy="504825"/>
              <a:chOff x="7434263" y="1960563"/>
              <a:chExt cx="1230312" cy="504825"/>
            </a:xfrm>
            <a:solidFill>
              <a:srgbClr val="2D2C3A"/>
            </a:solidFill>
          </p:grpSpPr>
          <p:sp>
            <p:nvSpPr>
              <p:cNvPr id="101" name="Freeform 36"/>
              <p:cNvSpPr/>
              <p:nvPr/>
            </p:nvSpPr>
            <p:spPr bwMode="auto">
              <a:xfrm>
                <a:off x="7434263" y="1960563"/>
                <a:ext cx="1208087" cy="469900"/>
              </a:xfrm>
              <a:custGeom>
                <a:avLst/>
                <a:gdLst>
                  <a:gd name="T0" fmla="*/ 538 w 538"/>
                  <a:gd name="T1" fmla="*/ 193 h 209"/>
                  <a:gd name="T2" fmla="*/ 0 w 538"/>
                  <a:gd name="T3" fmla="*/ 132 h 209"/>
                  <a:gd name="T4" fmla="*/ 16 w 538"/>
                  <a:gd name="T5" fmla="*/ 153 h 209"/>
                  <a:gd name="T6" fmla="*/ 518 w 538"/>
                  <a:gd name="T7" fmla="*/ 209 h 209"/>
                  <a:gd name="T8" fmla="*/ 538 w 538"/>
                  <a:gd name="T9" fmla="*/ 193 h 209"/>
                </a:gdLst>
                <a:ahLst/>
                <a:cxnLst>
                  <a:cxn ang="0">
                    <a:pos x="T0" y="T1"/>
                  </a:cxn>
                  <a:cxn ang="0">
                    <a:pos x="T2" y="T3"/>
                  </a:cxn>
                  <a:cxn ang="0">
                    <a:pos x="T4" y="T5"/>
                  </a:cxn>
                  <a:cxn ang="0">
                    <a:pos x="T6" y="T7"/>
                  </a:cxn>
                  <a:cxn ang="0">
                    <a:pos x="T8" y="T9"/>
                  </a:cxn>
                </a:cxnLst>
                <a:rect l="0" t="0" r="r" b="b"/>
                <a:pathLst>
                  <a:path w="538" h="209">
                    <a:moveTo>
                      <a:pt x="538" y="193"/>
                    </a:moveTo>
                    <a:cubicBezTo>
                      <a:pt x="406" y="28"/>
                      <a:pt x="165" y="0"/>
                      <a:pt x="0" y="132"/>
                    </a:cubicBezTo>
                    <a:cubicBezTo>
                      <a:pt x="16" y="153"/>
                      <a:pt x="16" y="153"/>
                      <a:pt x="16" y="153"/>
                    </a:cubicBezTo>
                    <a:cubicBezTo>
                      <a:pt x="170" y="29"/>
                      <a:pt x="393" y="53"/>
                      <a:pt x="518" y="209"/>
                    </a:cubicBezTo>
                    <a:lnTo>
                      <a:pt x="538" y="193"/>
                    </a:lnTo>
                    <a:close/>
                  </a:path>
                </a:pathLst>
              </a:custGeom>
              <a:gradFill>
                <a:gsLst>
                  <a:gs pos="100000">
                    <a:schemeClr val="accent1">
                      <a:lumMod val="75000"/>
                    </a:schemeClr>
                  </a:gs>
                  <a:gs pos="0">
                    <a:schemeClr val="accent1"/>
                  </a:gs>
                </a:gsLst>
                <a:path path="circle">
                  <a:fillToRect l="50000" t="50000" r="50000" b="50000"/>
                </a:path>
              </a:gradFill>
              <a:ln>
                <a:noFill/>
              </a:ln>
              <a:effectLst>
                <a:outerShdw blurRad="139700" dist="1016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102" name="Freeform 37"/>
              <p:cNvSpPr/>
              <p:nvPr/>
            </p:nvSpPr>
            <p:spPr bwMode="auto">
              <a:xfrm>
                <a:off x="8501063" y="2295525"/>
                <a:ext cx="163512" cy="169863"/>
              </a:xfrm>
              <a:custGeom>
                <a:avLst/>
                <a:gdLst>
                  <a:gd name="T0" fmla="*/ 103 w 103"/>
                  <a:gd name="T1" fmla="*/ 0 h 107"/>
                  <a:gd name="T2" fmla="*/ 0 w 103"/>
                  <a:gd name="T3" fmla="*/ 83 h 107"/>
                  <a:gd name="T4" fmla="*/ 102 w 103"/>
                  <a:gd name="T5" fmla="*/ 107 h 107"/>
                  <a:gd name="T6" fmla="*/ 103 w 103"/>
                  <a:gd name="T7" fmla="*/ 0 h 107"/>
                </a:gdLst>
                <a:ahLst/>
                <a:cxnLst>
                  <a:cxn ang="0">
                    <a:pos x="T0" y="T1"/>
                  </a:cxn>
                  <a:cxn ang="0">
                    <a:pos x="T2" y="T3"/>
                  </a:cxn>
                  <a:cxn ang="0">
                    <a:pos x="T4" y="T5"/>
                  </a:cxn>
                  <a:cxn ang="0">
                    <a:pos x="T6" y="T7"/>
                  </a:cxn>
                </a:cxnLst>
                <a:rect l="0" t="0" r="r" b="b"/>
                <a:pathLst>
                  <a:path w="103" h="107">
                    <a:moveTo>
                      <a:pt x="103" y="0"/>
                    </a:moveTo>
                    <a:lnTo>
                      <a:pt x="0" y="83"/>
                    </a:lnTo>
                    <a:lnTo>
                      <a:pt x="102" y="107"/>
                    </a:lnTo>
                    <a:lnTo>
                      <a:pt x="103" y="0"/>
                    </a:lnTo>
                    <a:close/>
                  </a:path>
                </a:pathLst>
              </a:custGeom>
              <a:gradFill>
                <a:gsLst>
                  <a:gs pos="100000">
                    <a:schemeClr val="accent1">
                      <a:lumMod val="75000"/>
                    </a:schemeClr>
                  </a:gs>
                  <a:gs pos="0">
                    <a:schemeClr val="accent1"/>
                  </a:gs>
                </a:gsLst>
                <a:path path="circle">
                  <a:fillToRect l="50000" t="50000" r="50000" b="50000"/>
                </a:path>
              </a:gradFill>
              <a:ln>
                <a:noFill/>
              </a:ln>
              <a:effectLst>
                <a:outerShdw blurRad="1397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p:grpSp>
        <p:sp>
          <p:nvSpPr>
            <p:cNvPr id="96" name="椭圆 95"/>
            <p:cNvSpPr/>
            <p:nvPr/>
          </p:nvSpPr>
          <p:spPr>
            <a:xfrm>
              <a:off x="9073333" y="2150500"/>
              <a:ext cx="1231641" cy="1231641"/>
            </a:xfrm>
            <a:prstGeom prst="ellipse">
              <a:avLst/>
            </a:prstGeom>
            <a:gradFill>
              <a:gsLst>
                <a:gs pos="100000">
                  <a:schemeClr val="accent1">
                    <a:lumMod val="75000"/>
                  </a:schemeClr>
                </a:gs>
                <a:gs pos="0">
                  <a:schemeClr val="accent1"/>
                </a:gs>
              </a:gsLst>
              <a:path path="circle">
                <a:fillToRect l="50000" t="50000" r="50000" b="50000"/>
              </a:path>
            </a:gradFill>
            <a:ln>
              <a:noFill/>
            </a:ln>
            <a:effectLst>
              <a:outerShdw blurRad="139700" dist="1016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AutoShape 112"/>
            <p:cNvSpPr/>
            <p:nvPr/>
          </p:nvSpPr>
          <p:spPr bwMode="auto">
            <a:xfrm>
              <a:off x="9464135" y="2525417"/>
              <a:ext cx="450036" cy="448053"/>
            </a:xfrm>
            <a:custGeom>
              <a:avLst/>
              <a:gdLst>
                <a:gd name="T0" fmla="*/ 10510 w 21020"/>
                <a:gd name="T1" fmla="*/ 10800 h 21600"/>
                <a:gd name="T2" fmla="*/ 10510 w 21020"/>
                <a:gd name="T3" fmla="*/ 10800 h 21600"/>
                <a:gd name="T4" fmla="*/ 10510 w 21020"/>
                <a:gd name="T5" fmla="*/ 10800 h 21600"/>
                <a:gd name="T6" fmla="*/ 10510 w 21020"/>
                <a:gd name="T7" fmla="*/ 10800 h 21600"/>
              </a:gdLst>
              <a:ahLst/>
              <a:cxnLst>
                <a:cxn ang="0">
                  <a:pos x="T0" y="T1"/>
                </a:cxn>
                <a:cxn ang="0">
                  <a:pos x="T2" y="T3"/>
                </a:cxn>
                <a:cxn ang="0">
                  <a:pos x="T4" y="T5"/>
                </a:cxn>
                <a:cxn ang="0">
                  <a:pos x="T6" y="T7"/>
                </a:cxn>
              </a:cxnLst>
              <a:rect l="0" t="0" r="r" b="b"/>
              <a:pathLst>
                <a:path w="21020" h="21600">
                  <a:moveTo>
                    <a:pt x="18846" y="7946"/>
                  </a:moveTo>
                  <a:lnTo>
                    <a:pt x="17740" y="9091"/>
                  </a:lnTo>
                  <a:cubicBezTo>
                    <a:pt x="17740" y="8939"/>
                    <a:pt x="17758" y="8792"/>
                    <a:pt x="17744" y="8636"/>
                  </a:cubicBezTo>
                  <a:cubicBezTo>
                    <a:pt x="17629" y="7331"/>
                    <a:pt x="17036" y="6068"/>
                    <a:pt x="16074" y="5080"/>
                  </a:cubicBezTo>
                  <a:cubicBezTo>
                    <a:pt x="15004" y="3980"/>
                    <a:pt x="13585" y="3348"/>
                    <a:pt x="12180" y="3345"/>
                  </a:cubicBezTo>
                  <a:lnTo>
                    <a:pt x="13268" y="2218"/>
                  </a:lnTo>
                  <a:cubicBezTo>
                    <a:pt x="13812" y="1659"/>
                    <a:pt x="14572" y="1350"/>
                    <a:pt x="15403" y="1350"/>
                  </a:cubicBezTo>
                  <a:cubicBezTo>
                    <a:pt x="16460" y="1350"/>
                    <a:pt x="17546" y="1840"/>
                    <a:pt x="18381" y="2696"/>
                  </a:cubicBezTo>
                  <a:cubicBezTo>
                    <a:pt x="19165" y="3500"/>
                    <a:pt x="19631" y="4499"/>
                    <a:pt x="19698" y="5510"/>
                  </a:cubicBezTo>
                  <a:cubicBezTo>
                    <a:pt x="19760" y="6453"/>
                    <a:pt x="19457" y="7317"/>
                    <a:pt x="18846" y="7946"/>
                  </a:cubicBezTo>
                  <a:moveTo>
                    <a:pt x="5828" y="19329"/>
                  </a:moveTo>
                  <a:cubicBezTo>
                    <a:pt x="5813" y="18424"/>
                    <a:pt x="5454" y="17481"/>
                    <a:pt x="4730" y="16739"/>
                  </a:cubicBezTo>
                  <a:cubicBezTo>
                    <a:pt x="4046" y="16034"/>
                    <a:pt x="3150" y="15628"/>
                    <a:pt x="2257" y="15592"/>
                  </a:cubicBezTo>
                  <a:lnTo>
                    <a:pt x="2911" y="13157"/>
                  </a:lnTo>
                  <a:cubicBezTo>
                    <a:pt x="2959" y="12995"/>
                    <a:pt x="3052" y="12835"/>
                    <a:pt x="3168" y="12695"/>
                  </a:cubicBezTo>
                  <a:cubicBezTo>
                    <a:pt x="4485" y="11726"/>
                    <a:pt x="6512" y="12012"/>
                    <a:pt x="7920" y="13460"/>
                  </a:cubicBezTo>
                  <a:cubicBezTo>
                    <a:pt x="9409" y="14990"/>
                    <a:pt x="9639" y="17230"/>
                    <a:pt x="8492" y="18568"/>
                  </a:cubicBezTo>
                  <a:cubicBezTo>
                    <a:pt x="8416" y="18609"/>
                    <a:pt x="8339" y="18648"/>
                    <a:pt x="8256" y="18675"/>
                  </a:cubicBezTo>
                  <a:cubicBezTo>
                    <a:pt x="8256" y="18675"/>
                    <a:pt x="5828" y="19329"/>
                    <a:pt x="5828" y="19329"/>
                  </a:cubicBezTo>
                  <a:close/>
                  <a:moveTo>
                    <a:pt x="2737" y="20164"/>
                  </a:moveTo>
                  <a:cubicBezTo>
                    <a:pt x="2665" y="20181"/>
                    <a:pt x="2443" y="20239"/>
                    <a:pt x="2291" y="20249"/>
                  </a:cubicBezTo>
                  <a:cubicBezTo>
                    <a:pt x="1751" y="20244"/>
                    <a:pt x="1313" y="19792"/>
                    <a:pt x="1313" y="19237"/>
                  </a:cubicBezTo>
                  <a:cubicBezTo>
                    <a:pt x="1321" y="19124"/>
                    <a:pt x="1365" y="18929"/>
                    <a:pt x="1380" y="18857"/>
                  </a:cubicBezTo>
                  <a:lnTo>
                    <a:pt x="2071" y="16283"/>
                  </a:lnTo>
                  <a:cubicBezTo>
                    <a:pt x="2822" y="16261"/>
                    <a:pt x="3630" y="16562"/>
                    <a:pt x="4265" y="17215"/>
                  </a:cubicBezTo>
                  <a:cubicBezTo>
                    <a:pt x="4911" y="17878"/>
                    <a:pt x="5214" y="18725"/>
                    <a:pt x="5181" y="19504"/>
                  </a:cubicBezTo>
                  <a:cubicBezTo>
                    <a:pt x="5181" y="19504"/>
                    <a:pt x="2737" y="20164"/>
                    <a:pt x="2737" y="20164"/>
                  </a:cubicBezTo>
                  <a:close/>
                  <a:moveTo>
                    <a:pt x="6888" y="11179"/>
                  </a:moveTo>
                  <a:cubicBezTo>
                    <a:pt x="6280" y="10927"/>
                    <a:pt x="5642" y="10783"/>
                    <a:pt x="5004" y="10774"/>
                  </a:cubicBezTo>
                  <a:lnTo>
                    <a:pt x="10063" y="5536"/>
                  </a:lnTo>
                  <a:cubicBezTo>
                    <a:pt x="10838" y="4759"/>
                    <a:pt x="11966" y="4536"/>
                    <a:pt x="13077" y="4819"/>
                  </a:cubicBezTo>
                  <a:cubicBezTo>
                    <a:pt x="13077" y="4819"/>
                    <a:pt x="6888" y="11179"/>
                    <a:pt x="6888" y="11179"/>
                  </a:cubicBezTo>
                  <a:close/>
                  <a:moveTo>
                    <a:pt x="9717" y="13672"/>
                  </a:moveTo>
                  <a:cubicBezTo>
                    <a:pt x="9473" y="13258"/>
                    <a:pt x="9194" y="12859"/>
                    <a:pt x="8848" y="12505"/>
                  </a:cubicBezTo>
                  <a:cubicBezTo>
                    <a:pt x="8447" y="12093"/>
                    <a:pt x="7986" y="11770"/>
                    <a:pt x="7507" y="11498"/>
                  </a:cubicBezTo>
                  <a:lnTo>
                    <a:pt x="13767" y="5064"/>
                  </a:lnTo>
                  <a:cubicBezTo>
                    <a:pt x="14259" y="5288"/>
                    <a:pt x="14729" y="5607"/>
                    <a:pt x="15145" y="6035"/>
                  </a:cubicBezTo>
                  <a:cubicBezTo>
                    <a:pt x="15500" y="6398"/>
                    <a:pt x="15775" y="6806"/>
                    <a:pt x="15987" y="7229"/>
                  </a:cubicBezTo>
                  <a:cubicBezTo>
                    <a:pt x="15987" y="7229"/>
                    <a:pt x="9717" y="13672"/>
                    <a:pt x="9717" y="13672"/>
                  </a:cubicBezTo>
                  <a:close/>
                  <a:moveTo>
                    <a:pt x="10519" y="16061"/>
                  </a:moveTo>
                  <a:cubicBezTo>
                    <a:pt x="10465" y="15452"/>
                    <a:pt x="10298" y="14854"/>
                    <a:pt x="10047" y="14288"/>
                  </a:cubicBezTo>
                  <a:lnTo>
                    <a:pt x="16257" y="7906"/>
                  </a:lnTo>
                  <a:cubicBezTo>
                    <a:pt x="16637" y="9140"/>
                    <a:pt x="16442" y="10429"/>
                    <a:pt x="15610" y="11284"/>
                  </a:cubicBezTo>
                  <a:cubicBezTo>
                    <a:pt x="15604" y="11290"/>
                    <a:pt x="15598" y="11293"/>
                    <a:pt x="15593" y="11298"/>
                  </a:cubicBezTo>
                  <a:lnTo>
                    <a:pt x="15602" y="11306"/>
                  </a:lnTo>
                  <a:lnTo>
                    <a:pt x="10525" y="16565"/>
                  </a:lnTo>
                  <a:cubicBezTo>
                    <a:pt x="10527" y="16397"/>
                    <a:pt x="10534" y="16232"/>
                    <a:pt x="10519" y="16061"/>
                  </a:cubicBezTo>
                  <a:moveTo>
                    <a:pt x="19308" y="1741"/>
                  </a:moveTo>
                  <a:cubicBezTo>
                    <a:pt x="18228" y="632"/>
                    <a:pt x="16805" y="0"/>
                    <a:pt x="15403" y="0"/>
                  </a:cubicBezTo>
                  <a:cubicBezTo>
                    <a:pt x="14220" y="0"/>
                    <a:pt x="13131" y="450"/>
                    <a:pt x="12335" y="1266"/>
                  </a:cubicBezTo>
                  <a:lnTo>
                    <a:pt x="9138" y="4577"/>
                  </a:lnTo>
                  <a:cubicBezTo>
                    <a:pt x="9129" y="4585"/>
                    <a:pt x="9118" y="4592"/>
                    <a:pt x="9108" y="4602"/>
                  </a:cubicBezTo>
                  <a:cubicBezTo>
                    <a:pt x="9103" y="4608"/>
                    <a:pt x="9100" y="4614"/>
                    <a:pt x="9095" y="4620"/>
                  </a:cubicBezTo>
                  <a:lnTo>
                    <a:pt x="9096" y="4621"/>
                  </a:lnTo>
                  <a:lnTo>
                    <a:pt x="2310" y="11647"/>
                  </a:lnTo>
                  <a:cubicBezTo>
                    <a:pt x="1998" y="11966"/>
                    <a:pt x="1771" y="12364"/>
                    <a:pt x="1645" y="12797"/>
                  </a:cubicBezTo>
                  <a:lnTo>
                    <a:pt x="102" y="18541"/>
                  </a:lnTo>
                  <a:cubicBezTo>
                    <a:pt x="100" y="18557"/>
                    <a:pt x="0" y="19008"/>
                    <a:pt x="0" y="19237"/>
                  </a:cubicBezTo>
                  <a:cubicBezTo>
                    <a:pt x="0" y="20541"/>
                    <a:pt x="1030" y="21599"/>
                    <a:pt x="2302" y="21599"/>
                  </a:cubicBezTo>
                  <a:cubicBezTo>
                    <a:pt x="2554" y="21599"/>
                    <a:pt x="3044" y="21475"/>
                    <a:pt x="3062" y="21473"/>
                  </a:cubicBezTo>
                  <a:lnTo>
                    <a:pt x="8630" y="19969"/>
                  </a:lnTo>
                  <a:cubicBezTo>
                    <a:pt x="9054" y="19839"/>
                    <a:pt x="9439" y="19604"/>
                    <a:pt x="9750" y="19283"/>
                  </a:cubicBezTo>
                  <a:lnTo>
                    <a:pt x="19776" y="8899"/>
                  </a:lnTo>
                  <a:cubicBezTo>
                    <a:pt x="21600" y="7023"/>
                    <a:pt x="21394" y="3881"/>
                    <a:pt x="19308" y="1741"/>
                  </a:cubicBezTo>
                </a:path>
              </a:pathLst>
            </a:custGeom>
            <a:solidFill>
              <a:schemeClr val="bg1"/>
            </a:solid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grpSp>
      <p:sp>
        <p:nvSpPr>
          <p:cNvPr id="108" name="任意多边形: 形状 107"/>
          <p:cNvSpPr/>
          <p:nvPr/>
        </p:nvSpPr>
        <p:spPr>
          <a:xfrm>
            <a:off x="6465326" y="3656680"/>
            <a:ext cx="2581809" cy="2819900"/>
          </a:xfrm>
          <a:custGeom>
            <a:avLst/>
            <a:gdLst>
              <a:gd name="connsiteX0" fmla="*/ 217231 w 3868148"/>
              <a:gd name="connsiteY0" fmla="*/ 0 h 3947090"/>
              <a:gd name="connsiteX1" fmla="*/ 1570793 w 3868148"/>
              <a:gd name="connsiteY1" fmla="*/ 0 h 3947090"/>
              <a:gd name="connsiteX2" fmla="*/ 1724398 w 3868148"/>
              <a:gd name="connsiteY2" fmla="*/ 63626 h 3947090"/>
              <a:gd name="connsiteX3" fmla="*/ 1725318 w 3868148"/>
              <a:gd name="connsiteY3" fmla="*/ 64990 h 3947090"/>
              <a:gd name="connsiteX4" fmla="*/ 1725318 w 3868148"/>
              <a:gd name="connsiteY4" fmla="*/ 64067 h 3947090"/>
              <a:gd name="connsiteX5" fmla="*/ 1993463 w 3868148"/>
              <a:gd name="connsiteY5" fmla="*/ 402931 h 3947090"/>
              <a:gd name="connsiteX6" fmla="*/ 3715607 w 3868148"/>
              <a:gd name="connsiteY6" fmla="*/ 402931 h 3947090"/>
              <a:gd name="connsiteX7" fmla="*/ 3868148 w 3868148"/>
              <a:gd name="connsiteY7" fmla="*/ 555472 h 3947090"/>
              <a:gd name="connsiteX8" fmla="*/ 3868148 w 3868148"/>
              <a:gd name="connsiteY8" fmla="*/ 3794549 h 3947090"/>
              <a:gd name="connsiteX9" fmla="*/ 3715607 w 3868148"/>
              <a:gd name="connsiteY9" fmla="*/ 3947090 h 3947090"/>
              <a:gd name="connsiteX10" fmla="*/ 152541 w 3868148"/>
              <a:gd name="connsiteY10" fmla="*/ 3947090 h 3947090"/>
              <a:gd name="connsiteX11" fmla="*/ 0 w 3868148"/>
              <a:gd name="connsiteY11" fmla="*/ 3794549 h 3947090"/>
              <a:gd name="connsiteX12" fmla="*/ 0 w 3868148"/>
              <a:gd name="connsiteY12" fmla="*/ 683393 h 3947090"/>
              <a:gd name="connsiteX13" fmla="*/ 0 w 3868148"/>
              <a:gd name="connsiteY13" fmla="*/ 555472 h 3947090"/>
              <a:gd name="connsiteX14" fmla="*/ 0 w 3868148"/>
              <a:gd name="connsiteY14" fmla="*/ 217231 h 3947090"/>
              <a:gd name="connsiteX15" fmla="*/ 217231 w 3868148"/>
              <a:gd name="connsiteY15" fmla="*/ 0 h 3947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868148" h="3947090">
                <a:moveTo>
                  <a:pt x="217231" y="0"/>
                </a:moveTo>
                <a:lnTo>
                  <a:pt x="1570793" y="0"/>
                </a:lnTo>
                <a:cubicBezTo>
                  <a:pt x="1630779" y="0"/>
                  <a:pt x="1685087" y="24314"/>
                  <a:pt x="1724398" y="63626"/>
                </a:cubicBezTo>
                <a:lnTo>
                  <a:pt x="1725318" y="64990"/>
                </a:lnTo>
                <a:lnTo>
                  <a:pt x="1725318" y="64067"/>
                </a:lnTo>
                <a:lnTo>
                  <a:pt x="1993463" y="402931"/>
                </a:lnTo>
                <a:lnTo>
                  <a:pt x="3715607" y="402931"/>
                </a:lnTo>
                <a:cubicBezTo>
                  <a:pt x="3799853" y="402931"/>
                  <a:pt x="3868148" y="471226"/>
                  <a:pt x="3868148" y="555472"/>
                </a:cubicBezTo>
                <a:lnTo>
                  <a:pt x="3868148" y="3794549"/>
                </a:lnTo>
                <a:cubicBezTo>
                  <a:pt x="3868148" y="3878795"/>
                  <a:pt x="3799853" y="3947090"/>
                  <a:pt x="3715607" y="3947090"/>
                </a:cubicBezTo>
                <a:lnTo>
                  <a:pt x="152541" y="3947090"/>
                </a:lnTo>
                <a:cubicBezTo>
                  <a:pt x="68295" y="3947090"/>
                  <a:pt x="0" y="3878795"/>
                  <a:pt x="0" y="3794549"/>
                </a:cubicBezTo>
                <a:lnTo>
                  <a:pt x="0" y="683393"/>
                </a:lnTo>
                <a:lnTo>
                  <a:pt x="0" y="555472"/>
                </a:lnTo>
                <a:lnTo>
                  <a:pt x="0" y="217231"/>
                </a:lnTo>
                <a:cubicBezTo>
                  <a:pt x="0" y="97258"/>
                  <a:pt x="97258" y="0"/>
                  <a:pt x="217231" y="0"/>
                </a:cubicBezTo>
                <a:close/>
              </a:path>
            </a:pathLst>
          </a:custGeom>
          <a:solidFill>
            <a:schemeClr val="accent1">
              <a:lumMod val="60000"/>
              <a:lumOff val="40000"/>
              <a:alpha val="3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mn-ea"/>
            </a:endParaRPr>
          </a:p>
        </p:txBody>
      </p:sp>
      <p:sp>
        <p:nvSpPr>
          <p:cNvPr id="109" name="任意多边形: 形状 108"/>
          <p:cNvSpPr/>
          <p:nvPr/>
        </p:nvSpPr>
        <p:spPr>
          <a:xfrm>
            <a:off x="9340875" y="3656680"/>
            <a:ext cx="2581809" cy="2819900"/>
          </a:xfrm>
          <a:custGeom>
            <a:avLst/>
            <a:gdLst>
              <a:gd name="connsiteX0" fmla="*/ 217231 w 3868148"/>
              <a:gd name="connsiteY0" fmla="*/ 0 h 3947090"/>
              <a:gd name="connsiteX1" fmla="*/ 1570793 w 3868148"/>
              <a:gd name="connsiteY1" fmla="*/ 0 h 3947090"/>
              <a:gd name="connsiteX2" fmla="*/ 1724398 w 3868148"/>
              <a:gd name="connsiteY2" fmla="*/ 63626 h 3947090"/>
              <a:gd name="connsiteX3" fmla="*/ 1725318 w 3868148"/>
              <a:gd name="connsiteY3" fmla="*/ 64990 h 3947090"/>
              <a:gd name="connsiteX4" fmla="*/ 1725318 w 3868148"/>
              <a:gd name="connsiteY4" fmla="*/ 64067 h 3947090"/>
              <a:gd name="connsiteX5" fmla="*/ 1993463 w 3868148"/>
              <a:gd name="connsiteY5" fmla="*/ 402931 h 3947090"/>
              <a:gd name="connsiteX6" fmla="*/ 3715607 w 3868148"/>
              <a:gd name="connsiteY6" fmla="*/ 402931 h 3947090"/>
              <a:gd name="connsiteX7" fmla="*/ 3868148 w 3868148"/>
              <a:gd name="connsiteY7" fmla="*/ 555472 h 3947090"/>
              <a:gd name="connsiteX8" fmla="*/ 3868148 w 3868148"/>
              <a:gd name="connsiteY8" fmla="*/ 3794549 h 3947090"/>
              <a:gd name="connsiteX9" fmla="*/ 3715607 w 3868148"/>
              <a:gd name="connsiteY9" fmla="*/ 3947090 h 3947090"/>
              <a:gd name="connsiteX10" fmla="*/ 152541 w 3868148"/>
              <a:gd name="connsiteY10" fmla="*/ 3947090 h 3947090"/>
              <a:gd name="connsiteX11" fmla="*/ 0 w 3868148"/>
              <a:gd name="connsiteY11" fmla="*/ 3794549 h 3947090"/>
              <a:gd name="connsiteX12" fmla="*/ 0 w 3868148"/>
              <a:gd name="connsiteY12" fmla="*/ 683393 h 3947090"/>
              <a:gd name="connsiteX13" fmla="*/ 0 w 3868148"/>
              <a:gd name="connsiteY13" fmla="*/ 555472 h 3947090"/>
              <a:gd name="connsiteX14" fmla="*/ 0 w 3868148"/>
              <a:gd name="connsiteY14" fmla="*/ 217231 h 3947090"/>
              <a:gd name="connsiteX15" fmla="*/ 217231 w 3868148"/>
              <a:gd name="connsiteY15" fmla="*/ 0 h 3947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868148" h="3947090">
                <a:moveTo>
                  <a:pt x="217231" y="0"/>
                </a:moveTo>
                <a:lnTo>
                  <a:pt x="1570793" y="0"/>
                </a:lnTo>
                <a:cubicBezTo>
                  <a:pt x="1630779" y="0"/>
                  <a:pt x="1685087" y="24314"/>
                  <a:pt x="1724398" y="63626"/>
                </a:cubicBezTo>
                <a:lnTo>
                  <a:pt x="1725318" y="64990"/>
                </a:lnTo>
                <a:lnTo>
                  <a:pt x="1725318" y="64067"/>
                </a:lnTo>
                <a:lnTo>
                  <a:pt x="1993463" y="402931"/>
                </a:lnTo>
                <a:lnTo>
                  <a:pt x="3715607" y="402931"/>
                </a:lnTo>
                <a:cubicBezTo>
                  <a:pt x="3799853" y="402931"/>
                  <a:pt x="3868148" y="471226"/>
                  <a:pt x="3868148" y="555472"/>
                </a:cubicBezTo>
                <a:lnTo>
                  <a:pt x="3868148" y="3794549"/>
                </a:lnTo>
                <a:cubicBezTo>
                  <a:pt x="3868148" y="3878795"/>
                  <a:pt x="3799853" y="3947090"/>
                  <a:pt x="3715607" y="3947090"/>
                </a:cubicBezTo>
                <a:lnTo>
                  <a:pt x="152541" y="3947090"/>
                </a:lnTo>
                <a:cubicBezTo>
                  <a:pt x="68295" y="3947090"/>
                  <a:pt x="0" y="3878795"/>
                  <a:pt x="0" y="3794549"/>
                </a:cubicBezTo>
                <a:lnTo>
                  <a:pt x="0" y="683393"/>
                </a:lnTo>
                <a:lnTo>
                  <a:pt x="0" y="555472"/>
                </a:lnTo>
                <a:lnTo>
                  <a:pt x="0" y="217231"/>
                </a:lnTo>
                <a:cubicBezTo>
                  <a:pt x="0" y="97258"/>
                  <a:pt x="97258" y="0"/>
                  <a:pt x="217231" y="0"/>
                </a:cubicBezTo>
                <a:close/>
              </a:path>
            </a:pathLst>
          </a:custGeom>
          <a:solidFill>
            <a:schemeClr val="accent1">
              <a:lumMod val="20000"/>
              <a:lumOff val="80000"/>
              <a:alpha val="7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mn-ea"/>
            </a:endParaRPr>
          </a:p>
        </p:txBody>
      </p:sp>
      <p:sp>
        <p:nvSpPr>
          <p:cNvPr id="111" name="文本框 110"/>
          <p:cNvSpPr txBox="1"/>
          <p:nvPr/>
        </p:nvSpPr>
        <p:spPr>
          <a:xfrm>
            <a:off x="3728051" y="2955384"/>
            <a:ext cx="2125545" cy="369332"/>
          </a:xfrm>
          <a:prstGeom prst="rect">
            <a:avLst/>
          </a:prstGeom>
          <a:noFill/>
        </p:spPr>
        <p:txBody>
          <a:bodyPr wrap="square" rtlCol="0">
            <a:spAutoFit/>
          </a:bodyPr>
          <a:lstStyle/>
          <a:p>
            <a:pPr algn="ctr"/>
            <a:r>
              <a:rPr lang="zh-CN" altLang="en-US" b="1" dirty="0">
                <a:latin typeface="微软雅黑" panose="020B0503020204020204" pitchFamily="34" charset="-122"/>
                <a:ea typeface="微软雅黑" panose="020B0503020204020204" pitchFamily="34" charset="-122"/>
              </a:rPr>
              <a:t>这里填写标题</a:t>
            </a:r>
            <a:endParaRPr lang="zh-CN" altLang="en-US" b="1" dirty="0">
              <a:latin typeface="微软雅黑" panose="020B0503020204020204" pitchFamily="34" charset="-122"/>
              <a:ea typeface="微软雅黑" panose="020B0503020204020204" pitchFamily="34" charset="-122"/>
            </a:endParaRPr>
          </a:p>
        </p:txBody>
      </p:sp>
      <p:sp>
        <p:nvSpPr>
          <p:cNvPr id="112" name="文本框 111"/>
          <p:cNvSpPr txBox="1"/>
          <p:nvPr/>
        </p:nvSpPr>
        <p:spPr>
          <a:xfrm>
            <a:off x="6638221" y="2955384"/>
            <a:ext cx="2125545" cy="369332"/>
          </a:xfrm>
          <a:prstGeom prst="rect">
            <a:avLst/>
          </a:prstGeom>
          <a:noFill/>
        </p:spPr>
        <p:txBody>
          <a:bodyPr wrap="square" rtlCol="0">
            <a:spAutoFit/>
          </a:bodyPr>
          <a:lstStyle/>
          <a:p>
            <a:pPr algn="ctr"/>
            <a:r>
              <a:rPr lang="zh-CN" altLang="en-US" b="1" dirty="0">
                <a:latin typeface="微软雅黑" panose="020B0503020204020204" pitchFamily="34" charset="-122"/>
                <a:ea typeface="微软雅黑" panose="020B0503020204020204" pitchFamily="34" charset="-122"/>
              </a:rPr>
              <a:t>这里填写标题</a:t>
            </a:r>
            <a:endParaRPr lang="zh-CN" altLang="en-US" b="1" dirty="0">
              <a:latin typeface="微软雅黑" panose="020B0503020204020204" pitchFamily="34" charset="-122"/>
              <a:ea typeface="微软雅黑" panose="020B0503020204020204" pitchFamily="34" charset="-122"/>
            </a:endParaRPr>
          </a:p>
        </p:txBody>
      </p:sp>
      <p:sp>
        <p:nvSpPr>
          <p:cNvPr id="113" name="文本框 112"/>
          <p:cNvSpPr txBox="1"/>
          <p:nvPr/>
        </p:nvSpPr>
        <p:spPr>
          <a:xfrm>
            <a:off x="9548391" y="2955384"/>
            <a:ext cx="2125545" cy="369332"/>
          </a:xfrm>
          <a:prstGeom prst="rect">
            <a:avLst/>
          </a:prstGeom>
          <a:noFill/>
        </p:spPr>
        <p:txBody>
          <a:bodyPr wrap="square" rtlCol="0">
            <a:spAutoFit/>
          </a:bodyPr>
          <a:lstStyle/>
          <a:p>
            <a:pPr algn="ctr"/>
            <a:r>
              <a:rPr lang="zh-CN" altLang="en-US" b="1" dirty="0">
                <a:latin typeface="微软雅黑" panose="020B0503020204020204" pitchFamily="34" charset="-122"/>
                <a:ea typeface="微软雅黑" panose="020B0503020204020204" pitchFamily="34" charset="-122"/>
              </a:rPr>
              <a:t>这里填写标题</a:t>
            </a:r>
            <a:endParaRPr lang="zh-CN" altLang="en-US" b="1" dirty="0">
              <a:latin typeface="微软雅黑" panose="020B0503020204020204" pitchFamily="34" charset="-122"/>
              <a:ea typeface="微软雅黑" panose="020B0503020204020204" pitchFamily="34" charset="-122"/>
            </a:endParaRPr>
          </a:p>
        </p:txBody>
      </p:sp>
      <p:sp>
        <p:nvSpPr>
          <p:cNvPr id="114" name="文本框 113"/>
          <p:cNvSpPr txBox="1"/>
          <p:nvPr/>
        </p:nvSpPr>
        <p:spPr>
          <a:xfrm>
            <a:off x="3269323" y="3397633"/>
            <a:ext cx="2125545" cy="584775"/>
          </a:xfrm>
          <a:prstGeom prst="rect">
            <a:avLst/>
          </a:prstGeom>
          <a:noFill/>
        </p:spPr>
        <p:txBody>
          <a:bodyPr wrap="square" rtlCol="0">
            <a:spAutoFit/>
          </a:bodyPr>
          <a:lstStyle/>
          <a:p>
            <a:r>
              <a:rPr lang="en-US" altLang="zh-CN" sz="3200" b="1" dirty="0">
                <a:solidFill>
                  <a:schemeClr val="bg1">
                    <a:lumMod val="50000"/>
                  </a:schemeClr>
                </a:solidFill>
                <a:latin typeface="微软雅黑" panose="020B0503020204020204" pitchFamily="34" charset="-122"/>
                <a:ea typeface="微软雅黑" panose="020B0503020204020204" pitchFamily="34" charset="-122"/>
              </a:rPr>
              <a:t>Step 01</a:t>
            </a:r>
            <a:endParaRPr lang="zh-CN" altLang="en-US" sz="32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115" name="文本框 114"/>
          <p:cNvSpPr txBox="1"/>
          <p:nvPr/>
        </p:nvSpPr>
        <p:spPr>
          <a:xfrm>
            <a:off x="6237372" y="3404822"/>
            <a:ext cx="2125545" cy="584775"/>
          </a:xfrm>
          <a:prstGeom prst="rect">
            <a:avLst/>
          </a:prstGeom>
          <a:noFill/>
        </p:spPr>
        <p:txBody>
          <a:bodyPr wrap="square" rtlCol="0">
            <a:spAutoFit/>
          </a:bodyPr>
          <a:lstStyle/>
          <a:p>
            <a:r>
              <a:rPr lang="en-US" altLang="zh-CN" sz="3200" b="1" dirty="0">
                <a:solidFill>
                  <a:schemeClr val="bg1">
                    <a:lumMod val="50000"/>
                  </a:schemeClr>
                </a:solidFill>
                <a:latin typeface="微软雅黑" panose="020B0503020204020204" pitchFamily="34" charset="-122"/>
                <a:ea typeface="微软雅黑" panose="020B0503020204020204" pitchFamily="34" charset="-122"/>
              </a:rPr>
              <a:t>Step 02</a:t>
            </a:r>
            <a:endParaRPr lang="zh-CN" altLang="en-US" sz="32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116" name="文本框 115"/>
          <p:cNvSpPr txBox="1"/>
          <p:nvPr/>
        </p:nvSpPr>
        <p:spPr>
          <a:xfrm>
            <a:off x="9107848" y="3429000"/>
            <a:ext cx="2125545" cy="584775"/>
          </a:xfrm>
          <a:prstGeom prst="rect">
            <a:avLst/>
          </a:prstGeom>
          <a:noFill/>
        </p:spPr>
        <p:txBody>
          <a:bodyPr wrap="square" rtlCol="0">
            <a:spAutoFit/>
          </a:bodyPr>
          <a:lstStyle/>
          <a:p>
            <a:r>
              <a:rPr lang="en-US" altLang="zh-CN" sz="3200" b="1" dirty="0">
                <a:solidFill>
                  <a:schemeClr val="bg1">
                    <a:lumMod val="50000"/>
                  </a:schemeClr>
                </a:solidFill>
                <a:latin typeface="微软雅黑" panose="020B0503020204020204" pitchFamily="34" charset="-122"/>
                <a:ea typeface="微软雅黑" panose="020B0503020204020204" pitchFamily="34" charset="-122"/>
              </a:rPr>
              <a:t>Step 03</a:t>
            </a:r>
            <a:endParaRPr lang="zh-CN" altLang="en-US" sz="32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117" name="文本框 116"/>
          <p:cNvSpPr txBox="1"/>
          <p:nvPr/>
        </p:nvSpPr>
        <p:spPr>
          <a:xfrm>
            <a:off x="3699005" y="4170639"/>
            <a:ext cx="2363349" cy="2246769"/>
          </a:xfrm>
          <a:prstGeom prst="rect">
            <a:avLst/>
          </a:prstGeom>
          <a:noFill/>
        </p:spPr>
        <p:txBody>
          <a:bodyPr wrap="square" rtlCol="0">
            <a:spAutoFit/>
          </a:bodyPr>
          <a:lstStyle/>
          <a:p>
            <a:pPr marL="285750" indent="-285750">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这里填写正文内容这里填写正文内容这里填写正文内容这里填写正文内容</a:t>
            </a:r>
            <a:endParaRPr lang="zh-CN" altLang="en-US" sz="14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这里填写正文内容这里填写正文内容这里填写正文内容这里填写正文内容</a:t>
            </a:r>
            <a:endParaRPr lang="zh-CN" altLang="en-US" sz="14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endParaRPr lang="zh-CN" altLang="en-US" sz="14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endParaRPr lang="zh-CN" altLang="en-US" sz="1400" dirty="0">
              <a:latin typeface="微软雅黑" panose="020B0503020204020204" pitchFamily="34" charset="-122"/>
              <a:ea typeface="微软雅黑" panose="020B0503020204020204" pitchFamily="34" charset="-122"/>
            </a:endParaRPr>
          </a:p>
        </p:txBody>
      </p:sp>
      <p:sp>
        <p:nvSpPr>
          <p:cNvPr id="118" name="文本框 117"/>
          <p:cNvSpPr txBox="1"/>
          <p:nvPr/>
        </p:nvSpPr>
        <p:spPr>
          <a:xfrm>
            <a:off x="6553823" y="4096675"/>
            <a:ext cx="2363349" cy="2246769"/>
          </a:xfrm>
          <a:prstGeom prst="rect">
            <a:avLst/>
          </a:prstGeom>
          <a:noFill/>
        </p:spPr>
        <p:txBody>
          <a:bodyPr wrap="square" rtlCol="0">
            <a:spAutoFit/>
          </a:bodyPr>
          <a:lstStyle/>
          <a:p>
            <a:pPr marL="285750" indent="-285750">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这里填写正文内容这里填写正文内容这里填写正文内容这里填写正文内容</a:t>
            </a:r>
            <a:endParaRPr lang="zh-CN" altLang="en-US" sz="14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这里填写正文内容这里填写正文内容这里填写正文内容这里填写正文内容</a:t>
            </a:r>
            <a:endParaRPr lang="zh-CN" altLang="en-US" sz="14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endParaRPr lang="zh-CN" altLang="en-US" sz="14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endParaRPr lang="zh-CN" altLang="en-US" sz="1400" dirty="0">
              <a:latin typeface="微软雅黑" panose="020B0503020204020204" pitchFamily="34" charset="-122"/>
              <a:ea typeface="微软雅黑" panose="020B0503020204020204" pitchFamily="34" charset="-122"/>
            </a:endParaRPr>
          </a:p>
        </p:txBody>
      </p:sp>
      <p:sp>
        <p:nvSpPr>
          <p:cNvPr id="119" name="文本框 118"/>
          <p:cNvSpPr txBox="1"/>
          <p:nvPr/>
        </p:nvSpPr>
        <p:spPr>
          <a:xfrm>
            <a:off x="9450104" y="4096674"/>
            <a:ext cx="2363349" cy="2246769"/>
          </a:xfrm>
          <a:prstGeom prst="rect">
            <a:avLst/>
          </a:prstGeom>
          <a:noFill/>
        </p:spPr>
        <p:txBody>
          <a:bodyPr wrap="square" rtlCol="0">
            <a:spAutoFit/>
          </a:bodyPr>
          <a:lstStyle/>
          <a:p>
            <a:pPr marL="285750" indent="-285750">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这里填写正文内容这里填写正文内容这里填写正文内容这里填写正文内容</a:t>
            </a:r>
            <a:endParaRPr lang="zh-CN" altLang="en-US" sz="14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这里填写正文内容这里填写正文内容这里填写正文内容这里填写正文内容</a:t>
            </a:r>
            <a:endParaRPr lang="zh-CN" altLang="en-US" sz="14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endParaRPr lang="zh-CN" altLang="en-US" sz="14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endParaRPr lang="zh-CN" altLang="en-US" sz="14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542925" y="4636293"/>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结果与分析</a:t>
            </a:r>
            <a:endParaRPr lang="zh-CN" altLang="en-US" sz="2800" b="1"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542925" y="5629275"/>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总结与讨论</a:t>
            </a:r>
            <a:endParaRPr lang="zh-CN" altLang="en-US" sz="2800" b="1" dirty="0">
              <a:latin typeface="微软雅黑" panose="020B0503020204020204" pitchFamily="34" charset="-122"/>
              <a:ea typeface="微软雅黑" panose="020B0503020204020204" pitchFamily="34" charset="-122"/>
            </a:endParaRPr>
          </a:p>
        </p:txBody>
      </p:sp>
      <p:sp>
        <p:nvSpPr>
          <p:cNvPr id="6" name="文本框 5"/>
          <p:cNvSpPr txBox="1"/>
          <p:nvPr/>
        </p:nvSpPr>
        <p:spPr>
          <a:xfrm>
            <a:off x="542925" y="1657350"/>
            <a:ext cx="1828800" cy="523220"/>
          </a:xfrm>
          <a:prstGeom prst="rect">
            <a:avLst/>
          </a:prstGeom>
          <a:noFill/>
        </p:spPr>
        <p:txBody>
          <a:bodyPr wrap="square" rtlCol="0">
            <a:spAutoFit/>
          </a:bodyPr>
          <a:lstStyle/>
          <a:p>
            <a:r>
              <a:rPr lang="zh-CN" altLang="en-US" sz="2800" b="1" dirty="0">
                <a:solidFill>
                  <a:sysClr val="windowText" lastClr="000000"/>
                </a:solidFill>
                <a:latin typeface="微软雅黑" panose="020B0503020204020204" pitchFamily="34" charset="-122"/>
                <a:ea typeface="微软雅黑" panose="020B0503020204020204" pitchFamily="34" charset="-122"/>
              </a:rPr>
              <a:t>研究背景</a:t>
            </a:r>
            <a:endParaRPr lang="zh-CN" altLang="en-US" sz="2800" b="1" dirty="0">
              <a:solidFill>
                <a:sysClr val="windowText" lastClr="000000"/>
              </a:solidFill>
              <a:latin typeface="微软雅黑" panose="020B0503020204020204" pitchFamily="34" charset="-122"/>
              <a:ea typeface="微软雅黑" panose="020B0503020204020204" pitchFamily="34" charset="-122"/>
            </a:endParaRPr>
          </a:p>
        </p:txBody>
      </p:sp>
      <p:sp>
        <p:nvSpPr>
          <p:cNvPr id="11" name="矩形 10"/>
          <p:cNvSpPr/>
          <p:nvPr/>
        </p:nvSpPr>
        <p:spPr>
          <a:xfrm>
            <a:off x="-1" y="3522411"/>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直角三角形 11"/>
          <p:cNvSpPr/>
          <p:nvPr/>
        </p:nvSpPr>
        <p:spPr>
          <a:xfrm rot="10800000">
            <a:off x="-2" y="4284411"/>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endParaRPr lang="zh-CN" altLang="en-US" sz="4800" b="1" dirty="0">
              <a:solidFill>
                <a:schemeClr val="accent1"/>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542925" y="2650331"/>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目的与意义</a:t>
            </a:r>
            <a:endParaRPr lang="zh-CN" altLang="en-US" sz="2800" b="1" dirty="0">
              <a:latin typeface="微软雅黑" panose="020B0503020204020204" pitchFamily="34" charset="-122"/>
              <a:ea typeface="微软雅黑" panose="020B0503020204020204" pitchFamily="34" charset="-122"/>
            </a:endParaRPr>
          </a:p>
        </p:txBody>
      </p:sp>
      <p:sp>
        <p:nvSpPr>
          <p:cNvPr id="8" name="文本框 7"/>
          <p:cNvSpPr txBox="1"/>
          <p:nvPr/>
        </p:nvSpPr>
        <p:spPr>
          <a:xfrm>
            <a:off x="542925" y="3643312"/>
            <a:ext cx="2019300"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方法与过程</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5" name="矩形 4"/>
          <p:cNvSpPr/>
          <p:nvPr/>
        </p:nvSpPr>
        <p:spPr>
          <a:xfrm>
            <a:off x="3396996" y="797947"/>
            <a:ext cx="8316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3403600" y="162578"/>
            <a:ext cx="45085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研究过程</a:t>
            </a:r>
            <a:endParaRPr lang="zh-CN" altLang="en-US" sz="2800" b="1" dirty="0">
              <a:latin typeface="微软雅黑" panose="020B0503020204020204" pitchFamily="34" charset="-122"/>
              <a:ea typeface="微软雅黑" panose="020B0503020204020204" pitchFamily="34" charset="-122"/>
            </a:endParaRPr>
          </a:p>
        </p:txBody>
      </p:sp>
      <p:sp>
        <p:nvSpPr>
          <p:cNvPr id="21" name="箭头: 五边形 20"/>
          <p:cNvSpPr/>
          <p:nvPr/>
        </p:nvSpPr>
        <p:spPr>
          <a:xfrm>
            <a:off x="3635098" y="2328261"/>
            <a:ext cx="2917309" cy="902097"/>
          </a:xfrm>
          <a:prstGeom prst="homePlate">
            <a:avLst/>
          </a:prstGeom>
          <a:solidFill>
            <a:schemeClr val="accent1">
              <a:lumMod val="60000"/>
              <a:lumOff val="40000"/>
            </a:schemeClr>
          </a:solidFill>
          <a:ln>
            <a:no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a:p>
        </p:txBody>
      </p:sp>
      <p:sp>
        <p:nvSpPr>
          <p:cNvPr id="22" name="箭头: V 形 21"/>
          <p:cNvSpPr/>
          <p:nvPr/>
        </p:nvSpPr>
        <p:spPr>
          <a:xfrm>
            <a:off x="6212653" y="2328261"/>
            <a:ext cx="2492404" cy="897515"/>
          </a:xfrm>
          <a:prstGeom prst="chevron">
            <a:avLst/>
          </a:prstGeom>
          <a:solidFill>
            <a:schemeClr val="accent1"/>
          </a:solidFill>
          <a:ln>
            <a:no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a:p>
        </p:txBody>
      </p:sp>
      <p:sp>
        <p:nvSpPr>
          <p:cNvPr id="23" name="箭头: V 形 22"/>
          <p:cNvSpPr/>
          <p:nvPr/>
        </p:nvSpPr>
        <p:spPr>
          <a:xfrm>
            <a:off x="8359572" y="2328261"/>
            <a:ext cx="2491200" cy="897515"/>
          </a:xfrm>
          <a:prstGeom prst="chevron">
            <a:avLst/>
          </a:prstGeom>
          <a:solidFill>
            <a:schemeClr val="accent1"/>
          </a:solidFill>
          <a:ln>
            <a:no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a:p>
        </p:txBody>
      </p:sp>
      <p:sp>
        <p:nvSpPr>
          <p:cNvPr id="24" name="任意多边形: 形状 23"/>
          <p:cNvSpPr/>
          <p:nvPr/>
        </p:nvSpPr>
        <p:spPr>
          <a:xfrm flipH="1">
            <a:off x="10040972" y="2327168"/>
            <a:ext cx="1979578" cy="3044932"/>
          </a:xfrm>
          <a:custGeom>
            <a:avLst/>
            <a:gdLst>
              <a:gd name="connsiteX0" fmla="*/ 1522466 w 1979578"/>
              <a:gd name="connsiteY0" fmla="*/ 0 h 3044932"/>
              <a:gd name="connsiteX1" fmla="*/ 0 w 1979578"/>
              <a:gd name="connsiteY1" fmla="*/ 1522466 h 3044932"/>
              <a:gd name="connsiteX2" fmla="*/ 1522466 w 1979578"/>
              <a:gd name="connsiteY2" fmla="*/ 3044932 h 3044932"/>
              <a:gd name="connsiteX3" fmla="*/ 1528624 w 1979578"/>
              <a:gd name="connsiteY3" fmla="*/ 3044621 h 3044932"/>
              <a:gd name="connsiteX4" fmla="*/ 1528624 w 1979578"/>
              <a:gd name="connsiteY4" fmla="*/ 3044567 h 3044932"/>
              <a:gd name="connsiteX5" fmla="*/ 1530821 w 1979578"/>
              <a:gd name="connsiteY5" fmla="*/ 3044567 h 3044932"/>
              <a:gd name="connsiteX6" fmla="*/ 1979578 w 1979578"/>
              <a:gd name="connsiteY6" fmla="*/ 2595810 h 3044932"/>
              <a:gd name="connsiteX7" fmla="*/ 1530821 w 1979578"/>
              <a:gd name="connsiteY7" fmla="*/ 2147052 h 3044932"/>
              <a:gd name="connsiteX8" fmla="*/ 1528624 w 1979578"/>
              <a:gd name="connsiteY8" fmla="*/ 2147052 h 3044932"/>
              <a:gd name="connsiteX9" fmla="*/ 1528624 w 1979578"/>
              <a:gd name="connsiteY9" fmla="*/ 2146360 h 3044932"/>
              <a:gd name="connsiteX10" fmla="*/ 1522466 w 1979578"/>
              <a:gd name="connsiteY10" fmla="*/ 2146981 h 3044932"/>
              <a:gd name="connsiteX11" fmla="*/ 897951 w 1979578"/>
              <a:gd name="connsiteY11" fmla="*/ 1522466 h 3044932"/>
              <a:gd name="connsiteX12" fmla="*/ 1396604 w 1979578"/>
              <a:gd name="connsiteY12" fmla="*/ 910639 h 3044932"/>
              <a:gd name="connsiteX13" fmla="*/ 1515959 w 1979578"/>
              <a:gd name="connsiteY13" fmla="*/ 898607 h 3044932"/>
              <a:gd name="connsiteX14" fmla="*/ 1512515 w 1979578"/>
              <a:gd name="connsiteY14" fmla="*/ 898607 h 3044932"/>
              <a:gd name="connsiteX15" fmla="*/ 1063758 w 1979578"/>
              <a:gd name="connsiteY15" fmla="*/ 449850 h 3044932"/>
              <a:gd name="connsiteX16" fmla="*/ 1512515 w 1979578"/>
              <a:gd name="connsiteY16" fmla="*/ 1092 h 3044932"/>
              <a:gd name="connsiteX17" fmla="*/ 1528624 w 1979578"/>
              <a:gd name="connsiteY17" fmla="*/ 1092 h 3044932"/>
              <a:gd name="connsiteX18" fmla="*/ 1528624 w 1979578"/>
              <a:gd name="connsiteY18" fmla="*/ 311 h 3044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979578" h="3044932">
                <a:moveTo>
                  <a:pt x="1522466" y="0"/>
                </a:moveTo>
                <a:cubicBezTo>
                  <a:pt x="681631" y="0"/>
                  <a:pt x="0" y="681632"/>
                  <a:pt x="0" y="1522466"/>
                </a:cubicBezTo>
                <a:cubicBezTo>
                  <a:pt x="0" y="2363301"/>
                  <a:pt x="681631" y="3044932"/>
                  <a:pt x="1522466" y="3044932"/>
                </a:cubicBezTo>
                <a:lnTo>
                  <a:pt x="1528624" y="3044621"/>
                </a:lnTo>
                <a:lnTo>
                  <a:pt x="1528624" y="3044567"/>
                </a:lnTo>
                <a:lnTo>
                  <a:pt x="1530821" y="3044567"/>
                </a:lnTo>
                <a:lnTo>
                  <a:pt x="1979578" y="2595810"/>
                </a:lnTo>
                <a:lnTo>
                  <a:pt x="1530821" y="2147052"/>
                </a:lnTo>
                <a:lnTo>
                  <a:pt x="1528624" y="2147052"/>
                </a:lnTo>
                <a:lnTo>
                  <a:pt x="1528624" y="2146360"/>
                </a:lnTo>
                <a:lnTo>
                  <a:pt x="1522466" y="2146981"/>
                </a:lnTo>
                <a:cubicBezTo>
                  <a:pt x="1177556" y="2146981"/>
                  <a:pt x="897951" y="1867376"/>
                  <a:pt x="897951" y="1522466"/>
                </a:cubicBezTo>
                <a:cubicBezTo>
                  <a:pt x="897951" y="1220670"/>
                  <a:pt x="1112024" y="968873"/>
                  <a:pt x="1396604" y="910639"/>
                </a:cubicBezTo>
                <a:lnTo>
                  <a:pt x="1515959" y="898607"/>
                </a:lnTo>
                <a:lnTo>
                  <a:pt x="1512515" y="898607"/>
                </a:lnTo>
                <a:lnTo>
                  <a:pt x="1063758" y="449850"/>
                </a:lnTo>
                <a:lnTo>
                  <a:pt x="1512515" y="1092"/>
                </a:lnTo>
                <a:lnTo>
                  <a:pt x="1528624" y="1092"/>
                </a:lnTo>
                <a:lnTo>
                  <a:pt x="1528624" y="311"/>
                </a:lnTo>
                <a:close/>
              </a:path>
            </a:pathLst>
          </a:custGeom>
          <a:solidFill>
            <a:schemeClr val="bg1">
              <a:lumMod val="85000"/>
            </a:schemeClr>
          </a:solidFill>
          <a:ln>
            <a:no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a:p>
        </p:txBody>
      </p:sp>
      <p:sp>
        <p:nvSpPr>
          <p:cNvPr id="25" name="箭头: V 形 24"/>
          <p:cNvSpPr/>
          <p:nvPr/>
        </p:nvSpPr>
        <p:spPr>
          <a:xfrm flipH="1">
            <a:off x="7894726" y="4474585"/>
            <a:ext cx="2491200" cy="897515"/>
          </a:xfrm>
          <a:prstGeom prst="chevron">
            <a:avLst/>
          </a:prstGeom>
          <a:solidFill>
            <a:schemeClr val="accent1"/>
          </a:solidFill>
          <a:ln>
            <a:no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a:p>
        </p:txBody>
      </p:sp>
      <p:sp>
        <p:nvSpPr>
          <p:cNvPr id="26" name="箭头: V 形 25"/>
          <p:cNvSpPr/>
          <p:nvPr/>
        </p:nvSpPr>
        <p:spPr>
          <a:xfrm flipH="1">
            <a:off x="5733572" y="4474585"/>
            <a:ext cx="2491200" cy="897515"/>
          </a:xfrm>
          <a:prstGeom prst="chevron">
            <a:avLst/>
          </a:prstGeom>
          <a:solidFill>
            <a:schemeClr val="accent1"/>
          </a:solidFill>
          <a:ln>
            <a:no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a:p>
        </p:txBody>
      </p:sp>
      <p:sp>
        <p:nvSpPr>
          <p:cNvPr id="27" name="箭头: V 形 26"/>
          <p:cNvSpPr/>
          <p:nvPr/>
        </p:nvSpPr>
        <p:spPr>
          <a:xfrm flipH="1">
            <a:off x="3533773" y="4471331"/>
            <a:ext cx="2491201" cy="897515"/>
          </a:xfrm>
          <a:prstGeom prst="chevron">
            <a:avLst/>
          </a:prstGeom>
          <a:solidFill>
            <a:schemeClr val="accent1">
              <a:lumMod val="60000"/>
              <a:lumOff val="40000"/>
            </a:schemeClr>
          </a:solidFill>
          <a:ln>
            <a:no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a:p>
        </p:txBody>
      </p:sp>
      <p:sp>
        <p:nvSpPr>
          <p:cNvPr id="28" name="文本框 27"/>
          <p:cNvSpPr txBox="1"/>
          <p:nvPr/>
        </p:nvSpPr>
        <p:spPr>
          <a:xfrm>
            <a:off x="4391804" y="2583338"/>
            <a:ext cx="1743075" cy="369332"/>
          </a:xfrm>
          <a:prstGeom prst="rect">
            <a:avLst/>
          </a:prstGeom>
          <a:noFill/>
        </p:spPr>
        <p:txBody>
          <a:bodyPr wrap="square" rtlCol="0">
            <a:spAutoFit/>
          </a:bodyPr>
          <a:lstStyle/>
          <a:p>
            <a:r>
              <a:rPr lang="zh-CN" altLang="en-US" b="1" dirty="0">
                <a:solidFill>
                  <a:schemeClr val="bg1"/>
                </a:solidFill>
                <a:latin typeface="微软雅黑" panose="020B0503020204020204" pitchFamily="34" charset="-122"/>
                <a:ea typeface="微软雅黑" panose="020B0503020204020204" pitchFamily="34" charset="-122"/>
              </a:rPr>
              <a:t>这里填写标题</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33" name="文本框 32"/>
          <p:cNvSpPr txBox="1"/>
          <p:nvPr/>
        </p:nvSpPr>
        <p:spPr>
          <a:xfrm>
            <a:off x="3821503" y="3289089"/>
            <a:ext cx="2203471" cy="307777"/>
          </a:xfrm>
          <a:prstGeom prst="rect">
            <a:avLst/>
          </a:prstGeom>
          <a:noFill/>
        </p:spPr>
        <p:txBody>
          <a:bodyPr wrap="square" rtlCol="0">
            <a:spAutoFit/>
          </a:bodyPr>
          <a:lstStyle/>
          <a:p>
            <a:pPr algn="ctr"/>
            <a:r>
              <a:rPr lang="en-US" altLang="zh-CN" sz="1400" dirty="0">
                <a:latin typeface="微软雅黑" panose="020B0503020204020204" pitchFamily="34" charset="-122"/>
                <a:ea typeface="微软雅黑" panose="020B0503020204020204" pitchFamily="34" charset="-122"/>
              </a:rPr>
              <a:t>XX</a:t>
            </a:r>
            <a:r>
              <a:rPr lang="zh-CN" altLang="en-US" sz="1400" dirty="0">
                <a:latin typeface="微软雅黑" panose="020B0503020204020204" pitchFamily="34" charset="-122"/>
                <a:ea typeface="微软雅黑" panose="020B0503020204020204" pitchFamily="34" charset="-122"/>
              </a:rPr>
              <a:t>月</a:t>
            </a:r>
            <a:r>
              <a:rPr lang="en-US" altLang="zh-CN" sz="1400" dirty="0">
                <a:latin typeface="微软雅黑" panose="020B0503020204020204" pitchFamily="34" charset="-122"/>
                <a:ea typeface="微软雅黑" panose="020B0503020204020204" pitchFamily="34" charset="-122"/>
              </a:rPr>
              <a:t>XX</a:t>
            </a:r>
            <a:r>
              <a:rPr lang="zh-CN" altLang="en-US" sz="1400" dirty="0">
                <a:latin typeface="微软雅黑" panose="020B0503020204020204" pitchFamily="34" charset="-122"/>
                <a:ea typeface="微软雅黑" panose="020B0503020204020204" pitchFamily="34" charset="-122"/>
              </a:rPr>
              <a:t>日</a:t>
            </a:r>
            <a:r>
              <a:rPr lang="en-US" altLang="zh-CN" sz="1400" dirty="0">
                <a:latin typeface="微软雅黑" panose="020B0503020204020204" pitchFamily="34" charset="-122"/>
                <a:ea typeface="微软雅黑" panose="020B0503020204020204" pitchFamily="34" charset="-122"/>
              </a:rPr>
              <a:t>-XX</a:t>
            </a:r>
            <a:r>
              <a:rPr lang="zh-CN" altLang="en-US" sz="1400" dirty="0">
                <a:latin typeface="微软雅黑" panose="020B0503020204020204" pitchFamily="34" charset="-122"/>
                <a:ea typeface="微软雅黑" panose="020B0503020204020204" pitchFamily="34" charset="-122"/>
              </a:rPr>
              <a:t>月</a:t>
            </a:r>
            <a:r>
              <a:rPr lang="en-US" altLang="zh-CN" sz="1400" dirty="0">
                <a:latin typeface="微软雅黑" panose="020B0503020204020204" pitchFamily="34" charset="-122"/>
                <a:ea typeface="微软雅黑" panose="020B0503020204020204" pitchFamily="34" charset="-122"/>
              </a:rPr>
              <a:t>XX</a:t>
            </a:r>
            <a:r>
              <a:rPr lang="zh-CN" altLang="en-US" sz="1400" dirty="0">
                <a:latin typeface="微软雅黑" panose="020B0503020204020204" pitchFamily="34" charset="-122"/>
                <a:ea typeface="微软雅黑" panose="020B0503020204020204" pitchFamily="34" charset="-122"/>
              </a:rPr>
              <a:t>日</a:t>
            </a:r>
            <a:endParaRPr lang="zh-CN" altLang="en-US" sz="1400" dirty="0">
              <a:latin typeface="微软雅黑" panose="020B0503020204020204" pitchFamily="34" charset="-122"/>
              <a:ea typeface="微软雅黑" panose="020B0503020204020204" pitchFamily="34" charset="-122"/>
            </a:endParaRPr>
          </a:p>
        </p:txBody>
      </p:sp>
      <p:sp>
        <p:nvSpPr>
          <p:cNvPr id="93" name="任意多边形: 形状 92"/>
          <p:cNvSpPr/>
          <p:nvPr/>
        </p:nvSpPr>
        <p:spPr>
          <a:xfrm>
            <a:off x="3659087" y="1100181"/>
            <a:ext cx="2281649" cy="1144400"/>
          </a:xfrm>
          <a:custGeom>
            <a:avLst/>
            <a:gdLst>
              <a:gd name="connsiteX0" fmla="*/ 0 w 2281649"/>
              <a:gd name="connsiteY0" fmla="*/ 0 h 1144400"/>
              <a:gd name="connsiteX1" fmla="*/ 2281649 w 2281649"/>
              <a:gd name="connsiteY1" fmla="*/ 0 h 1144400"/>
              <a:gd name="connsiteX2" fmla="*/ 2281649 w 2281649"/>
              <a:gd name="connsiteY2" fmla="*/ 988074 h 1144400"/>
              <a:gd name="connsiteX3" fmla="*/ 1303970 w 2281649"/>
              <a:gd name="connsiteY3" fmla="*/ 988074 h 1144400"/>
              <a:gd name="connsiteX4" fmla="*/ 1140824 w 2281649"/>
              <a:gd name="connsiteY4" fmla="*/ 1144400 h 1144400"/>
              <a:gd name="connsiteX5" fmla="*/ 977679 w 2281649"/>
              <a:gd name="connsiteY5" fmla="*/ 988074 h 1144400"/>
              <a:gd name="connsiteX6" fmla="*/ 0 w 2281649"/>
              <a:gd name="connsiteY6" fmla="*/ 988074 h 114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81649" h="1144400">
                <a:moveTo>
                  <a:pt x="0" y="0"/>
                </a:moveTo>
                <a:lnTo>
                  <a:pt x="2281649" y="0"/>
                </a:lnTo>
                <a:lnTo>
                  <a:pt x="2281649" y="988074"/>
                </a:lnTo>
                <a:lnTo>
                  <a:pt x="1303970" y="988074"/>
                </a:lnTo>
                <a:lnTo>
                  <a:pt x="1140824" y="1144400"/>
                </a:lnTo>
                <a:lnTo>
                  <a:pt x="977679" y="988074"/>
                </a:lnTo>
                <a:lnTo>
                  <a:pt x="0" y="988074"/>
                </a:ln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95" name="任意多边形: 形状 94"/>
          <p:cNvSpPr/>
          <p:nvPr/>
        </p:nvSpPr>
        <p:spPr>
          <a:xfrm>
            <a:off x="6136453" y="1100181"/>
            <a:ext cx="2281649" cy="1144400"/>
          </a:xfrm>
          <a:custGeom>
            <a:avLst/>
            <a:gdLst>
              <a:gd name="connsiteX0" fmla="*/ 0 w 2281649"/>
              <a:gd name="connsiteY0" fmla="*/ 0 h 1144400"/>
              <a:gd name="connsiteX1" fmla="*/ 2281649 w 2281649"/>
              <a:gd name="connsiteY1" fmla="*/ 0 h 1144400"/>
              <a:gd name="connsiteX2" fmla="*/ 2281649 w 2281649"/>
              <a:gd name="connsiteY2" fmla="*/ 988074 h 1144400"/>
              <a:gd name="connsiteX3" fmla="*/ 1303970 w 2281649"/>
              <a:gd name="connsiteY3" fmla="*/ 988074 h 1144400"/>
              <a:gd name="connsiteX4" fmla="*/ 1140824 w 2281649"/>
              <a:gd name="connsiteY4" fmla="*/ 1144400 h 1144400"/>
              <a:gd name="connsiteX5" fmla="*/ 977679 w 2281649"/>
              <a:gd name="connsiteY5" fmla="*/ 988074 h 1144400"/>
              <a:gd name="connsiteX6" fmla="*/ 0 w 2281649"/>
              <a:gd name="connsiteY6" fmla="*/ 988074 h 114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81649" h="1144400">
                <a:moveTo>
                  <a:pt x="0" y="0"/>
                </a:moveTo>
                <a:lnTo>
                  <a:pt x="2281649" y="0"/>
                </a:lnTo>
                <a:lnTo>
                  <a:pt x="2281649" y="988074"/>
                </a:lnTo>
                <a:lnTo>
                  <a:pt x="1303970" y="988074"/>
                </a:lnTo>
                <a:lnTo>
                  <a:pt x="1140824" y="1144400"/>
                </a:lnTo>
                <a:lnTo>
                  <a:pt x="977679" y="988074"/>
                </a:lnTo>
                <a:lnTo>
                  <a:pt x="0" y="988074"/>
                </a:lnTo>
                <a:close/>
              </a:path>
            </a:pathLst>
          </a:custGeom>
          <a:solidFill>
            <a:schemeClr val="accent1">
              <a:lumMod val="60000"/>
              <a:lumOff val="4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97" name="任意多边形: 形状 96"/>
          <p:cNvSpPr/>
          <p:nvPr/>
        </p:nvSpPr>
        <p:spPr>
          <a:xfrm>
            <a:off x="8621865" y="1100181"/>
            <a:ext cx="2281649" cy="1144400"/>
          </a:xfrm>
          <a:custGeom>
            <a:avLst/>
            <a:gdLst>
              <a:gd name="connsiteX0" fmla="*/ 0 w 2281649"/>
              <a:gd name="connsiteY0" fmla="*/ 0 h 1144400"/>
              <a:gd name="connsiteX1" fmla="*/ 2281649 w 2281649"/>
              <a:gd name="connsiteY1" fmla="*/ 0 h 1144400"/>
              <a:gd name="connsiteX2" fmla="*/ 2281649 w 2281649"/>
              <a:gd name="connsiteY2" fmla="*/ 988074 h 1144400"/>
              <a:gd name="connsiteX3" fmla="*/ 1303970 w 2281649"/>
              <a:gd name="connsiteY3" fmla="*/ 988074 h 1144400"/>
              <a:gd name="connsiteX4" fmla="*/ 1140824 w 2281649"/>
              <a:gd name="connsiteY4" fmla="*/ 1144400 h 1144400"/>
              <a:gd name="connsiteX5" fmla="*/ 977679 w 2281649"/>
              <a:gd name="connsiteY5" fmla="*/ 988074 h 1144400"/>
              <a:gd name="connsiteX6" fmla="*/ 0 w 2281649"/>
              <a:gd name="connsiteY6" fmla="*/ 988074 h 114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81649" h="1144400">
                <a:moveTo>
                  <a:pt x="0" y="0"/>
                </a:moveTo>
                <a:lnTo>
                  <a:pt x="2281649" y="0"/>
                </a:lnTo>
                <a:lnTo>
                  <a:pt x="2281649" y="988074"/>
                </a:lnTo>
                <a:lnTo>
                  <a:pt x="1303970" y="988074"/>
                </a:lnTo>
                <a:lnTo>
                  <a:pt x="1140824" y="1144400"/>
                </a:lnTo>
                <a:lnTo>
                  <a:pt x="977679" y="988074"/>
                </a:lnTo>
                <a:lnTo>
                  <a:pt x="0" y="988074"/>
                </a:ln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98" name="任意多边形: 形状 97"/>
          <p:cNvSpPr/>
          <p:nvPr/>
        </p:nvSpPr>
        <p:spPr>
          <a:xfrm flipV="1">
            <a:off x="3659087" y="5437447"/>
            <a:ext cx="2281649" cy="1144400"/>
          </a:xfrm>
          <a:custGeom>
            <a:avLst/>
            <a:gdLst>
              <a:gd name="connsiteX0" fmla="*/ 0 w 2281649"/>
              <a:gd name="connsiteY0" fmla="*/ 0 h 1144400"/>
              <a:gd name="connsiteX1" fmla="*/ 2281649 w 2281649"/>
              <a:gd name="connsiteY1" fmla="*/ 0 h 1144400"/>
              <a:gd name="connsiteX2" fmla="*/ 2281649 w 2281649"/>
              <a:gd name="connsiteY2" fmla="*/ 988074 h 1144400"/>
              <a:gd name="connsiteX3" fmla="*/ 1303970 w 2281649"/>
              <a:gd name="connsiteY3" fmla="*/ 988074 h 1144400"/>
              <a:gd name="connsiteX4" fmla="*/ 1140824 w 2281649"/>
              <a:gd name="connsiteY4" fmla="*/ 1144400 h 1144400"/>
              <a:gd name="connsiteX5" fmla="*/ 977679 w 2281649"/>
              <a:gd name="connsiteY5" fmla="*/ 988074 h 1144400"/>
              <a:gd name="connsiteX6" fmla="*/ 0 w 2281649"/>
              <a:gd name="connsiteY6" fmla="*/ 988074 h 114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81649" h="1144400">
                <a:moveTo>
                  <a:pt x="0" y="0"/>
                </a:moveTo>
                <a:lnTo>
                  <a:pt x="2281649" y="0"/>
                </a:lnTo>
                <a:lnTo>
                  <a:pt x="2281649" y="988074"/>
                </a:lnTo>
                <a:lnTo>
                  <a:pt x="1303970" y="988074"/>
                </a:lnTo>
                <a:lnTo>
                  <a:pt x="1140824" y="1144400"/>
                </a:lnTo>
                <a:lnTo>
                  <a:pt x="977679" y="988074"/>
                </a:lnTo>
                <a:lnTo>
                  <a:pt x="0" y="988074"/>
                </a:ln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99" name="任意多边形: 形状 98"/>
          <p:cNvSpPr/>
          <p:nvPr/>
        </p:nvSpPr>
        <p:spPr>
          <a:xfrm flipV="1">
            <a:off x="6145978" y="5437447"/>
            <a:ext cx="2281649" cy="1144400"/>
          </a:xfrm>
          <a:custGeom>
            <a:avLst/>
            <a:gdLst>
              <a:gd name="connsiteX0" fmla="*/ 0 w 2281649"/>
              <a:gd name="connsiteY0" fmla="*/ 0 h 1144400"/>
              <a:gd name="connsiteX1" fmla="*/ 2281649 w 2281649"/>
              <a:gd name="connsiteY1" fmla="*/ 0 h 1144400"/>
              <a:gd name="connsiteX2" fmla="*/ 2281649 w 2281649"/>
              <a:gd name="connsiteY2" fmla="*/ 988074 h 1144400"/>
              <a:gd name="connsiteX3" fmla="*/ 1303970 w 2281649"/>
              <a:gd name="connsiteY3" fmla="*/ 988074 h 1144400"/>
              <a:gd name="connsiteX4" fmla="*/ 1140824 w 2281649"/>
              <a:gd name="connsiteY4" fmla="*/ 1144400 h 1144400"/>
              <a:gd name="connsiteX5" fmla="*/ 977679 w 2281649"/>
              <a:gd name="connsiteY5" fmla="*/ 988074 h 1144400"/>
              <a:gd name="connsiteX6" fmla="*/ 0 w 2281649"/>
              <a:gd name="connsiteY6" fmla="*/ 988074 h 114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81649" h="1144400">
                <a:moveTo>
                  <a:pt x="0" y="0"/>
                </a:moveTo>
                <a:lnTo>
                  <a:pt x="2281649" y="0"/>
                </a:lnTo>
                <a:lnTo>
                  <a:pt x="2281649" y="988074"/>
                </a:lnTo>
                <a:lnTo>
                  <a:pt x="1303970" y="988074"/>
                </a:lnTo>
                <a:lnTo>
                  <a:pt x="1140824" y="1144400"/>
                </a:lnTo>
                <a:lnTo>
                  <a:pt x="977679" y="988074"/>
                </a:lnTo>
                <a:lnTo>
                  <a:pt x="0" y="988074"/>
                </a:lnTo>
                <a:close/>
              </a:path>
            </a:pathLst>
          </a:custGeom>
          <a:solidFill>
            <a:schemeClr val="accent1">
              <a:lumMod val="60000"/>
              <a:lumOff val="4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00" name="任意多边形: 形状 99"/>
          <p:cNvSpPr/>
          <p:nvPr/>
        </p:nvSpPr>
        <p:spPr>
          <a:xfrm flipV="1">
            <a:off x="8621865" y="5437447"/>
            <a:ext cx="2281649" cy="1144400"/>
          </a:xfrm>
          <a:custGeom>
            <a:avLst/>
            <a:gdLst>
              <a:gd name="connsiteX0" fmla="*/ 0 w 2281649"/>
              <a:gd name="connsiteY0" fmla="*/ 0 h 1144400"/>
              <a:gd name="connsiteX1" fmla="*/ 2281649 w 2281649"/>
              <a:gd name="connsiteY1" fmla="*/ 0 h 1144400"/>
              <a:gd name="connsiteX2" fmla="*/ 2281649 w 2281649"/>
              <a:gd name="connsiteY2" fmla="*/ 988074 h 1144400"/>
              <a:gd name="connsiteX3" fmla="*/ 1303970 w 2281649"/>
              <a:gd name="connsiteY3" fmla="*/ 988074 h 1144400"/>
              <a:gd name="connsiteX4" fmla="*/ 1140824 w 2281649"/>
              <a:gd name="connsiteY4" fmla="*/ 1144400 h 1144400"/>
              <a:gd name="connsiteX5" fmla="*/ 977679 w 2281649"/>
              <a:gd name="connsiteY5" fmla="*/ 988074 h 1144400"/>
              <a:gd name="connsiteX6" fmla="*/ 0 w 2281649"/>
              <a:gd name="connsiteY6" fmla="*/ 988074 h 114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81649" h="1144400">
                <a:moveTo>
                  <a:pt x="0" y="0"/>
                </a:moveTo>
                <a:lnTo>
                  <a:pt x="2281649" y="0"/>
                </a:lnTo>
                <a:lnTo>
                  <a:pt x="2281649" y="988074"/>
                </a:lnTo>
                <a:lnTo>
                  <a:pt x="1303970" y="988074"/>
                </a:lnTo>
                <a:lnTo>
                  <a:pt x="1140824" y="1144400"/>
                </a:lnTo>
                <a:lnTo>
                  <a:pt x="977679" y="988074"/>
                </a:lnTo>
                <a:lnTo>
                  <a:pt x="0" y="988074"/>
                </a:ln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20" name="文本框 119"/>
          <p:cNvSpPr txBox="1"/>
          <p:nvPr/>
        </p:nvSpPr>
        <p:spPr>
          <a:xfrm>
            <a:off x="6782652" y="2583338"/>
            <a:ext cx="1743075" cy="369332"/>
          </a:xfrm>
          <a:prstGeom prst="rect">
            <a:avLst/>
          </a:prstGeom>
          <a:noFill/>
        </p:spPr>
        <p:txBody>
          <a:bodyPr wrap="square" rtlCol="0">
            <a:spAutoFit/>
          </a:bodyPr>
          <a:lstStyle/>
          <a:p>
            <a:r>
              <a:rPr lang="zh-CN" altLang="en-US" b="1" dirty="0">
                <a:solidFill>
                  <a:schemeClr val="bg1"/>
                </a:solidFill>
                <a:latin typeface="微软雅黑" panose="020B0503020204020204" pitchFamily="34" charset="-122"/>
                <a:ea typeface="微软雅黑" panose="020B0503020204020204" pitchFamily="34" charset="-122"/>
              </a:rPr>
              <a:t>这里填写标题</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122" name="文本框 121"/>
          <p:cNvSpPr txBox="1"/>
          <p:nvPr/>
        </p:nvSpPr>
        <p:spPr>
          <a:xfrm>
            <a:off x="6121443" y="3305941"/>
            <a:ext cx="2203471" cy="307777"/>
          </a:xfrm>
          <a:prstGeom prst="rect">
            <a:avLst/>
          </a:prstGeom>
          <a:noFill/>
        </p:spPr>
        <p:txBody>
          <a:bodyPr wrap="square" rtlCol="0">
            <a:spAutoFit/>
          </a:bodyPr>
          <a:lstStyle/>
          <a:p>
            <a:pPr algn="ctr"/>
            <a:r>
              <a:rPr lang="en-US" altLang="zh-CN" sz="1400" dirty="0">
                <a:latin typeface="微软雅黑" panose="020B0503020204020204" pitchFamily="34" charset="-122"/>
                <a:ea typeface="微软雅黑" panose="020B0503020204020204" pitchFamily="34" charset="-122"/>
              </a:rPr>
              <a:t>XX</a:t>
            </a:r>
            <a:r>
              <a:rPr lang="zh-CN" altLang="en-US" sz="1400" dirty="0">
                <a:latin typeface="微软雅黑" panose="020B0503020204020204" pitchFamily="34" charset="-122"/>
                <a:ea typeface="微软雅黑" panose="020B0503020204020204" pitchFamily="34" charset="-122"/>
              </a:rPr>
              <a:t>月</a:t>
            </a:r>
            <a:r>
              <a:rPr lang="en-US" altLang="zh-CN" sz="1400" dirty="0">
                <a:latin typeface="微软雅黑" panose="020B0503020204020204" pitchFamily="34" charset="-122"/>
                <a:ea typeface="微软雅黑" panose="020B0503020204020204" pitchFamily="34" charset="-122"/>
              </a:rPr>
              <a:t>XX</a:t>
            </a:r>
            <a:r>
              <a:rPr lang="zh-CN" altLang="en-US" sz="1400" dirty="0">
                <a:latin typeface="微软雅黑" panose="020B0503020204020204" pitchFamily="34" charset="-122"/>
                <a:ea typeface="微软雅黑" panose="020B0503020204020204" pitchFamily="34" charset="-122"/>
              </a:rPr>
              <a:t>日</a:t>
            </a:r>
            <a:r>
              <a:rPr lang="en-US" altLang="zh-CN" sz="1400" dirty="0">
                <a:latin typeface="微软雅黑" panose="020B0503020204020204" pitchFamily="34" charset="-122"/>
                <a:ea typeface="微软雅黑" panose="020B0503020204020204" pitchFamily="34" charset="-122"/>
              </a:rPr>
              <a:t>-XX</a:t>
            </a:r>
            <a:r>
              <a:rPr lang="zh-CN" altLang="en-US" sz="1400" dirty="0">
                <a:latin typeface="微软雅黑" panose="020B0503020204020204" pitchFamily="34" charset="-122"/>
                <a:ea typeface="微软雅黑" panose="020B0503020204020204" pitchFamily="34" charset="-122"/>
              </a:rPr>
              <a:t>月</a:t>
            </a:r>
            <a:r>
              <a:rPr lang="en-US" altLang="zh-CN" sz="1400" dirty="0">
                <a:latin typeface="微软雅黑" panose="020B0503020204020204" pitchFamily="34" charset="-122"/>
                <a:ea typeface="微软雅黑" panose="020B0503020204020204" pitchFamily="34" charset="-122"/>
              </a:rPr>
              <a:t>XX</a:t>
            </a:r>
            <a:r>
              <a:rPr lang="zh-CN" altLang="en-US" sz="1400" dirty="0">
                <a:latin typeface="微软雅黑" panose="020B0503020204020204" pitchFamily="34" charset="-122"/>
                <a:ea typeface="微软雅黑" panose="020B0503020204020204" pitchFamily="34" charset="-122"/>
              </a:rPr>
              <a:t>日</a:t>
            </a:r>
            <a:endParaRPr lang="zh-CN" altLang="en-US" sz="1400" dirty="0">
              <a:latin typeface="微软雅黑" panose="020B0503020204020204" pitchFamily="34" charset="-122"/>
              <a:ea typeface="微软雅黑" panose="020B0503020204020204" pitchFamily="34" charset="-122"/>
            </a:endParaRPr>
          </a:p>
        </p:txBody>
      </p:sp>
      <p:sp>
        <p:nvSpPr>
          <p:cNvPr id="123" name="文本框 122"/>
          <p:cNvSpPr txBox="1"/>
          <p:nvPr/>
        </p:nvSpPr>
        <p:spPr>
          <a:xfrm>
            <a:off x="8864634" y="2583338"/>
            <a:ext cx="1743075" cy="369332"/>
          </a:xfrm>
          <a:prstGeom prst="rect">
            <a:avLst/>
          </a:prstGeom>
          <a:noFill/>
        </p:spPr>
        <p:txBody>
          <a:bodyPr wrap="square" rtlCol="0">
            <a:spAutoFit/>
          </a:bodyPr>
          <a:lstStyle/>
          <a:p>
            <a:r>
              <a:rPr lang="zh-CN" altLang="en-US" b="1" dirty="0">
                <a:solidFill>
                  <a:schemeClr val="bg1"/>
                </a:solidFill>
                <a:latin typeface="微软雅黑" panose="020B0503020204020204" pitchFamily="34" charset="-122"/>
                <a:ea typeface="微软雅黑" panose="020B0503020204020204" pitchFamily="34" charset="-122"/>
              </a:rPr>
              <a:t>这里填写标题</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124" name="文本框 123"/>
          <p:cNvSpPr txBox="1"/>
          <p:nvPr/>
        </p:nvSpPr>
        <p:spPr>
          <a:xfrm>
            <a:off x="8284829" y="3289089"/>
            <a:ext cx="2203471" cy="307777"/>
          </a:xfrm>
          <a:prstGeom prst="rect">
            <a:avLst/>
          </a:prstGeom>
          <a:noFill/>
        </p:spPr>
        <p:txBody>
          <a:bodyPr wrap="square" rtlCol="0">
            <a:spAutoFit/>
          </a:bodyPr>
          <a:lstStyle/>
          <a:p>
            <a:pPr algn="ctr"/>
            <a:r>
              <a:rPr lang="en-US" altLang="zh-CN" sz="1400" dirty="0">
                <a:latin typeface="微软雅黑" panose="020B0503020204020204" pitchFamily="34" charset="-122"/>
                <a:ea typeface="微软雅黑" panose="020B0503020204020204" pitchFamily="34" charset="-122"/>
              </a:rPr>
              <a:t>XX</a:t>
            </a:r>
            <a:r>
              <a:rPr lang="zh-CN" altLang="en-US" sz="1400" dirty="0">
                <a:latin typeface="微软雅黑" panose="020B0503020204020204" pitchFamily="34" charset="-122"/>
                <a:ea typeface="微软雅黑" panose="020B0503020204020204" pitchFamily="34" charset="-122"/>
              </a:rPr>
              <a:t>月</a:t>
            </a:r>
            <a:r>
              <a:rPr lang="en-US" altLang="zh-CN" sz="1400" dirty="0">
                <a:latin typeface="微软雅黑" panose="020B0503020204020204" pitchFamily="34" charset="-122"/>
                <a:ea typeface="微软雅黑" panose="020B0503020204020204" pitchFamily="34" charset="-122"/>
              </a:rPr>
              <a:t>XX</a:t>
            </a:r>
            <a:r>
              <a:rPr lang="zh-CN" altLang="en-US" sz="1400" dirty="0">
                <a:latin typeface="微软雅黑" panose="020B0503020204020204" pitchFamily="34" charset="-122"/>
                <a:ea typeface="微软雅黑" panose="020B0503020204020204" pitchFamily="34" charset="-122"/>
              </a:rPr>
              <a:t>日</a:t>
            </a:r>
            <a:r>
              <a:rPr lang="en-US" altLang="zh-CN" sz="1400" dirty="0">
                <a:latin typeface="微软雅黑" panose="020B0503020204020204" pitchFamily="34" charset="-122"/>
                <a:ea typeface="微软雅黑" panose="020B0503020204020204" pitchFamily="34" charset="-122"/>
              </a:rPr>
              <a:t>-XX</a:t>
            </a:r>
            <a:r>
              <a:rPr lang="zh-CN" altLang="en-US" sz="1400" dirty="0">
                <a:latin typeface="微软雅黑" panose="020B0503020204020204" pitchFamily="34" charset="-122"/>
                <a:ea typeface="微软雅黑" panose="020B0503020204020204" pitchFamily="34" charset="-122"/>
              </a:rPr>
              <a:t>月</a:t>
            </a:r>
            <a:r>
              <a:rPr lang="en-US" altLang="zh-CN" sz="1400" dirty="0">
                <a:latin typeface="微软雅黑" panose="020B0503020204020204" pitchFamily="34" charset="-122"/>
                <a:ea typeface="微软雅黑" panose="020B0503020204020204" pitchFamily="34" charset="-122"/>
              </a:rPr>
              <a:t>XX</a:t>
            </a:r>
            <a:r>
              <a:rPr lang="zh-CN" altLang="en-US" sz="1400" dirty="0">
                <a:latin typeface="微软雅黑" panose="020B0503020204020204" pitchFamily="34" charset="-122"/>
                <a:ea typeface="微软雅黑" panose="020B0503020204020204" pitchFamily="34" charset="-122"/>
              </a:rPr>
              <a:t>日</a:t>
            </a:r>
            <a:endParaRPr lang="zh-CN" altLang="en-US" sz="1400" dirty="0">
              <a:latin typeface="微软雅黑" panose="020B0503020204020204" pitchFamily="34" charset="-122"/>
              <a:ea typeface="微软雅黑" panose="020B0503020204020204" pitchFamily="34" charset="-122"/>
            </a:endParaRPr>
          </a:p>
        </p:txBody>
      </p:sp>
      <p:sp>
        <p:nvSpPr>
          <p:cNvPr id="126" name="椭圆 125"/>
          <p:cNvSpPr/>
          <p:nvPr/>
        </p:nvSpPr>
        <p:spPr>
          <a:xfrm>
            <a:off x="3532096" y="3303566"/>
            <a:ext cx="309600" cy="3096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文本框 127"/>
          <p:cNvSpPr txBox="1"/>
          <p:nvPr/>
        </p:nvSpPr>
        <p:spPr>
          <a:xfrm>
            <a:off x="3799339" y="4052022"/>
            <a:ext cx="2203471" cy="307777"/>
          </a:xfrm>
          <a:prstGeom prst="rect">
            <a:avLst/>
          </a:prstGeom>
          <a:noFill/>
        </p:spPr>
        <p:txBody>
          <a:bodyPr wrap="square" rtlCol="0">
            <a:spAutoFit/>
          </a:bodyPr>
          <a:lstStyle/>
          <a:p>
            <a:pPr algn="ctr"/>
            <a:r>
              <a:rPr lang="en-US" altLang="zh-CN" sz="1400" dirty="0">
                <a:latin typeface="微软雅黑" panose="020B0503020204020204" pitchFamily="34" charset="-122"/>
                <a:ea typeface="微软雅黑" panose="020B0503020204020204" pitchFamily="34" charset="-122"/>
              </a:rPr>
              <a:t>XX</a:t>
            </a:r>
            <a:r>
              <a:rPr lang="zh-CN" altLang="en-US" sz="1400" dirty="0">
                <a:latin typeface="微软雅黑" panose="020B0503020204020204" pitchFamily="34" charset="-122"/>
                <a:ea typeface="微软雅黑" panose="020B0503020204020204" pitchFamily="34" charset="-122"/>
              </a:rPr>
              <a:t>月</a:t>
            </a:r>
            <a:r>
              <a:rPr lang="en-US" altLang="zh-CN" sz="1400" dirty="0">
                <a:latin typeface="微软雅黑" panose="020B0503020204020204" pitchFamily="34" charset="-122"/>
                <a:ea typeface="微软雅黑" panose="020B0503020204020204" pitchFamily="34" charset="-122"/>
              </a:rPr>
              <a:t>XX</a:t>
            </a:r>
            <a:r>
              <a:rPr lang="zh-CN" altLang="en-US" sz="1400" dirty="0">
                <a:latin typeface="微软雅黑" panose="020B0503020204020204" pitchFamily="34" charset="-122"/>
                <a:ea typeface="微软雅黑" panose="020B0503020204020204" pitchFamily="34" charset="-122"/>
              </a:rPr>
              <a:t>日</a:t>
            </a:r>
            <a:r>
              <a:rPr lang="en-US" altLang="zh-CN" sz="1400" dirty="0">
                <a:latin typeface="微软雅黑" panose="020B0503020204020204" pitchFamily="34" charset="-122"/>
                <a:ea typeface="微软雅黑" panose="020B0503020204020204" pitchFamily="34" charset="-122"/>
              </a:rPr>
              <a:t>-XX</a:t>
            </a:r>
            <a:r>
              <a:rPr lang="zh-CN" altLang="en-US" sz="1400" dirty="0">
                <a:latin typeface="微软雅黑" panose="020B0503020204020204" pitchFamily="34" charset="-122"/>
                <a:ea typeface="微软雅黑" panose="020B0503020204020204" pitchFamily="34" charset="-122"/>
              </a:rPr>
              <a:t>月</a:t>
            </a:r>
            <a:r>
              <a:rPr lang="en-US" altLang="zh-CN" sz="1400" dirty="0">
                <a:latin typeface="微软雅黑" panose="020B0503020204020204" pitchFamily="34" charset="-122"/>
                <a:ea typeface="微软雅黑" panose="020B0503020204020204" pitchFamily="34" charset="-122"/>
              </a:rPr>
              <a:t>XX</a:t>
            </a:r>
            <a:r>
              <a:rPr lang="zh-CN" altLang="en-US" sz="1400" dirty="0">
                <a:latin typeface="微软雅黑" panose="020B0503020204020204" pitchFamily="34" charset="-122"/>
                <a:ea typeface="微软雅黑" panose="020B0503020204020204" pitchFamily="34" charset="-122"/>
              </a:rPr>
              <a:t>日</a:t>
            </a:r>
            <a:endParaRPr lang="zh-CN" altLang="en-US" sz="1400" dirty="0">
              <a:latin typeface="微软雅黑" panose="020B0503020204020204" pitchFamily="34" charset="-122"/>
              <a:ea typeface="微软雅黑" panose="020B0503020204020204" pitchFamily="34" charset="-122"/>
            </a:endParaRPr>
          </a:p>
        </p:txBody>
      </p:sp>
      <p:sp>
        <p:nvSpPr>
          <p:cNvPr id="129" name="文本框 128"/>
          <p:cNvSpPr txBox="1"/>
          <p:nvPr/>
        </p:nvSpPr>
        <p:spPr>
          <a:xfrm>
            <a:off x="6107196" y="4069292"/>
            <a:ext cx="2203471" cy="307777"/>
          </a:xfrm>
          <a:prstGeom prst="rect">
            <a:avLst/>
          </a:prstGeom>
          <a:noFill/>
        </p:spPr>
        <p:txBody>
          <a:bodyPr wrap="square" rtlCol="0">
            <a:spAutoFit/>
          </a:bodyPr>
          <a:lstStyle/>
          <a:p>
            <a:pPr algn="ctr"/>
            <a:r>
              <a:rPr lang="en-US" altLang="zh-CN" sz="1400" dirty="0">
                <a:latin typeface="微软雅黑" panose="020B0503020204020204" pitchFamily="34" charset="-122"/>
                <a:ea typeface="微软雅黑" panose="020B0503020204020204" pitchFamily="34" charset="-122"/>
              </a:rPr>
              <a:t>XX</a:t>
            </a:r>
            <a:r>
              <a:rPr lang="zh-CN" altLang="en-US" sz="1400" dirty="0">
                <a:latin typeface="微软雅黑" panose="020B0503020204020204" pitchFamily="34" charset="-122"/>
                <a:ea typeface="微软雅黑" panose="020B0503020204020204" pitchFamily="34" charset="-122"/>
              </a:rPr>
              <a:t>月</a:t>
            </a:r>
            <a:r>
              <a:rPr lang="en-US" altLang="zh-CN" sz="1400" dirty="0">
                <a:latin typeface="微软雅黑" panose="020B0503020204020204" pitchFamily="34" charset="-122"/>
                <a:ea typeface="微软雅黑" panose="020B0503020204020204" pitchFamily="34" charset="-122"/>
              </a:rPr>
              <a:t>XX</a:t>
            </a:r>
            <a:r>
              <a:rPr lang="zh-CN" altLang="en-US" sz="1400" dirty="0">
                <a:latin typeface="微软雅黑" panose="020B0503020204020204" pitchFamily="34" charset="-122"/>
                <a:ea typeface="微软雅黑" panose="020B0503020204020204" pitchFamily="34" charset="-122"/>
              </a:rPr>
              <a:t>日</a:t>
            </a:r>
            <a:r>
              <a:rPr lang="en-US" altLang="zh-CN" sz="1400" dirty="0">
                <a:latin typeface="微软雅黑" panose="020B0503020204020204" pitchFamily="34" charset="-122"/>
                <a:ea typeface="微软雅黑" panose="020B0503020204020204" pitchFamily="34" charset="-122"/>
              </a:rPr>
              <a:t>-XX</a:t>
            </a:r>
            <a:r>
              <a:rPr lang="zh-CN" altLang="en-US" sz="1400" dirty="0">
                <a:latin typeface="微软雅黑" panose="020B0503020204020204" pitchFamily="34" charset="-122"/>
                <a:ea typeface="微软雅黑" panose="020B0503020204020204" pitchFamily="34" charset="-122"/>
              </a:rPr>
              <a:t>月</a:t>
            </a:r>
            <a:r>
              <a:rPr lang="en-US" altLang="zh-CN" sz="1400" dirty="0">
                <a:latin typeface="微软雅黑" panose="020B0503020204020204" pitchFamily="34" charset="-122"/>
                <a:ea typeface="微软雅黑" panose="020B0503020204020204" pitchFamily="34" charset="-122"/>
              </a:rPr>
              <a:t>XX</a:t>
            </a:r>
            <a:r>
              <a:rPr lang="zh-CN" altLang="en-US" sz="1400" dirty="0">
                <a:latin typeface="微软雅黑" panose="020B0503020204020204" pitchFamily="34" charset="-122"/>
                <a:ea typeface="微软雅黑" panose="020B0503020204020204" pitchFamily="34" charset="-122"/>
              </a:rPr>
              <a:t>日</a:t>
            </a:r>
            <a:endParaRPr lang="zh-CN" altLang="en-US" sz="1400" dirty="0">
              <a:latin typeface="微软雅黑" panose="020B0503020204020204" pitchFamily="34" charset="-122"/>
              <a:ea typeface="微软雅黑" panose="020B0503020204020204" pitchFamily="34" charset="-122"/>
            </a:endParaRPr>
          </a:p>
        </p:txBody>
      </p:sp>
      <p:sp>
        <p:nvSpPr>
          <p:cNvPr id="130" name="文本框 129"/>
          <p:cNvSpPr txBox="1"/>
          <p:nvPr/>
        </p:nvSpPr>
        <p:spPr>
          <a:xfrm>
            <a:off x="8284829" y="4052022"/>
            <a:ext cx="2203471" cy="307777"/>
          </a:xfrm>
          <a:prstGeom prst="rect">
            <a:avLst/>
          </a:prstGeom>
          <a:noFill/>
        </p:spPr>
        <p:txBody>
          <a:bodyPr wrap="square" rtlCol="0">
            <a:spAutoFit/>
          </a:bodyPr>
          <a:lstStyle/>
          <a:p>
            <a:pPr algn="ctr"/>
            <a:r>
              <a:rPr lang="en-US" altLang="zh-CN" sz="1400" dirty="0">
                <a:latin typeface="微软雅黑" panose="020B0503020204020204" pitchFamily="34" charset="-122"/>
                <a:ea typeface="微软雅黑" panose="020B0503020204020204" pitchFamily="34" charset="-122"/>
              </a:rPr>
              <a:t>XX</a:t>
            </a:r>
            <a:r>
              <a:rPr lang="zh-CN" altLang="en-US" sz="1400" dirty="0">
                <a:latin typeface="微软雅黑" panose="020B0503020204020204" pitchFamily="34" charset="-122"/>
                <a:ea typeface="微软雅黑" panose="020B0503020204020204" pitchFamily="34" charset="-122"/>
              </a:rPr>
              <a:t>月</a:t>
            </a:r>
            <a:r>
              <a:rPr lang="en-US" altLang="zh-CN" sz="1400" dirty="0">
                <a:latin typeface="微软雅黑" panose="020B0503020204020204" pitchFamily="34" charset="-122"/>
                <a:ea typeface="微软雅黑" panose="020B0503020204020204" pitchFamily="34" charset="-122"/>
              </a:rPr>
              <a:t>XX</a:t>
            </a:r>
            <a:r>
              <a:rPr lang="zh-CN" altLang="en-US" sz="1400" dirty="0">
                <a:latin typeface="微软雅黑" panose="020B0503020204020204" pitchFamily="34" charset="-122"/>
                <a:ea typeface="微软雅黑" panose="020B0503020204020204" pitchFamily="34" charset="-122"/>
              </a:rPr>
              <a:t>日</a:t>
            </a:r>
            <a:r>
              <a:rPr lang="en-US" altLang="zh-CN" sz="1400" dirty="0">
                <a:latin typeface="微软雅黑" panose="020B0503020204020204" pitchFamily="34" charset="-122"/>
                <a:ea typeface="微软雅黑" panose="020B0503020204020204" pitchFamily="34" charset="-122"/>
              </a:rPr>
              <a:t>-XX</a:t>
            </a:r>
            <a:r>
              <a:rPr lang="zh-CN" altLang="en-US" sz="1400" dirty="0">
                <a:latin typeface="微软雅黑" panose="020B0503020204020204" pitchFamily="34" charset="-122"/>
                <a:ea typeface="微软雅黑" panose="020B0503020204020204" pitchFamily="34" charset="-122"/>
              </a:rPr>
              <a:t>月</a:t>
            </a:r>
            <a:r>
              <a:rPr lang="en-US" altLang="zh-CN" sz="1400" dirty="0">
                <a:latin typeface="微软雅黑" panose="020B0503020204020204" pitchFamily="34" charset="-122"/>
                <a:ea typeface="微软雅黑" panose="020B0503020204020204" pitchFamily="34" charset="-122"/>
              </a:rPr>
              <a:t>XX</a:t>
            </a:r>
            <a:r>
              <a:rPr lang="zh-CN" altLang="en-US" sz="1400" dirty="0">
                <a:latin typeface="微软雅黑" panose="020B0503020204020204" pitchFamily="34" charset="-122"/>
                <a:ea typeface="微软雅黑" panose="020B0503020204020204" pitchFamily="34" charset="-122"/>
              </a:rPr>
              <a:t>日</a:t>
            </a:r>
            <a:endParaRPr lang="zh-CN" altLang="en-US" sz="1400" dirty="0">
              <a:latin typeface="微软雅黑" panose="020B0503020204020204" pitchFamily="34" charset="-122"/>
              <a:ea typeface="微软雅黑" panose="020B0503020204020204" pitchFamily="34" charset="-122"/>
            </a:endParaRPr>
          </a:p>
        </p:txBody>
      </p:sp>
      <p:sp>
        <p:nvSpPr>
          <p:cNvPr id="131" name="文本框 130"/>
          <p:cNvSpPr txBox="1"/>
          <p:nvPr/>
        </p:nvSpPr>
        <p:spPr>
          <a:xfrm>
            <a:off x="3878674" y="4722643"/>
            <a:ext cx="1743075" cy="369332"/>
          </a:xfrm>
          <a:prstGeom prst="rect">
            <a:avLst/>
          </a:prstGeom>
          <a:noFill/>
        </p:spPr>
        <p:txBody>
          <a:bodyPr wrap="square" rtlCol="0">
            <a:spAutoFit/>
          </a:bodyPr>
          <a:lstStyle/>
          <a:p>
            <a:r>
              <a:rPr lang="zh-CN" altLang="en-US" b="1" dirty="0">
                <a:solidFill>
                  <a:schemeClr val="bg1"/>
                </a:solidFill>
                <a:latin typeface="微软雅黑" panose="020B0503020204020204" pitchFamily="34" charset="-122"/>
                <a:ea typeface="微软雅黑" panose="020B0503020204020204" pitchFamily="34" charset="-122"/>
              </a:rPr>
              <a:t>这里填写标题</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132" name="文本框 131"/>
          <p:cNvSpPr txBox="1"/>
          <p:nvPr/>
        </p:nvSpPr>
        <p:spPr>
          <a:xfrm>
            <a:off x="6079022" y="4722643"/>
            <a:ext cx="1743075" cy="369332"/>
          </a:xfrm>
          <a:prstGeom prst="rect">
            <a:avLst/>
          </a:prstGeom>
          <a:noFill/>
        </p:spPr>
        <p:txBody>
          <a:bodyPr wrap="square" rtlCol="0">
            <a:spAutoFit/>
          </a:bodyPr>
          <a:lstStyle/>
          <a:p>
            <a:r>
              <a:rPr lang="zh-CN" altLang="en-US" b="1" dirty="0">
                <a:solidFill>
                  <a:schemeClr val="bg1"/>
                </a:solidFill>
                <a:latin typeface="微软雅黑" panose="020B0503020204020204" pitchFamily="34" charset="-122"/>
                <a:ea typeface="微软雅黑" panose="020B0503020204020204" pitchFamily="34" charset="-122"/>
              </a:rPr>
              <a:t>这里填写标题</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133" name="文本框 132"/>
          <p:cNvSpPr txBox="1"/>
          <p:nvPr/>
        </p:nvSpPr>
        <p:spPr>
          <a:xfrm>
            <a:off x="8284829" y="4722643"/>
            <a:ext cx="1743075" cy="369332"/>
          </a:xfrm>
          <a:prstGeom prst="rect">
            <a:avLst/>
          </a:prstGeom>
          <a:noFill/>
        </p:spPr>
        <p:txBody>
          <a:bodyPr wrap="square" rtlCol="0">
            <a:spAutoFit/>
          </a:bodyPr>
          <a:lstStyle/>
          <a:p>
            <a:r>
              <a:rPr lang="zh-CN" altLang="en-US" b="1" dirty="0">
                <a:solidFill>
                  <a:schemeClr val="bg1"/>
                </a:solidFill>
                <a:latin typeface="微软雅黑" panose="020B0503020204020204" pitchFamily="34" charset="-122"/>
                <a:ea typeface="微软雅黑" panose="020B0503020204020204" pitchFamily="34" charset="-122"/>
              </a:rPr>
              <a:t>这里填写标题</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134" name="文本框 133"/>
          <p:cNvSpPr txBox="1"/>
          <p:nvPr/>
        </p:nvSpPr>
        <p:spPr>
          <a:xfrm>
            <a:off x="3659087" y="1187376"/>
            <a:ext cx="2281649" cy="830997"/>
          </a:xfrm>
          <a:prstGeom prst="rect">
            <a:avLst/>
          </a:prstGeom>
          <a:noFill/>
        </p:spPr>
        <p:txBody>
          <a:bodyPr wrap="square" rtlCol="0">
            <a:spAutoFit/>
          </a:bodyPr>
          <a:lstStyle/>
          <a:p>
            <a:r>
              <a:rPr lang="zh-CN" altLang="en-US" sz="1200" dirty="0">
                <a:latin typeface="微软雅黑" panose="020B0503020204020204" pitchFamily="34" charset="-122"/>
                <a:ea typeface="微软雅黑" panose="020B0503020204020204" pitchFamily="34" charset="-122"/>
              </a:rPr>
              <a:t>这里填写正文内容这里填写正文内容这里填写正文内容这里填写正文内容这里填写正文内容</a:t>
            </a:r>
            <a:endParaRPr lang="zh-CN" altLang="en-US" sz="1200" dirty="0">
              <a:latin typeface="微软雅黑" panose="020B0503020204020204" pitchFamily="34" charset="-122"/>
              <a:ea typeface="微软雅黑" panose="020B0503020204020204" pitchFamily="34" charset="-122"/>
            </a:endParaRPr>
          </a:p>
        </p:txBody>
      </p:sp>
      <p:sp>
        <p:nvSpPr>
          <p:cNvPr id="135" name="文本框 134"/>
          <p:cNvSpPr txBox="1"/>
          <p:nvPr/>
        </p:nvSpPr>
        <p:spPr>
          <a:xfrm>
            <a:off x="6177403" y="1187376"/>
            <a:ext cx="2281649" cy="830997"/>
          </a:xfrm>
          <a:prstGeom prst="rect">
            <a:avLst/>
          </a:prstGeom>
          <a:noFill/>
        </p:spPr>
        <p:txBody>
          <a:bodyPr wrap="square" rtlCol="0">
            <a:spAutoFit/>
          </a:bodyPr>
          <a:lstStyle/>
          <a:p>
            <a:r>
              <a:rPr lang="zh-CN" altLang="en-US" sz="1200" dirty="0">
                <a:latin typeface="微软雅黑" panose="020B0503020204020204" pitchFamily="34" charset="-122"/>
                <a:ea typeface="微软雅黑" panose="020B0503020204020204" pitchFamily="34" charset="-122"/>
              </a:rPr>
              <a:t>这里填写正文内容这里填写正文内容这里填写正文内容这里填写正文内容这里填写正文内容</a:t>
            </a:r>
            <a:endParaRPr lang="zh-CN" altLang="en-US" sz="1200" dirty="0">
              <a:latin typeface="微软雅黑" panose="020B0503020204020204" pitchFamily="34" charset="-122"/>
              <a:ea typeface="微软雅黑" panose="020B0503020204020204" pitchFamily="34" charset="-122"/>
            </a:endParaRPr>
          </a:p>
        </p:txBody>
      </p:sp>
      <p:sp>
        <p:nvSpPr>
          <p:cNvPr id="136" name="文本框 135"/>
          <p:cNvSpPr txBox="1"/>
          <p:nvPr/>
        </p:nvSpPr>
        <p:spPr>
          <a:xfrm>
            <a:off x="8662815" y="1187376"/>
            <a:ext cx="2281649" cy="830997"/>
          </a:xfrm>
          <a:prstGeom prst="rect">
            <a:avLst/>
          </a:prstGeom>
          <a:noFill/>
        </p:spPr>
        <p:txBody>
          <a:bodyPr wrap="square" rtlCol="0">
            <a:spAutoFit/>
          </a:bodyPr>
          <a:lstStyle/>
          <a:p>
            <a:r>
              <a:rPr lang="zh-CN" altLang="en-US" sz="1200" dirty="0">
                <a:latin typeface="微软雅黑" panose="020B0503020204020204" pitchFamily="34" charset="-122"/>
                <a:ea typeface="微软雅黑" panose="020B0503020204020204" pitchFamily="34" charset="-122"/>
              </a:rPr>
              <a:t>这里填写正文内容这里填写正文内容这里填写正文内容这里填写正文内容这里填写正文内容</a:t>
            </a:r>
            <a:endParaRPr lang="zh-CN" altLang="en-US" sz="1200" dirty="0">
              <a:latin typeface="微软雅黑" panose="020B0503020204020204" pitchFamily="34" charset="-122"/>
              <a:ea typeface="微软雅黑" panose="020B0503020204020204" pitchFamily="34" charset="-122"/>
            </a:endParaRPr>
          </a:p>
        </p:txBody>
      </p:sp>
      <p:sp>
        <p:nvSpPr>
          <p:cNvPr id="137" name="文本框 136"/>
          <p:cNvSpPr txBox="1"/>
          <p:nvPr/>
        </p:nvSpPr>
        <p:spPr>
          <a:xfrm>
            <a:off x="3659087" y="5694611"/>
            <a:ext cx="2281649" cy="830997"/>
          </a:xfrm>
          <a:prstGeom prst="rect">
            <a:avLst/>
          </a:prstGeom>
          <a:noFill/>
        </p:spPr>
        <p:txBody>
          <a:bodyPr wrap="square" rtlCol="0">
            <a:spAutoFit/>
          </a:bodyPr>
          <a:lstStyle/>
          <a:p>
            <a:r>
              <a:rPr lang="zh-CN" altLang="en-US" sz="1200" dirty="0">
                <a:latin typeface="微软雅黑" panose="020B0503020204020204" pitchFamily="34" charset="-122"/>
                <a:ea typeface="微软雅黑" panose="020B0503020204020204" pitchFamily="34" charset="-122"/>
              </a:rPr>
              <a:t>这里填写正文内容这里填写正文内容这里填写正文内容这里填写正文内容这里填写正文内容</a:t>
            </a:r>
            <a:endParaRPr lang="zh-CN" altLang="en-US" sz="1200" dirty="0">
              <a:latin typeface="微软雅黑" panose="020B0503020204020204" pitchFamily="34" charset="-122"/>
              <a:ea typeface="微软雅黑" panose="020B0503020204020204" pitchFamily="34" charset="-122"/>
            </a:endParaRPr>
          </a:p>
        </p:txBody>
      </p:sp>
      <p:sp>
        <p:nvSpPr>
          <p:cNvPr id="138" name="文本框 137"/>
          <p:cNvSpPr txBox="1"/>
          <p:nvPr/>
        </p:nvSpPr>
        <p:spPr>
          <a:xfrm>
            <a:off x="6186928" y="5694611"/>
            <a:ext cx="2281649" cy="830997"/>
          </a:xfrm>
          <a:prstGeom prst="rect">
            <a:avLst/>
          </a:prstGeom>
          <a:noFill/>
        </p:spPr>
        <p:txBody>
          <a:bodyPr wrap="square" rtlCol="0">
            <a:spAutoFit/>
          </a:bodyPr>
          <a:lstStyle/>
          <a:p>
            <a:r>
              <a:rPr lang="zh-CN" altLang="en-US" sz="1200" dirty="0">
                <a:latin typeface="微软雅黑" panose="020B0503020204020204" pitchFamily="34" charset="-122"/>
                <a:ea typeface="微软雅黑" panose="020B0503020204020204" pitchFamily="34" charset="-122"/>
              </a:rPr>
              <a:t>这里填写正文内容这里填写正文内容这里填写正文内容这里填写正文内容这里填写正文内容</a:t>
            </a:r>
            <a:endParaRPr lang="zh-CN" altLang="en-US" sz="1200" dirty="0">
              <a:latin typeface="微软雅黑" panose="020B0503020204020204" pitchFamily="34" charset="-122"/>
              <a:ea typeface="微软雅黑" panose="020B0503020204020204" pitchFamily="34" charset="-122"/>
            </a:endParaRPr>
          </a:p>
        </p:txBody>
      </p:sp>
      <p:sp>
        <p:nvSpPr>
          <p:cNvPr id="139" name="文本框 138"/>
          <p:cNvSpPr txBox="1"/>
          <p:nvPr/>
        </p:nvSpPr>
        <p:spPr>
          <a:xfrm>
            <a:off x="8662815" y="5694611"/>
            <a:ext cx="2281649" cy="830997"/>
          </a:xfrm>
          <a:prstGeom prst="rect">
            <a:avLst/>
          </a:prstGeom>
          <a:noFill/>
        </p:spPr>
        <p:txBody>
          <a:bodyPr wrap="square" rtlCol="0">
            <a:spAutoFit/>
          </a:bodyPr>
          <a:lstStyle/>
          <a:p>
            <a:r>
              <a:rPr lang="zh-CN" altLang="en-US" sz="1200" dirty="0">
                <a:latin typeface="微软雅黑" panose="020B0503020204020204" pitchFamily="34" charset="-122"/>
                <a:ea typeface="微软雅黑" panose="020B0503020204020204" pitchFamily="34" charset="-122"/>
              </a:rPr>
              <a:t>这里填写正文内容这里填写正文内容这里填写正文内容这里填写正文内容这里填写正文内容</a:t>
            </a:r>
            <a:endParaRPr lang="zh-CN" altLang="en-US" sz="1200" dirty="0">
              <a:latin typeface="微软雅黑" panose="020B0503020204020204" pitchFamily="34" charset="-122"/>
              <a:ea typeface="微软雅黑" panose="020B0503020204020204" pitchFamily="34" charset="-122"/>
            </a:endParaRPr>
          </a:p>
        </p:txBody>
      </p:sp>
      <p:sp>
        <p:nvSpPr>
          <p:cNvPr id="140" name="图形 28" descr="已办事项"/>
          <p:cNvSpPr/>
          <p:nvPr/>
        </p:nvSpPr>
        <p:spPr>
          <a:xfrm>
            <a:off x="4062516" y="2646907"/>
            <a:ext cx="281620" cy="242193"/>
          </a:xfrm>
          <a:custGeom>
            <a:avLst/>
            <a:gdLst>
              <a:gd name="connsiteX0" fmla="*/ 225296 w 281620"/>
              <a:gd name="connsiteY0" fmla="*/ 118281 h 242193"/>
              <a:gd name="connsiteX1" fmla="*/ 157707 w 281620"/>
              <a:gd name="connsiteY1" fmla="*/ 185869 h 242193"/>
              <a:gd name="connsiteX2" fmla="*/ 187922 w 281620"/>
              <a:gd name="connsiteY2" fmla="*/ 242193 h 242193"/>
              <a:gd name="connsiteX3" fmla="*/ 11265 w 281620"/>
              <a:gd name="connsiteY3" fmla="*/ 242193 h 242193"/>
              <a:gd name="connsiteX4" fmla="*/ 0 w 281620"/>
              <a:gd name="connsiteY4" fmla="*/ 230929 h 242193"/>
              <a:gd name="connsiteX5" fmla="*/ 0 w 281620"/>
              <a:gd name="connsiteY5" fmla="*/ 22530 h 242193"/>
              <a:gd name="connsiteX6" fmla="*/ 11265 w 281620"/>
              <a:gd name="connsiteY6" fmla="*/ 11265 h 242193"/>
              <a:gd name="connsiteX7" fmla="*/ 50692 w 281620"/>
              <a:gd name="connsiteY7" fmla="*/ 11265 h 242193"/>
              <a:gd name="connsiteX8" fmla="*/ 50692 w 281620"/>
              <a:gd name="connsiteY8" fmla="*/ 22530 h 242193"/>
              <a:gd name="connsiteX9" fmla="*/ 61956 w 281620"/>
              <a:gd name="connsiteY9" fmla="*/ 33794 h 242193"/>
              <a:gd name="connsiteX10" fmla="*/ 152075 w 281620"/>
              <a:gd name="connsiteY10" fmla="*/ 33794 h 242193"/>
              <a:gd name="connsiteX11" fmla="*/ 163340 w 281620"/>
              <a:gd name="connsiteY11" fmla="*/ 22530 h 242193"/>
              <a:gd name="connsiteX12" fmla="*/ 163340 w 281620"/>
              <a:gd name="connsiteY12" fmla="*/ 11265 h 242193"/>
              <a:gd name="connsiteX13" fmla="*/ 214031 w 281620"/>
              <a:gd name="connsiteY13" fmla="*/ 11265 h 242193"/>
              <a:gd name="connsiteX14" fmla="*/ 225296 w 281620"/>
              <a:gd name="connsiteY14" fmla="*/ 22530 h 242193"/>
              <a:gd name="connsiteX15" fmla="*/ 225296 w 281620"/>
              <a:gd name="connsiteY15" fmla="*/ 118281 h 242193"/>
              <a:gd name="connsiteX16" fmla="*/ 73221 w 281620"/>
              <a:gd name="connsiteY16" fmla="*/ 0 h 242193"/>
              <a:gd name="connsiteX17" fmla="*/ 140810 w 281620"/>
              <a:gd name="connsiteY17" fmla="*/ 0 h 242193"/>
              <a:gd name="connsiteX18" fmla="*/ 152075 w 281620"/>
              <a:gd name="connsiteY18" fmla="*/ 11265 h 242193"/>
              <a:gd name="connsiteX19" fmla="*/ 140810 w 281620"/>
              <a:gd name="connsiteY19" fmla="*/ 22530 h 242193"/>
              <a:gd name="connsiteX20" fmla="*/ 73221 w 281620"/>
              <a:gd name="connsiteY20" fmla="*/ 22530 h 242193"/>
              <a:gd name="connsiteX21" fmla="*/ 61956 w 281620"/>
              <a:gd name="connsiteY21" fmla="*/ 11265 h 242193"/>
              <a:gd name="connsiteX22" fmla="*/ 73221 w 281620"/>
              <a:gd name="connsiteY22" fmla="*/ 0 h 242193"/>
              <a:gd name="connsiteX23" fmla="*/ 59140 w 281620"/>
              <a:gd name="connsiteY23" fmla="*/ 78854 h 242193"/>
              <a:gd name="connsiteX24" fmla="*/ 50692 w 281620"/>
              <a:gd name="connsiteY24" fmla="*/ 87302 h 242193"/>
              <a:gd name="connsiteX25" fmla="*/ 59140 w 281620"/>
              <a:gd name="connsiteY25" fmla="*/ 95751 h 242193"/>
              <a:gd name="connsiteX26" fmla="*/ 166156 w 281620"/>
              <a:gd name="connsiteY26" fmla="*/ 95751 h 242193"/>
              <a:gd name="connsiteX27" fmla="*/ 174604 w 281620"/>
              <a:gd name="connsiteY27" fmla="*/ 87302 h 242193"/>
              <a:gd name="connsiteX28" fmla="*/ 166156 w 281620"/>
              <a:gd name="connsiteY28" fmla="*/ 78854 h 242193"/>
              <a:gd name="connsiteX29" fmla="*/ 59140 w 281620"/>
              <a:gd name="connsiteY29" fmla="*/ 78854 h 242193"/>
              <a:gd name="connsiteX30" fmla="*/ 59140 w 281620"/>
              <a:gd name="connsiteY30" fmla="*/ 118281 h 242193"/>
              <a:gd name="connsiteX31" fmla="*/ 50692 w 281620"/>
              <a:gd name="connsiteY31" fmla="*/ 126729 h 242193"/>
              <a:gd name="connsiteX32" fmla="*/ 59140 w 281620"/>
              <a:gd name="connsiteY32" fmla="*/ 135178 h 242193"/>
              <a:gd name="connsiteX33" fmla="*/ 143626 w 281620"/>
              <a:gd name="connsiteY33" fmla="*/ 135178 h 242193"/>
              <a:gd name="connsiteX34" fmla="*/ 152075 w 281620"/>
              <a:gd name="connsiteY34" fmla="*/ 126729 h 242193"/>
              <a:gd name="connsiteX35" fmla="*/ 143626 w 281620"/>
              <a:gd name="connsiteY35" fmla="*/ 118281 h 242193"/>
              <a:gd name="connsiteX36" fmla="*/ 59140 w 281620"/>
              <a:gd name="connsiteY36" fmla="*/ 118281 h 242193"/>
              <a:gd name="connsiteX37" fmla="*/ 59140 w 281620"/>
              <a:gd name="connsiteY37" fmla="*/ 157707 h 242193"/>
              <a:gd name="connsiteX38" fmla="*/ 50692 w 281620"/>
              <a:gd name="connsiteY38" fmla="*/ 166156 h 242193"/>
              <a:gd name="connsiteX39" fmla="*/ 59140 w 281620"/>
              <a:gd name="connsiteY39" fmla="*/ 174605 h 242193"/>
              <a:gd name="connsiteX40" fmla="*/ 121097 w 281620"/>
              <a:gd name="connsiteY40" fmla="*/ 174605 h 242193"/>
              <a:gd name="connsiteX41" fmla="*/ 129545 w 281620"/>
              <a:gd name="connsiteY41" fmla="*/ 166156 h 242193"/>
              <a:gd name="connsiteX42" fmla="*/ 121097 w 281620"/>
              <a:gd name="connsiteY42" fmla="*/ 157707 h 242193"/>
              <a:gd name="connsiteX43" fmla="*/ 59140 w 281620"/>
              <a:gd name="connsiteY43" fmla="*/ 157707 h 242193"/>
              <a:gd name="connsiteX44" fmla="*/ 225296 w 281620"/>
              <a:gd name="connsiteY44" fmla="*/ 242193 h 242193"/>
              <a:gd name="connsiteX45" fmla="*/ 168972 w 281620"/>
              <a:gd name="connsiteY45" fmla="*/ 185869 h 242193"/>
              <a:gd name="connsiteX46" fmla="*/ 225296 w 281620"/>
              <a:gd name="connsiteY46" fmla="*/ 129545 h 242193"/>
              <a:gd name="connsiteX47" fmla="*/ 281620 w 281620"/>
              <a:gd name="connsiteY47" fmla="*/ 185869 h 242193"/>
              <a:gd name="connsiteX48" fmla="*/ 225296 w 281620"/>
              <a:gd name="connsiteY48" fmla="*/ 242193 h 242193"/>
              <a:gd name="connsiteX49" fmla="*/ 221030 w 281620"/>
              <a:gd name="connsiteY49" fmla="*/ 199868 h 242193"/>
              <a:gd name="connsiteX50" fmla="*/ 209082 w 281620"/>
              <a:gd name="connsiteY50" fmla="*/ 187919 h 242193"/>
              <a:gd name="connsiteX51" fmla="*/ 201116 w 281620"/>
              <a:gd name="connsiteY51" fmla="*/ 187919 h 242193"/>
              <a:gd name="connsiteX52" fmla="*/ 201116 w 281620"/>
              <a:gd name="connsiteY52" fmla="*/ 195884 h 242193"/>
              <a:gd name="connsiteX53" fmla="*/ 217048 w 281620"/>
              <a:gd name="connsiteY53" fmla="*/ 211816 h 242193"/>
              <a:gd name="connsiteX54" fmla="*/ 225013 w 281620"/>
              <a:gd name="connsiteY54" fmla="*/ 211816 h 242193"/>
              <a:gd name="connsiteX55" fmla="*/ 256875 w 281620"/>
              <a:gd name="connsiteY55" fmla="*/ 179954 h 242193"/>
              <a:gd name="connsiteX56" fmla="*/ 256875 w 281620"/>
              <a:gd name="connsiteY56" fmla="*/ 171989 h 242193"/>
              <a:gd name="connsiteX57" fmla="*/ 248909 w 281620"/>
              <a:gd name="connsiteY57" fmla="*/ 171989 h 242193"/>
              <a:gd name="connsiteX58" fmla="*/ 221030 w 281620"/>
              <a:gd name="connsiteY58" fmla="*/ 199868 h 242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281620" h="242193">
                <a:moveTo>
                  <a:pt x="225296" y="118281"/>
                </a:moveTo>
                <a:cubicBezTo>
                  <a:pt x="187968" y="118281"/>
                  <a:pt x="157707" y="148540"/>
                  <a:pt x="157707" y="185869"/>
                </a:cubicBezTo>
                <a:cubicBezTo>
                  <a:pt x="157707" y="209378"/>
                  <a:pt x="169710" y="230085"/>
                  <a:pt x="187922" y="242193"/>
                </a:cubicBezTo>
                <a:lnTo>
                  <a:pt x="11265" y="242193"/>
                </a:lnTo>
                <a:cubicBezTo>
                  <a:pt x="5043" y="242193"/>
                  <a:pt x="0" y="237149"/>
                  <a:pt x="0" y="230929"/>
                </a:cubicBezTo>
                <a:lnTo>
                  <a:pt x="0" y="22530"/>
                </a:lnTo>
                <a:cubicBezTo>
                  <a:pt x="0" y="16308"/>
                  <a:pt x="5043" y="11265"/>
                  <a:pt x="11265" y="11265"/>
                </a:cubicBezTo>
                <a:lnTo>
                  <a:pt x="50692" y="11265"/>
                </a:lnTo>
                <a:lnTo>
                  <a:pt x="50692" y="22530"/>
                </a:lnTo>
                <a:cubicBezTo>
                  <a:pt x="50692" y="28751"/>
                  <a:pt x="55735" y="33794"/>
                  <a:pt x="61956" y="33794"/>
                </a:cubicBezTo>
                <a:lnTo>
                  <a:pt x="152075" y="33794"/>
                </a:lnTo>
                <a:cubicBezTo>
                  <a:pt x="158296" y="33794"/>
                  <a:pt x="163340" y="28751"/>
                  <a:pt x="163340" y="22530"/>
                </a:cubicBezTo>
                <a:lnTo>
                  <a:pt x="163340" y="11265"/>
                </a:lnTo>
                <a:lnTo>
                  <a:pt x="214031" y="11265"/>
                </a:lnTo>
                <a:cubicBezTo>
                  <a:pt x="220252" y="11265"/>
                  <a:pt x="225296" y="16308"/>
                  <a:pt x="225296" y="22530"/>
                </a:cubicBezTo>
                <a:lnTo>
                  <a:pt x="225296" y="118281"/>
                </a:lnTo>
                <a:moveTo>
                  <a:pt x="73221" y="0"/>
                </a:moveTo>
                <a:lnTo>
                  <a:pt x="140810" y="0"/>
                </a:lnTo>
                <a:cubicBezTo>
                  <a:pt x="147031" y="0"/>
                  <a:pt x="152075" y="5044"/>
                  <a:pt x="152075" y="11265"/>
                </a:cubicBezTo>
                <a:cubicBezTo>
                  <a:pt x="152075" y="17486"/>
                  <a:pt x="147031" y="22530"/>
                  <a:pt x="140810" y="22530"/>
                </a:cubicBezTo>
                <a:lnTo>
                  <a:pt x="73221" y="22530"/>
                </a:lnTo>
                <a:cubicBezTo>
                  <a:pt x="67000" y="22530"/>
                  <a:pt x="61956" y="17486"/>
                  <a:pt x="61956" y="11265"/>
                </a:cubicBezTo>
                <a:cubicBezTo>
                  <a:pt x="61956" y="5044"/>
                  <a:pt x="67000" y="0"/>
                  <a:pt x="73221" y="0"/>
                </a:cubicBezTo>
                <a:moveTo>
                  <a:pt x="59140" y="78854"/>
                </a:moveTo>
                <a:cubicBezTo>
                  <a:pt x="54474" y="78854"/>
                  <a:pt x="50692" y="82636"/>
                  <a:pt x="50692" y="87302"/>
                </a:cubicBezTo>
                <a:cubicBezTo>
                  <a:pt x="50692" y="91969"/>
                  <a:pt x="54474" y="95751"/>
                  <a:pt x="59140" y="95751"/>
                </a:cubicBezTo>
                <a:lnTo>
                  <a:pt x="166156" y="95751"/>
                </a:lnTo>
                <a:cubicBezTo>
                  <a:pt x="170822" y="95751"/>
                  <a:pt x="174604" y="91969"/>
                  <a:pt x="174604" y="87302"/>
                </a:cubicBezTo>
                <a:cubicBezTo>
                  <a:pt x="174604" y="82636"/>
                  <a:pt x="170822" y="78854"/>
                  <a:pt x="166156" y="78854"/>
                </a:cubicBezTo>
                <a:lnTo>
                  <a:pt x="59140" y="78854"/>
                </a:lnTo>
                <a:moveTo>
                  <a:pt x="59140" y="118281"/>
                </a:moveTo>
                <a:cubicBezTo>
                  <a:pt x="54474" y="118281"/>
                  <a:pt x="50692" y="122063"/>
                  <a:pt x="50692" y="126729"/>
                </a:cubicBezTo>
                <a:cubicBezTo>
                  <a:pt x="50692" y="131396"/>
                  <a:pt x="54474" y="135178"/>
                  <a:pt x="59140" y="135178"/>
                </a:cubicBezTo>
                <a:lnTo>
                  <a:pt x="143626" y="135178"/>
                </a:lnTo>
                <a:cubicBezTo>
                  <a:pt x="148293" y="135178"/>
                  <a:pt x="152075" y="131396"/>
                  <a:pt x="152075" y="126729"/>
                </a:cubicBezTo>
                <a:cubicBezTo>
                  <a:pt x="152075" y="122063"/>
                  <a:pt x="148293" y="118281"/>
                  <a:pt x="143626" y="118281"/>
                </a:cubicBezTo>
                <a:lnTo>
                  <a:pt x="59140" y="118281"/>
                </a:lnTo>
                <a:moveTo>
                  <a:pt x="59140" y="157707"/>
                </a:moveTo>
                <a:cubicBezTo>
                  <a:pt x="54474" y="157707"/>
                  <a:pt x="50692" y="161489"/>
                  <a:pt x="50692" y="166156"/>
                </a:cubicBezTo>
                <a:cubicBezTo>
                  <a:pt x="50692" y="170822"/>
                  <a:pt x="54474" y="174605"/>
                  <a:pt x="59140" y="174605"/>
                </a:cubicBezTo>
                <a:lnTo>
                  <a:pt x="121097" y="174605"/>
                </a:lnTo>
                <a:cubicBezTo>
                  <a:pt x="125763" y="174605"/>
                  <a:pt x="129545" y="170822"/>
                  <a:pt x="129545" y="166156"/>
                </a:cubicBezTo>
                <a:cubicBezTo>
                  <a:pt x="129545" y="161489"/>
                  <a:pt x="125763" y="157707"/>
                  <a:pt x="121097" y="157707"/>
                </a:cubicBezTo>
                <a:lnTo>
                  <a:pt x="59140" y="157707"/>
                </a:lnTo>
                <a:moveTo>
                  <a:pt x="225296" y="242193"/>
                </a:moveTo>
                <a:cubicBezTo>
                  <a:pt x="194189" y="242193"/>
                  <a:pt x="168972" y="216976"/>
                  <a:pt x="168972" y="185869"/>
                </a:cubicBezTo>
                <a:cubicBezTo>
                  <a:pt x="168972" y="154762"/>
                  <a:pt x="194189" y="129545"/>
                  <a:pt x="225296" y="129545"/>
                </a:cubicBezTo>
                <a:cubicBezTo>
                  <a:pt x="256403" y="129545"/>
                  <a:pt x="281620" y="154762"/>
                  <a:pt x="281620" y="185869"/>
                </a:cubicBezTo>
                <a:cubicBezTo>
                  <a:pt x="281620" y="216976"/>
                  <a:pt x="256403" y="242193"/>
                  <a:pt x="225296" y="242193"/>
                </a:cubicBezTo>
                <a:moveTo>
                  <a:pt x="221030" y="199868"/>
                </a:moveTo>
                <a:lnTo>
                  <a:pt x="209082" y="187919"/>
                </a:lnTo>
                <a:cubicBezTo>
                  <a:pt x="206883" y="185720"/>
                  <a:pt x="203316" y="185720"/>
                  <a:pt x="201116" y="187919"/>
                </a:cubicBezTo>
                <a:cubicBezTo>
                  <a:pt x="198917" y="190119"/>
                  <a:pt x="198917" y="193685"/>
                  <a:pt x="201116" y="195884"/>
                </a:cubicBezTo>
                <a:lnTo>
                  <a:pt x="217048" y="211816"/>
                </a:lnTo>
                <a:cubicBezTo>
                  <a:pt x="219247" y="214015"/>
                  <a:pt x="222813" y="214015"/>
                  <a:pt x="225013" y="211816"/>
                </a:cubicBezTo>
                <a:lnTo>
                  <a:pt x="256875" y="179954"/>
                </a:lnTo>
                <a:cubicBezTo>
                  <a:pt x="259074" y="177754"/>
                  <a:pt x="259074" y="174188"/>
                  <a:pt x="256875" y="171989"/>
                </a:cubicBezTo>
                <a:cubicBezTo>
                  <a:pt x="254675" y="169788"/>
                  <a:pt x="251109" y="169788"/>
                  <a:pt x="248909" y="171989"/>
                </a:cubicBezTo>
                <a:lnTo>
                  <a:pt x="221030" y="199868"/>
                </a:lnTo>
              </a:path>
            </a:pathLst>
          </a:custGeom>
          <a:solidFill>
            <a:schemeClr val="bg1"/>
          </a:solidFill>
          <a:ln w="1079" cap="flat">
            <a:noFill/>
            <a:prstDash val="solid"/>
            <a:miter/>
          </a:ln>
        </p:spPr>
        <p:txBody>
          <a:bodyPr rtlCol="0" anchor="ctr"/>
          <a:lstStyle/>
          <a:p>
            <a:endParaRPr lang="zh-CN" altLang="en-US"/>
          </a:p>
        </p:txBody>
      </p:sp>
      <p:sp>
        <p:nvSpPr>
          <p:cNvPr id="141" name="图形 126" descr="时间"/>
          <p:cNvSpPr/>
          <p:nvPr/>
        </p:nvSpPr>
        <p:spPr>
          <a:xfrm>
            <a:off x="3585537" y="3357007"/>
            <a:ext cx="202718" cy="202718"/>
          </a:xfrm>
          <a:custGeom>
            <a:avLst/>
            <a:gdLst>
              <a:gd name="connsiteX0" fmla="*/ 162190 w 202718"/>
              <a:gd name="connsiteY0" fmla="*/ 110711 h 202718"/>
              <a:gd name="connsiteX1" fmla="*/ 100733 w 202718"/>
              <a:gd name="connsiteY1" fmla="*/ 110711 h 202718"/>
              <a:gd name="connsiteX2" fmla="*/ 91310 w 202718"/>
              <a:gd name="connsiteY2" fmla="*/ 101296 h 202718"/>
              <a:gd name="connsiteX3" fmla="*/ 91310 w 202718"/>
              <a:gd name="connsiteY3" fmla="*/ 39831 h 202718"/>
              <a:gd name="connsiteX4" fmla="*/ 100726 w 202718"/>
              <a:gd name="connsiteY4" fmla="*/ 30416 h 202718"/>
              <a:gd name="connsiteX5" fmla="*/ 110141 w 202718"/>
              <a:gd name="connsiteY5" fmla="*/ 39831 h 202718"/>
              <a:gd name="connsiteX6" fmla="*/ 110141 w 202718"/>
              <a:gd name="connsiteY6" fmla="*/ 91857 h 202718"/>
              <a:gd name="connsiteX7" fmla="*/ 162190 w 202718"/>
              <a:gd name="connsiteY7" fmla="*/ 91857 h 202718"/>
              <a:gd name="connsiteX8" fmla="*/ 171606 w 202718"/>
              <a:gd name="connsiteY8" fmla="*/ 101272 h 202718"/>
              <a:gd name="connsiteX9" fmla="*/ 162190 w 202718"/>
              <a:gd name="connsiteY9" fmla="*/ 110687 h 202718"/>
              <a:gd name="connsiteX10" fmla="*/ 162190 w 202718"/>
              <a:gd name="connsiteY10" fmla="*/ 110711 h 202718"/>
              <a:gd name="connsiteX11" fmla="*/ 101359 w 202718"/>
              <a:gd name="connsiteY11" fmla="*/ 0 h 202718"/>
              <a:gd name="connsiteX12" fmla="*/ 0 w 202718"/>
              <a:gd name="connsiteY12" fmla="*/ 101359 h 202718"/>
              <a:gd name="connsiteX13" fmla="*/ 101359 w 202718"/>
              <a:gd name="connsiteY13" fmla="*/ 202718 h 202718"/>
              <a:gd name="connsiteX14" fmla="*/ 202718 w 202718"/>
              <a:gd name="connsiteY14" fmla="*/ 101359 h 202718"/>
              <a:gd name="connsiteX15" fmla="*/ 101359 w 202718"/>
              <a:gd name="connsiteY15" fmla="*/ 0 h 202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02718" h="202718">
                <a:moveTo>
                  <a:pt x="162190" y="110711"/>
                </a:moveTo>
                <a:lnTo>
                  <a:pt x="100733" y="110711"/>
                </a:lnTo>
                <a:cubicBezTo>
                  <a:pt x="95530" y="110716"/>
                  <a:pt x="91310" y="106499"/>
                  <a:pt x="91310" y="101296"/>
                </a:cubicBezTo>
                <a:lnTo>
                  <a:pt x="91310" y="39831"/>
                </a:lnTo>
                <a:cubicBezTo>
                  <a:pt x="91310" y="34631"/>
                  <a:pt x="95525" y="30416"/>
                  <a:pt x="100726" y="30416"/>
                </a:cubicBezTo>
                <a:cubicBezTo>
                  <a:pt x="105926" y="30416"/>
                  <a:pt x="110141" y="34631"/>
                  <a:pt x="110141" y="39831"/>
                </a:cubicBezTo>
                <a:lnTo>
                  <a:pt x="110141" y="91857"/>
                </a:lnTo>
                <a:lnTo>
                  <a:pt x="162190" y="91857"/>
                </a:lnTo>
                <a:cubicBezTo>
                  <a:pt x="167390" y="91857"/>
                  <a:pt x="171606" y="96072"/>
                  <a:pt x="171606" y="101272"/>
                </a:cubicBezTo>
                <a:cubicBezTo>
                  <a:pt x="171606" y="106472"/>
                  <a:pt x="167390" y="110687"/>
                  <a:pt x="162190" y="110687"/>
                </a:cubicBezTo>
                <a:lnTo>
                  <a:pt x="162190" y="110711"/>
                </a:lnTo>
                <a:moveTo>
                  <a:pt x="101359" y="0"/>
                </a:moveTo>
                <a:cubicBezTo>
                  <a:pt x="45380" y="0"/>
                  <a:pt x="0" y="45380"/>
                  <a:pt x="0" y="101359"/>
                </a:cubicBezTo>
                <a:cubicBezTo>
                  <a:pt x="0" y="157338"/>
                  <a:pt x="45380" y="202718"/>
                  <a:pt x="101359" y="202718"/>
                </a:cubicBezTo>
                <a:cubicBezTo>
                  <a:pt x="157338" y="202718"/>
                  <a:pt x="202718" y="157338"/>
                  <a:pt x="202718" y="101359"/>
                </a:cubicBezTo>
                <a:cubicBezTo>
                  <a:pt x="202718" y="45380"/>
                  <a:pt x="157338" y="0"/>
                  <a:pt x="101359" y="0"/>
                </a:cubicBezTo>
              </a:path>
            </a:pathLst>
          </a:custGeom>
          <a:solidFill>
            <a:schemeClr val="bg1"/>
          </a:solidFill>
          <a:ln w="781" cap="flat">
            <a:noFill/>
            <a:prstDash val="solid"/>
            <a:miter/>
          </a:ln>
        </p:spPr>
        <p:txBody>
          <a:bodyPr rtlCol="0" anchor="ctr"/>
          <a:lstStyle/>
          <a:p>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542925" y="4636293"/>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结果与分析</a:t>
            </a:r>
            <a:endParaRPr lang="zh-CN" altLang="en-US" sz="2800" b="1"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542925" y="5629275"/>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总结与讨论</a:t>
            </a:r>
            <a:endParaRPr lang="zh-CN" altLang="en-US" sz="2800" b="1" dirty="0">
              <a:latin typeface="微软雅黑" panose="020B0503020204020204" pitchFamily="34" charset="-122"/>
              <a:ea typeface="微软雅黑" panose="020B0503020204020204" pitchFamily="34" charset="-122"/>
            </a:endParaRPr>
          </a:p>
        </p:txBody>
      </p:sp>
      <p:sp>
        <p:nvSpPr>
          <p:cNvPr id="6" name="文本框 5"/>
          <p:cNvSpPr txBox="1"/>
          <p:nvPr/>
        </p:nvSpPr>
        <p:spPr>
          <a:xfrm>
            <a:off x="542925" y="1657350"/>
            <a:ext cx="1828800" cy="523220"/>
          </a:xfrm>
          <a:prstGeom prst="rect">
            <a:avLst/>
          </a:prstGeom>
          <a:noFill/>
        </p:spPr>
        <p:txBody>
          <a:bodyPr wrap="square" rtlCol="0">
            <a:spAutoFit/>
          </a:bodyPr>
          <a:lstStyle/>
          <a:p>
            <a:r>
              <a:rPr lang="zh-CN" altLang="en-US" sz="2800" b="1" dirty="0">
                <a:solidFill>
                  <a:sysClr val="windowText" lastClr="000000"/>
                </a:solidFill>
                <a:latin typeface="微软雅黑" panose="020B0503020204020204" pitchFamily="34" charset="-122"/>
                <a:ea typeface="微软雅黑" panose="020B0503020204020204" pitchFamily="34" charset="-122"/>
              </a:rPr>
              <a:t>研究背景</a:t>
            </a:r>
            <a:endParaRPr lang="zh-CN" altLang="en-US" sz="2800" b="1" dirty="0">
              <a:solidFill>
                <a:sysClr val="windowText" lastClr="000000"/>
              </a:solidFill>
              <a:latin typeface="微软雅黑" panose="020B0503020204020204" pitchFamily="34" charset="-122"/>
              <a:ea typeface="微软雅黑" panose="020B0503020204020204" pitchFamily="34" charset="-122"/>
            </a:endParaRPr>
          </a:p>
        </p:txBody>
      </p:sp>
      <p:sp>
        <p:nvSpPr>
          <p:cNvPr id="11" name="矩形 10"/>
          <p:cNvSpPr/>
          <p:nvPr/>
        </p:nvSpPr>
        <p:spPr>
          <a:xfrm>
            <a:off x="-1" y="3522411"/>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直角三角形 11"/>
          <p:cNvSpPr/>
          <p:nvPr/>
        </p:nvSpPr>
        <p:spPr>
          <a:xfrm rot="10800000">
            <a:off x="-2" y="4284411"/>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endParaRPr lang="zh-CN" altLang="en-US" sz="4800" b="1" dirty="0">
              <a:solidFill>
                <a:schemeClr val="accent1"/>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542925" y="2650331"/>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目的与意义</a:t>
            </a:r>
            <a:endParaRPr lang="zh-CN" altLang="en-US" sz="2800" b="1" dirty="0">
              <a:latin typeface="微软雅黑" panose="020B0503020204020204" pitchFamily="34" charset="-122"/>
              <a:ea typeface="微软雅黑" panose="020B0503020204020204" pitchFamily="34" charset="-122"/>
            </a:endParaRPr>
          </a:p>
        </p:txBody>
      </p:sp>
      <p:sp>
        <p:nvSpPr>
          <p:cNvPr id="8" name="文本框 7"/>
          <p:cNvSpPr txBox="1"/>
          <p:nvPr/>
        </p:nvSpPr>
        <p:spPr>
          <a:xfrm>
            <a:off x="542925" y="3643312"/>
            <a:ext cx="2019300"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方法与过程</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5" name="矩形 4"/>
          <p:cNvSpPr/>
          <p:nvPr/>
        </p:nvSpPr>
        <p:spPr>
          <a:xfrm>
            <a:off x="3396996" y="797947"/>
            <a:ext cx="8316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3403600" y="162578"/>
            <a:ext cx="45085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研究过程</a:t>
            </a:r>
            <a:endParaRPr lang="zh-CN" altLang="en-US" sz="2800" b="1" dirty="0">
              <a:latin typeface="微软雅黑" panose="020B0503020204020204" pitchFamily="34" charset="-122"/>
              <a:ea typeface="微软雅黑" panose="020B0503020204020204" pitchFamily="34" charset="-122"/>
            </a:endParaRPr>
          </a:p>
        </p:txBody>
      </p:sp>
      <p:sp>
        <p:nvSpPr>
          <p:cNvPr id="32" name="矩形 31"/>
          <p:cNvSpPr/>
          <p:nvPr/>
        </p:nvSpPr>
        <p:spPr>
          <a:xfrm>
            <a:off x="3396996" y="1397613"/>
            <a:ext cx="3670554" cy="2114038"/>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p:cNvSpPr/>
          <p:nvPr/>
        </p:nvSpPr>
        <p:spPr>
          <a:xfrm>
            <a:off x="7912100" y="1397613"/>
            <a:ext cx="3670554" cy="2114038"/>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37"/>
          <p:cNvSpPr/>
          <p:nvPr/>
        </p:nvSpPr>
        <p:spPr>
          <a:xfrm>
            <a:off x="3403600" y="4284411"/>
            <a:ext cx="3670554" cy="2114038"/>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38"/>
          <p:cNvSpPr/>
          <p:nvPr/>
        </p:nvSpPr>
        <p:spPr>
          <a:xfrm>
            <a:off x="7918704" y="4284411"/>
            <a:ext cx="3670554" cy="2114038"/>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椭圆 39"/>
          <p:cNvSpPr/>
          <p:nvPr/>
        </p:nvSpPr>
        <p:spPr>
          <a:xfrm>
            <a:off x="6273639" y="2650331"/>
            <a:ext cx="2432372" cy="2432372"/>
          </a:xfrm>
          <a:prstGeom prst="ellipse">
            <a:avLst/>
          </a:prstGeom>
          <a:solidFill>
            <a:schemeClr val="bg1">
              <a:lumMod val="95000"/>
            </a:schemeClr>
          </a:solidFill>
          <a:ln w="444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椭圆 41"/>
          <p:cNvSpPr/>
          <p:nvPr/>
        </p:nvSpPr>
        <p:spPr>
          <a:xfrm>
            <a:off x="6750068" y="3112236"/>
            <a:ext cx="1504915" cy="1504915"/>
          </a:xfrm>
          <a:prstGeom prst="ellipse">
            <a:avLst/>
          </a:prstGeom>
          <a:ln>
            <a:noFill/>
          </a:ln>
          <a:effectLst>
            <a:outerShdw blurRad="254000" dist="12700" sx="102000" sy="102000" algn="ctr"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文本框 42"/>
          <p:cNvSpPr txBox="1"/>
          <p:nvPr/>
        </p:nvSpPr>
        <p:spPr>
          <a:xfrm>
            <a:off x="6923087" y="4025962"/>
            <a:ext cx="1133475" cy="369332"/>
          </a:xfrm>
          <a:prstGeom prst="rect">
            <a:avLst/>
          </a:prstGeom>
          <a:noFill/>
        </p:spPr>
        <p:txBody>
          <a:bodyPr wrap="square" rtlCol="0">
            <a:spAutoFit/>
          </a:bodyPr>
          <a:lstStyle/>
          <a:p>
            <a:pPr algn="ctr"/>
            <a:r>
              <a:rPr lang="zh-CN" altLang="en-US" dirty="0">
                <a:solidFill>
                  <a:schemeClr val="bg1"/>
                </a:solidFill>
                <a:latin typeface="微软雅黑" panose="020B0503020204020204" pitchFamily="34" charset="-122"/>
                <a:ea typeface="微软雅黑" panose="020B0503020204020204" pitchFamily="34" charset="-122"/>
              </a:rPr>
              <a:t>研究过程</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47" name="文本框 46"/>
          <p:cNvSpPr txBox="1"/>
          <p:nvPr/>
        </p:nvSpPr>
        <p:spPr>
          <a:xfrm>
            <a:off x="3644470" y="1878781"/>
            <a:ext cx="2958243" cy="1200329"/>
          </a:xfrm>
          <a:prstGeom prst="rect">
            <a:avLst/>
          </a:prstGeom>
          <a:noFill/>
        </p:spPr>
        <p:txBody>
          <a:bodyPr wrap="square" rtlCol="0">
            <a:spAutoFit/>
          </a:bodyPr>
          <a:lstStyle/>
          <a:p>
            <a:pPr marL="171450" indent="-171450">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rPr>
              <a:t>这里输入正文内容这里输入正文内容这里输入正文内容这里输入正文内容这里输入正文内容这里输入正文内容这里输入正文内容这里输入正文内容</a:t>
            </a:r>
            <a:endParaRPr lang="en-US" altLang="zh-CN" sz="1200" dirty="0">
              <a:latin typeface="微软雅黑" panose="020B0503020204020204" pitchFamily="34" charset="-122"/>
              <a:ea typeface="微软雅黑" panose="020B0503020204020204" pitchFamily="34" charset="-122"/>
            </a:endParaRPr>
          </a:p>
          <a:p>
            <a:pPr marL="171450" indent="-171450">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rPr>
              <a:t>这里输入正文内容这里输入正文内容这里输入正文内容</a:t>
            </a:r>
            <a:endParaRPr lang="zh-CN" altLang="en-US" sz="1200" dirty="0">
              <a:latin typeface="微软雅黑" panose="020B0503020204020204" pitchFamily="34" charset="-122"/>
              <a:ea typeface="微软雅黑" panose="020B0503020204020204" pitchFamily="34" charset="-122"/>
            </a:endParaRPr>
          </a:p>
        </p:txBody>
      </p:sp>
      <p:sp>
        <p:nvSpPr>
          <p:cNvPr id="45" name="矩形: 剪去单角 44"/>
          <p:cNvSpPr/>
          <p:nvPr/>
        </p:nvSpPr>
        <p:spPr>
          <a:xfrm>
            <a:off x="4046538" y="1059330"/>
            <a:ext cx="2295525" cy="700455"/>
          </a:xfrm>
          <a:prstGeom prst="snip1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8" name="椭圆 47"/>
          <p:cNvSpPr/>
          <p:nvPr/>
        </p:nvSpPr>
        <p:spPr>
          <a:xfrm>
            <a:off x="4133850" y="1135549"/>
            <a:ext cx="152098" cy="152098"/>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p:cNvSpPr txBox="1"/>
          <p:nvPr/>
        </p:nvSpPr>
        <p:spPr>
          <a:xfrm>
            <a:off x="4155910" y="1129807"/>
            <a:ext cx="1979485" cy="584775"/>
          </a:xfrm>
          <a:prstGeom prst="rect">
            <a:avLst/>
          </a:prstGeom>
          <a:noFill/>
        </p:spPr>
        <p:txBody>
          <a:bodyPr wrap="square" rtlCol="0">
            <a:spAutoFit/>
          </a:bodyPr>
          <a:lstStyle/>
          <a:p>
            <a:pPr algn="ctr"/>
            <a:r>
              <a:rPr lang="zh-CN" altLang="en-US" b="1" dirty="0">
                <a:solidFill>
                  <a:schemeClr val="bg1"/>
                </a:solidFill>
                <a:latin typeface="微软雅黑" panose="020B0503020204020204" pitchFamily="34" charset="-122"/>
                <a:ea typeface="微软雅黑" panose="020B0503020204020204" pitchFamily="34" charset="-122"/>
              </a:rPr>
              <a:t>这里输入标题</a:t>
            </a:r>
            <a:endParaRPr lang="en-US" altLang="zh-CN" b="1" dirty="0">
              <a:solidFill>
                <a:schemeClr val="bg1"/>
              </a:solidFill>
              <a:latin typeface="微软雅黑" panose="020B0503020204020204" pitchFamily="34" charset="-122"/>
              <a:ea typeface="微软雅黑" panose="020B0503020204020204" pitchFamily="34" charset="-122"/>
            </a:endParaRPr>
          </a:p>
          <a:p>
            <a:pPr algn="ctr"/>
            <a:r>
              <a:rPr lang="en-US" altLang="zh-CN" sz="1400" dirty="0">
                <a:solidFill>
                  <a:schemeClr val="bg1"/>
                </a:solidFill>
                <a:latin typeface="微软雅黑" panose="020B0503020204020204" pitchFamily="34" charset="-122"/>
                <a:ea typeface="微软雅黑" panose="020B0503020204020204" pitchFamily="34" charset="-122"/>
              </a:rPr>
              <a:t>XX</a:t>
            </a:r>
            <a:r>
              <a:rPr lang="zh-CN" altLang="en-US" sz="1400" dirty="0">
                <a:solidFill>
                  <a:schemeClr val="bg1"/>
                </a:solidFill>
                <a:latin typeface="微软雅黑" panose="020B0503020204020204" pitchFamily="34" charset="-122"/>
                <a:ea typeface="微软雅黑" panose="020B0503020204020204" pitchFamily="34" charset="-122"/>
              </a:rPr>
              <a:t>月</a:t>
            </a:r>
            <a:r>
              <a:rPr lang="en-US" altLang="zh-CN" sz="1400" dirty="0">
                <a:solidFill>
                  <a:schemeClr val="bg1"/>
                </a:solidFill>
                <a:latin typeface="微软雅黑" panose="020B0503020204020204" pitchFamily="34" charset="-122"/>
                <a:ea typeface="微软雅黑" panose="020B0503020204020204" pitchFamily="34" charset="-122"/>
              </a:rPr>
              <a:t>XX</a:t>
            </a:r>
            <a:r>
              <a:rPr lang="zh-CN" altLang="en-US" sz="1400" dirty="0">
                <a:solidFill>
                  <a:schemeClr val="bg1"/>
                </a:solidFill>
                <a:latin typeface="微软雅黑" panose="020B0503020204020204" pitchFamily="34" charset="-122"/>
                <a:ea typeface="微软雅黑" panose="020B0503020204020204" pitchFamily="34" charset="-122"/>
              </a:rPr>
              <a:t>日</a:t>
            </a:r>
            <a:r>
              <a:rPr lang="en-US" altLang="zh-CN" sz="1400" dirty="0">
                <a:solidFill>
                  <a:schemeClr val="bg1"/>
                </a:solidFill>
                <a:latin typeface="微软雅黑" panose="020B0503020204020204" pitchFamily="34" charset="-122"/>
                <a:ea typeface="微软雅黑" panose="020B0503020204020204" pitchFamily="34" charset="-122"/>
              </a:rPr>
              <a:t>-XX</a:t>
            </a:r>
            <a:r>
              <a:rPr lang="zh-CN" altLang="en-US" sz="1400" dirty="0">
                <a:solidFill>
                  <a:schemeClr val="bg1"/>
                </a:solidFill>
                <a:latin typeface="微软雅黑" panose="020B0503020204020204" pitchFamily="34" charset="-122"/>
                <a:ea typeface="微软雅黑" panose="020B0503020204020204" pitchFamily="34" charset="-122"/>
              </a:rPr>
              <a:t>月</a:t>
            </a:r>
            <a:r>
              <a:rPr lang="en-US" altLang="zh-CN" sz="1400" dirty="0">
                <a:solidFill>
                  <a:schemeClr val="bg1"/>
                </a:solidFill>
                <a:latin typeface="微软雅黑" panose="020B0503020204020204" pitchFamily="34" charset="-122"/>
                <a:ea typeface="微软雅黑" panose="020B0503020204020204" pitchFamily="34" charset="-122"/>
              </a:rPr>
              <a:t>XX</a:t>
            </a:r>
            <a:r>
              <a:rPr lang="zh-CN" altLang="en-US" sz="1400" dirty="0">
                <a:solidFill>
                  <a:schemeClr val="bg1"/>
                </a:solidFill>
                <a:latin typeface="微软雅黑" panose="020B0503020204020204" pitchFamily="34" charset="-122"/>
                <a:ea typeface="微软雅黑" panose="020B0503020204020204" pitchFamily="34" charset="-122"/>
              </a:rPr>
              <a:t>日</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52" name="矩形: 剪去单角 51"/>
          <p:cNvSpPr/>
          <p:nvPr/>
        </p:nvSpPr>
        <p:spPr>
          <a:xfrm flipH="1">
            <a:off x="8671233" y="1059330"/>
            <a:ext cx="2295525" cy="700455"/>
          </a:xfrm>
          <a:prstGeom prst="snip1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3" name="椭圆 52"/>
          <p:cNvSpPr/>
          <p:nvPr/>
        </p:nvSpPr>
        <p:spPr>
          <a:xfrm flipH="1">
            <a:off x="10727348" y="1135549"/>
            <a:ext cx="152098" cy="152098"/>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文本框 57"/>
          <p:cNvSpPr txBox="1"/>
          <p:nvPr/>
        </p:nvSpPr>
        <p:spPr>
          <a:xfrm>
            <a:off x="8846143" y="1111206"/>
            <a:ext cx="1979485" cy="584775"/>
          </a:xfrm>
          <a:prstGeom prst="rect">
            <a:avLst/>
          </a:prstGeom>
          <a:noFill/>
        </p:spPr>
        <p:txBody>
          <a:bodyPr wrap="square" rtlCol="0">
            <a:spAutoFit/>
          </a:bodyPr>
          <a:lstStyle/>
          <a:p>
            <a:pPr algn="ctr"/>
            <a:r>
              <a:rPr lang="zh-CN" altLang="en-US" b="1" dirty="0">
                <a:solidFill>
                  <a:schemeClr val="bg1"/>
                </a:solidFill>
                <a:latin typeface="微软雅黑" panose="020B0503020204020204" pitchFamily="34" charset="-122"/>
                <a:ea typeface="微软雅黑" panose="020B0503020204020204" pitchFamily="34" charset="-122"/>
              </a:rPr>
              <a:t>这里输入标题</a:t>
            </a:r>
            <a:endParaRPr lang="en-US" altLang="zh-CN" b="1" dirty="0">
              <a:solidFill>
                <a:schemeClr val="bg1"/>
              </a:solidFill>
              <a:latin typeface="微软雅黑" panose="020B0503020204020204" pitchFamily="34" charset="-122"/>
              <a:ea typeface="微软雅黑" panose="020B0503020204020204" pitchFamily="34" charset="-122"/>
            </a:endParaRPr>
          </a:p>
          <a:p>
            <a:pPr algn="ctr"/>
            <a:r>
              <a:rPr lang="en-US" altLang="zh-CN" sz="1400" dirty="0">
                <a:solidFill>
                  <a:schemeClr val="bg1"/>
                </a:solidFill>
                <a:latin typeface="微软雅黑" panose="020B0503020204020204" pitchFamily="34" charset="-122"/>
                <a:ea typeface="微软雅黑" panose="020B0503020204020204" pitchFamily="34" charset="-122"/>
              </a:rPr>
              <a:t>XX</a:t>
            </a:r>
            <a:r>
              <a:rPr lang="zh-CN" altLang="en-US" sz="1400" dirty="0">
                <a:solidFill>
                  <a:schemeClr val="bg1"/>
                </a:solidFill>
                <a:latin typeface="微软雅黑" panose="020B0503020204020204" pitchFamily="34" charset="-122"/>
                <a:ea typeface="微软雅黑" panose="020B0503020204020204" pitchFamily="34" charset="-122"/>
              </a:rPr>
              <a:t>月</a:t>
            </a:r>
            <a:r>
              <a:rPr lang="en-US" altLang="zh-CN" sz="1400" dirty="0">
                <a:solidFill>
                  <a:schemeClr val="bg1"/>
                </a:solidFill>
                <a:latin typeface="微软雅黑" panose="020B0503020204020204" pitchFamily="34" charset="-122"/>
                <a:ea typeface="微软雅黑" panose="020B0503020204020204" pitchFamily="34" charset="-122"/>
              </a:rPr>
              <a:t>XX</a:t>
            </a:r>
            <a:r>
              <a:rPr lang="zh-CN" altLang="en-US" sz="1400" dirty="0">
                <a:solidFill>
                  <a:schemeClr val="bg1"/>
                </a:solidFill>
                <a:latin typeface="微软雅黑" panose="020B0503020204020204" pitchFamily="34" charset="-122"/>
                <a:ea typeface="微软雅黑" panose="020B0503020204020204" pitchFamily="34" charset="-122"/>
              </a:rPr>
              <a:t>日</a:t>
            </a:r>
            <a:r>
              <a:rPr lang="en-US" altLang="zh-CN" sz="1400" dirty="0">
                <a:solidFill>
                  <a:schemeClr val="bg1"/>
                </a:solidFill>
                <a:latin typeface="微软雅黑" panose="020B0503020204020204" pitchFamily="34" charset="-122"/>
                <a:ea typeface="微软雅黑" panose="020B0503020204020204" pitchFamily="34" charset="-122"/>
              </a:rPr>
              <a:t>-XX</a:t>
            </a:r>
            <a:r>
              <a:rPr lang="zh-CN" altLang="en-US" sz="1400" dirty="0">
                <a:solidFill>
                  <a:schemeClr val="bg1"/>
                </a:solidFill>
                <a:latin typeface="微软雅黑" panose="020B0503020204020204" pitchFamily="34" charset="-122"/>
                <a:ea typeface="微软雅黑" panose="020B0503020204020204" pitchFamily="34" charset="-122"/>
              </a:rPr>
              <a:t>月</a:t>
            </a:r>
            <a:r>
              <a:rPr lang="en-US" altLang="zh-CN" sz="1400" dirty="0">
                <a:solidFill>
                  <a:schemeClr val="bg1"/>
                </a:solidFill>
                <a:latin typeface="微软雅黑" panose="020B0503020204020204" pitchFamily="34" charset="-122"/>
                <a:ea typeface="微软雅黑" panose="020B0503020204020204" pitchFamily="34" charset="-122"/>
              </a:rPr>
              <a:t>XX</a:t>
            </a:r>
            <a:r>
              <a:rPr lang="zh-CN" altLang="en-US" sz="1400" dirty="0">
                <a:solidFill>
                  <a:schemeClr val="bg1"/>
                </a:solidFill>
                <a:latin typeface="微软雅黑" panose="020B0503020204020204" pitchFamily="34" charset="-122"/>
                <a:ea typeface="微软雅黑" panose="020B0503020204020204" pitchFamily="34" charset="-122"/>
              </a:rPr>
              <a:t>日</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60" name="矩形: 剪去单角 59"/>
          <p:cNvSpPr/>
          <p:nvPr/>
        </p:nvSpPr>
        <p:spPr>
          <a:xfrm>
            <a:off x="4036320" y="5994967"/>
            <a:ext cx="2295525" cy="700455"/>
          </a:xfrm>
          <a:prstGeom prst="snip1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1" name="椭圆 60"/>
          <p:cNvSpPr/>
          <p:nvPr/>
        </p:nvSpPr>
        <p:spPr>
          <a:xfrm>
            <a:off x="4123632" y="6071186"/>
            <a:ext cx="152098" cy="152098"/>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文本框 61"/>
          <p:cNvSpPr txBox="1"/>
          <p:nvPr/>
        </p:nvSpPr>
        <p:spPr>
          <a:xfrm>
            <a:off x="4145692" y="6065444"/>
            <a:ext cx="1979485" cy="584775"/>
          </a:xfrm>
          <a:prstGeom prst="rect">
            <a:avLst/>
          </a:prstGeom>
          <a:noFill/>
        </p:spPr>
        <p:txBody>
          <a:bodyPr wrap="square" rtlCol="0">
            <a:spAutoFit/>
          </a:bodyPr>
          <a:lstStyle/>
          <a:p>
            <a:pPr algn="ctr"/>
            <a:r>
              <a:rPr lang="zh-CN" altLang="en-US" b="1" dirty="0">
                <a:solidFill>
                  <a:schemeClr val="bg1"/>
                </a:solidFill>
                <a:latin typeface="微软雅黑" panose="020B0503020204020204" pitchFamily="34" charset="-122"/>
                <a:ea typeface="微软雅黑" panose="020B0503020204020204" pitchFamily="34" charset="-122"/>
              </a:rPr>
              <a:t>这里输入标题</a:t>
            </a:r>
            <a:endParaRPr lang="en-US" altLang="zh-CN" b="1" dirty="0">
              <a:solidFill>
                <a:schemeClr val="bg1"/>
              </a:solidFill>
              <a:latin typeface="微软雅黑" panose="020B0503020204020204" pitchFamily="34" charset="-122"/>
              <a:ea typeface="微软雅黑" panose="020B0503020204020204" pitchFamily="34" charset="-122"/>
            </a:endParaRPr>
          </a:p>
          <a:p>
            <a:pPr algn="ctr"/>
            <a:r>
              <a:rPr lang="en-US" altLang="zh-CN" sz="1400" dirty="0">
                <a:solidFill>
                  <a:schemeClr val="bg1"/>
                </a:solidFill>
                <a:latin typeface="微软雅黑" panose="020B0503020204020204" pitchFamily="34" charset="-122"/>
                <a:ea typeface="微软雅黑" panose="020B0503020204020204" pitchFamily="34" charset="-122"/>
              </a:rPr>
              <a:t>XX</a:t>
            </a:r>
            <a:r>
              <a:rPr lang="zh-CN" altLang="en-US" sz="1400" dirty="0">
                <a:solidFill>
                  <a:schemeClr val="bg1"/>
                </a:solidFill>
                <a:latin typeface="微软雅黑" panose="020B0503020204020204" pitchFamily="34" charset="-122"/>
                <a:ea typeface="微软雅黑" panose="020B0503020204020204" pitchFamily="34" charset="-122"/>
              </a:rPr>
              <a:t>月</a:t>
            </a:r>
            <a:r>
              <a:rPr lang="en-US" altLang="zh-CN" sz="1400" dirty="0">
                <a:solidFill>
                  <a:schemeClr val="bg1"/>
                </a:solidFill>
                <a:latin typeface="微软雅黑" panose="020B0503020204020204" pitchFamily="34" charset="-122"/>
                <a:ea typeface="微软雅黑" panose="020B0503020204020204" pitchFamily="34" charset="-122"/>
              </a:rPr>
              <a:t>XX</a:t>
            </a:r>
            <a:r>
              <a:rPr lang="zh-CN" altLang="en-US" sz="1400" dirty="0">
                <a:solidFill>
                  <a:schemeClr val="bg1"/>
                </a:solidFill>
                <a:latin typeface="微软雅黑" panose="020B0503020204020204" pitchFamily="34" charset="-122"/>
                <a:ea typeface="微软雅黑" panose="020B0503020204020204" pitchFamily="34" charset="-122"/>
              </a:rPr>
              <a:t>日</a:t>
            </a:r>
            <a:r>
              <a:rPr lang="en-US" altLang="zh-CN" sz="1400" dirty="0">
                <a:solidFill>
                  <a:schemeClr val="bg1"/>
                </a:solidFill>
                <a:latin typeface="微软雅黑" panose="020B0503020204020204" pitchFamily="34" charset="-122"/>
                <a:ea typeface="微软雅黑" panose="020B0503020204020204" pitchFamily="34" charset="-122"/>
              </a:rPr>
              <a:t>-XX</a:t>
            </a:r>
            <a:r>
              <a:rPr lang="zh-CN" altLang="en-US" sz="1400" dirty="0">
                <a:solidFill>
                  <a:schemeClr val="bg1"/>
                </a:solidFill>
                <a:latin typeface="微软雅黑" panose="020B0503020204020204" pitchFamily="34" charset="-122"/>
                <a:ea typeface="微软雅黑" panose="020B0503020204020204" pitchFamily="34" charset="-122"/>
              </a:rPr>
              <a:t>月</a:t>
            </a:r>
            <a:r>
              <a:rPr lang="en-US" altLang="zh-CN" sz="1400" dirty="0">
                <a:solidFill>
                  <a:schemeClr val="bg1"/>
                </a:solidFill>
                <a:latin typeface="微软雅黑" panose="020B0503020204020204" pitchFamily="34" charset="-122"/>
                <a:ea typeface="微软雅黑" panose="020B0503020204020204" pitchFamily="34" charset="-122"/>
              </a:rPr>
              <a:t>XX</a:t>
            </a:r>
            <a:r>
              <a:rPr lang="zh-CN" altLang="en-US" sz="1400" dirty="0">
                <a:solidFill>
                  <a:schemeClr val="bg1"/>
                </a:solidFill>
                <a:latin typeface="微软雅黑" panose="020B0503020204020204" pitchFamily="34" charset="-122"/>
                <a:ea typeface="微软雅黑" panose="020B0503020204020204" pitchFamily="34" charset="-122"/>
              </a:rPr>
              <a:t>日</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64" name="矩形: 剪去单角 63"/>
          <p:cNvSpPr/>
          <p:nvPr/>
        </p:nvSpPr>
        <p:spPr>
          <a:xfrm flipH="1">
            <a:off x="8661015" y="5994967"/>
            <a:ext cx="2295525" cy="700455"/>
          </a:xfrm>
          <a:prstGeom prst="snip1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5" name="椭圆 64"/>
          <p:cNvSpPr/>
          <p:nvPr/>
        </p:nvSpPr>
        <p:spPr>
          <a:xfrm flipH="1">
            <a:off x="10717130" y="6071186"/>
            <a:ext cx="152098" cy="152098"/>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文本框 65"/>
          <p:cNvSpPr txBox="1"/>
          <p:nvPr/>
        </p:nvSpPr>
        <p:spPr>
          <a:xfrm>
            <a:off x="8835925" y="6046843"/>
            <a:ext cx="1979485" cy="584775"/>
          </a:xfrm>
          <a:prstGeom prst="rect">
            <a:avLst/>
          </a:prstGeom>
          <a:noFill/>
        </p:spPr>
        <p:txBody>
          <a:bodyPr wrap="square" rtlCol="0">
            <a:spAutoFit/>
          </a:bodyPr>
          <a:lstStyle/>
          <a:p>
            <a:pPr algn="ctr"/>
            <a:r>
              <a:rPr lang="zh-CN" altLang="en-US" b="1" dirty="0">
                <a:solidFill>
                  <a:schemeClr val="bg1"/>
                </a:solidFill>
                <a:latin typeface="微软雅黑" panose="020B0503020204020204" pitchFamily="34" charset="-122"/>
                <a:ea typeface="微软雅黑" panose="020B0503020204020204" pitchFamily="34" charset="-122"/>
              </a:rPr>
              <a:t>这里输入标题</a:t>
            </a:r>
            <a:endParaRPr lang="en-US" altLang="zh-CN" b="1" dirty="0">
              <a:solidFill>
                <a:schemeClr val="bg1"/>
              </a:solidFill>
              <a:latin typeface="微软雅黑" panose="020B0503020204020204" pitchFamily="34" charset="-122"/>
              <a:ea typeface="微软雅黑" panose="020B0503020204020204" pitchFamily="34" charset="-122"/>
            </a:endParaRPr>
          </a:p>
          <a:p>
            <a:pPr algn="ctr"/>
            <a:r>
              <a:rPr lang="en-US" altLang="zh-CN" sz="1400" dirty="0">
                <a:solidFill>
                  <a:schemeClr val="bg1"/>
                </a:solidFill>
                <a:latin typeface="微软雅黑" panose="020B0503020204020204" pitchFamily="34" charset="-122"/>
                <a:ea typeface="微软雅黑" panose="020B0503020204020204" pitchFamily="34" charset="-122"/>
              </a:rPr>
              <a:t>XX</a:t>
            </a:r>
            <a:r>
              <a:rPr lang="zh-CN" altLang="en-US" sz="1400" dirty="0">
                <a:solidFill>
                  <a:schemeClr val="bg1"/>
                </a:solidFill>
                <a:latin typeface="微软雅黑" panose="020B0503020204020204" pitchFamily="34" charset="-122"/>
                <a:ea typeface="微软雅黑" panose="020B0503020204020204" pitchFamily="34" charset="-122"/>
              </a:rPr>
              <a:t>月</a:t>
            </a:r>
            <a:r>
              <a:rPr lang="en-US" altLang="zh-CN" sz="1400" dirty="0">
                <a:solidFill>
                  <a:schemeClr val="bg1"/>
                </a:solidFill>
                <a:latin typeface="微软雅黑" panose="020B0503020204020204" pitchFamily="34" charset="-122"/>
                <a:ea typeface="微软雅黑" panose="020B0503020204020204" pitchFamily="34" charset="-122"/>
              </a:rPr>
              <a:t>XX</a:t>
            </a:r>
            <a:r>
              <a:rPr lang="zh-CN" altLang="en-US" sz="1400" dirty="0">
                <a:solidFill>
                  <a:schemeClr val="bg1"/>
                </a:solidFill>
                <a:latin typeface="微软雅黑" panose="020B0503020204020204" pitchFamily="34" charset="-122"/>
                <a:ea typeface="微软雅黑" panose="020B0503020204020204" pitchFamily="34" charset="-122"/>
              </a:rPr>
              <a:t>日</a:t>
            </a:r>
            <a:r>
              <a:rPr lang="en-US" altLang="zh-CN" sz="1400" dirty="0">
                <a:solidFill>
                  <a:schemeClr val="bg1"/>
                </a:solidFill>
                <a:latin typeface="微软雅黑" panose="020B0503020204020204" pitchFamily="34" charset="-122"/>
                <a:ea typeface="微软雅黑" panose="020B0503020204020204" pitchFamily="34" charset="-122"/>
              </a:rPr>
              <a:t>-XX</a:t>
            </a:r>
            <a:r>
              <a:rPr lang="zh-CN" altLang="en-US" sz="1400" dirty="0">
                <a:solidFill>
                  <a:schemeClr val="bg1"/>
                </a:solidFill>
                <a:latin typeface="微软雅黑" panose="020B0503020204020204" pitchFamily="34" charset="-122"/>
                <a:ea typeface="微软雅黑" panose="020B0503020204020204" pitchFamily="34" charset="-122"/>
              </a:rPr>
              <a:t>月</a:t>
            </a:r>
            <a:r>
              <a:rPr lang="en-US" altLang="zh-CN" sz="1400" dirty="0">
                <a:solidFill>
                  <a:schemeClr val="bg1"/>
                </a:solidFill>
                <a:latin typeface="微软雅黑" panose="020B0503020204020204" pitchFamily="34" charset="-122"/>
                <a:ea typeface="微软雅黑" panose="020B0503020204020204" pitchFamily="34" charset="-122"/>
              </a:rPr>
              <a:t>XX</a:t>
            </a:r>
            <a:r>
              <a:rPr lang="zh-CN" altLang="en-US" sz="1400" dirty="0">
                <a:solidFill>
                  <a:schemeClr val="bg1"/>
                </a:solidFill>
                <a:latin typeface="微软雅黑" panose="020B0503020204020204" pitchFamily="34" charset="-122"/>
                <a:ea typeface="微软雅黑" panose="020B0503020204020204" pitchFamily="34" charset="-122"/>
              </a:rPr>
              <a:t>日</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67" name="文本框 66"/>
          <p:cNvSpPr txBox="1"/>
          <p:nvPr/>
        </p:nvSpPr>
        <p:spPr>
          <a:xfrm>
            <a:off x="3555806" y="4631025"/>
            <a:ext cx="2958243" cy="1200329"/>
          </a:xfrm>
          <a:prstGeom prst="rect">
            <a:avLst/>
          </a:prstGeom>
          <a:noFill/>
        </p:spPr>
        <p:txBody>
          <a:bodyPr wrap="square" rtlCol="0">
            <a:spAutoFit/>
          </a:bodyPr>
          <a:lstStyle/>
          <a:p>
            <a:pPr marL="171450" indent="-171450">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rPr>
              <a:t>这里输入正文内容这里输入正文内容这里输入正文内容这里输入正文内容这里输入正文内容这里输入正文内容这里输入正文内容这里输入正文内容</a:t>
            </a:r>
            <a:endParaRPr lang="en-US" altLang="zh-CN" sz="1200" dirty="0">
              <a:latin typeface="微软雅黑" panose="020B0503020204020204" pitchFamily="34" charset="-122"/>
              <a:ea typeface="微软雅黑" panose="020B0503020204020204" pitchFamily="34" charset="-122"/>
            </a:endParaRPr>
          </a:p>
          <a:p>
            <a:pPr marL="171450" indent="-171450">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rPr>
              <a:t>这里输入正文内容这里输入正文内容这里输入正文内容</a:t>
            </a:r>
            <a:endParaRPr lang="zh-CN" altLang="en-US" sz="1200" dirty="0">
              <a:latin typeface="微软雅黑" panose="020B0503020204020204" pitchFamily="34" charset="-122"/>
              <a:ea typeface="微软雅黑" panose="020B0503020204020204" pitchFamily="34" charset="-122"/>
            </a:endParaRPr>
          </a:p>
        </p:txBody>
      </p:sp>
      <p:sp>
        <p:nvSpPr>
          <p:cNvPr id="68" name="文本框 67"/>
          <p:cNvSpPr txBox="1"/>
          <p:nvPr/>
        </p:nvSpPr>
        <p:spPr>
          <a:xfrm>
            <a:off x="8441541" y="4663699"/>
            <a:ext cx="2958243" cy="1200329"/>
          </a:xfrm>
          <a:prstGeom prst="rect">
            <a:avLst/>
          </a:prstGeom>
          <a:noFill/>
        </p:spPr>
        <p:txBody>
          <a:bodyPr wrap="square" rtlCol="0">
            <a:spAutoFit/>
          </a:bodyPr>
          <a:lstStyle/>
          <a:p>
            <a:pPr marL="171450" indent="-171450">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rPr>
              <a:t>这里输入正文内容这里输入正文内容这里输入正文内容这里输入正文内容这里输入正文内容这里输入正文内容这里输入正文内容这里输入正文内容</a:t>
            </a:r>
            <a:endParaRPr lang="en-US" altLang="zh-CN" sz="1200" dirty="0">
              <a:latin typeface="微软雅黑" panose="020B0503020204020204" pitchFamily="34" charset="-122"/>
              <a:ea typeface="微软雅黑" panose="020B0503020204020204" pitchFamily="34" charset="-122"/>
            </a:endParaRPr>
          </a:p>
          <a:p>
            <a:pPr marL="171450" indent="-171450">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rPr>
              <a:t>这里输入正文内容这里输入正文内容这里输入正文内容</a:t>
            </a:r>
            <a:endParaRPr lang="zh-CN" altLang="en-US" sz="1200" dirty="0">
              <a:latin typeface="微软雅黑" panose="020B0503020204020204" pitchFamily="34" charset="-122"/>
              <a:ea typeface="微软雅黑" panose="020B0503020204020204" pitchFamily="34" charset="-122"/>
            </a:endParaRPr>
          </a:p>
        </p:txBody>
      </p:sp>
      <p:sp>
        <p:nvSpPr>
          <p:cNvPr id="69" name="文本框 68"/>
          <p:cNvSpPr txBox="1"/>
          <p:nvPr/>
        </p:nvSpPr>
        <p:spPr>
          <a:xfrm>
            <a:off x="8408780" y="1874980"/>
            <a:ext cx="2958243" cy="1200329"/>
          </a:xfrm>
          <a:prstGeom prst="rect">
            <a:avLst/>
          </a:prstGeom>
          <a:noFill/>
        </p:spPr>
        <p:txBody>
          <a:bodyPr wrap="square" rtlCol="0">
            <a:spAutoFit/>
          </a:bodyPr>
          <a:lstStyle/>
          <a:p>
            <a:pPr marL="171450" indent="-171450">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rPr>
              <a:t>这里输入正文内容这里输入正文内容这里输入正文内容这里输入正文内容这里输入正文内容这里输入正文内容这里输入正文内容这里输入正文内容</a:t>
            </a:r>
            <a:endParaRPr lang="en-US" altLang="zh-CN" sz="1200" dirty="0">
              <a:latin typeface="微软雅黑" panose="020B0503020204020204" pitchFamily="34" charset="-122"/>
              <a:ea typeface="微软雅黑" panose="020B0503020204020204" pitchFamily="34" charset="-122"/>
            </a:endParaRPr>
          </a:p>
          <a:p>
            <a:pPr marL="171450" indent="-171450">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rPr>
              <a:t>这里输入正文内容这里输入正文内容这里输入正文内容</a:t>
            </a:r>
            <a:endParaRPr lang="zh-CN" altLang="en-US" sz="1200" dirty="0">
              <a:latin typeface="微软雅黑" panose="020B0503020204020204" pitchFamily="34" charset="-122"/>
              <a:ea typeface="微软雅黑" panose="020B0503020204020204" pitchFamily="34" charset="-122"/>
            </a:endParaRPr>
          </a:p>
        </p:txBody>
      </p:sp>
      <p:sp>
        <p:nvSpPr>
          <p:cNvPr id="70" name="弧形 69"/>
          <p:cNvSpPr/>
          <p:nvPr/>
        </p:nvSpPr>
        <p:spPr>
          <a:xfrm>
            <a:off x="6515163" y="2891855"/>
            <a:ext cx="1949325" cy="1949325"/>
          </a:xfrm>
          <a:prstGeom prst="arc">
            <a:avLst>
              <a:gd name="adj1" fmla="val 14596398"/>
              <a:gd name="adj2" fmla="val 10284191"/>
            </a:avLst>
          </a:prstGeom>
          <a:ln w="53975">
            <a:gradFill flip="none" rotWithShape="1">
              <a:gsLst>
                <a:gs pos="0">
                  <a:schemeClr val="accent1">
                    <a:lumMod val="60000"/>
                    <a:lumOff val="40000"/>
                    <a:alpha val="0"/>
                  </a:schemeClr>
                </a:gs>
                <a:gs pos="100000">
                  <a:schemeClr val="accent1"/>
                </a:gs>
              </a:gsLst>
              <a:lin ang="5400000" scaled="1"/>
              <a:tileRect/>
            </a:gradFill>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1" name="图形 43" descr="循环箭头"/>
          <p:cNvSpPr/>
          <p:nvPr/>
        </p:nvSpPr>
        <p:spPr>
          <a:xfrm>
            <a:off x="7182725" y="3389511"/>
            <a:ext cx="639600" cy="633302"/>
          </a:xfrm>
          <a:custGeom>
            <a:avLst/>
            <a:gdLst>
              <a:gd name="connsiteX0" fmla="*/ 176017 w 639600"/>
              <a:gd name="connsiteY0" fmla="*/ 503913 h 633302"/>
              <a:gd name="connsiteX1" fmla="*/ 306906 w 639600"/>
              <a:gd name="connsiteY1" fmla="*/ 503913 h 633302"/>
              <a:gd name="connsiteX2" fmla="*/ 306906 w 639600"/>
              <a:gd name="connsiteY2" fmla="*/ 612613 h 633302"/>
              <a:gd name="connsiteX3" fmla="*/ 137935 w 639600"/>
              <a:gd name="connsiteY3" fmla="*/ 614336 h 633302"/>
              <a:gd name="connsiteX4" fmla="*/ 30885 w 639600"/>
              <a:gd name="connsiteY4" fmla="*/ 503988 h 633302"/>
              <a:gd name="connsiteX5" fmla="*/ 176017 w 639600"/>
              <a:gd name="connsiteY5" fmla="*/ 503988 h 633302"/>
              <a:gd name="connsiteX6" fmla="*/ 176017 w 639600"/>
              <a:gd name="connsiteY6" fmla="*/ 503913 h 633302"/>
              <a:gd name="connsiteX7" fmla="*/ 387942 w 639600"/>
              <a:gd name="connsiteY7" fmla="*/ 474604 h 633302"/>
              <a:gd name="connsiteX8" fmla="*/ 387942 w 639600"/>
              <a:gd name="connsiteY8" fmla="*/ 503913 h 633302"/>
              <a:gd name="connsiteX9" fmla="*/ 506463 w 639600"/>
              <a:gd name="connsiteY9" fmla="*/ 503913 h 633302"/>
              <a:gd name="connsiteX10" fmla="*/ 506463 w 639600"/>
              <a:gd name="connsiteY10" fmla="*/ 503988 h 633302"/>
              <a:gd name="connsiteX11" fmla="*/ 608265 w 639600"/>
              <a:gd name="connsiteY11" fmla="*/ 503988 h 633302"/>
              <a:gd name="connsiteX12" fmla="*/ 498216 w 639600"/>
              <a:gd name="connsiteY12" fmla="*/ 610889 h 633302"/>
              <a:gd name="connsiteX13" fmla="*/ 382768 w 639600"/>
              <a:gd name="connsiteY13" fmla="*/ 610889 h 633302"/>
              <a:gd name="connsiteX14" fmla="*/ 384495 w 639600"/>
              <a:gd name="connsiteY14" fmla="*/ 633302 h 633302"/>
              <a:gd name="connsiteX15" fmla="*/ 334493 w 639600"/>
              <a:gd name="connsiteY15" fmla="*/ 557437 h 633302"/>
              <a:gd name="connsiteX16" fmla="*/ 387942 w 639600"/>
              <a:gd name="connsiteY16" fmla="*/ 474604 h 633302"/>
              <a:gd name="connsiteX17" fmla="*/ 75864 w 639600"/>
              <a:gd name="connsiteY17" fmla="*/ 331418 h 633302"/>
              <a:gd name="connsiteX18" fmla="*/ 158626 w 639600"/>
              <a:gd name="connsiteY18" fmla="*/ 384870 h 633302"/>
              <a:gd name="connsiteX19" fmla="*/ 129314 w 639600"/>
              <a:gd name="connsiteY19" fmla="*/ 384870 h 633302"/>
              <a:gd name="connsiteX20" fmla="*/ 129314 w 639600"/>
              <a:gd name="connsiteY20" fmla="*/ 495741 h 633302"/>
              <a:gd name="connsiteX21" fmla="*/ 22864 w 639600"/>
              <a:gd name="connsiteY21" fmla="*/ 495741 h 633302"/>
              <a:gd name="connsiteX22" fmla="*/ 22415 w 639600"/>
              <a:gd name="connsiteY22" fmla="*/ 495293 h 633302"/>
              <a:gd name="connsiteX23" fmla="*/ 22415 w 639600"/>
              <a:gd name="connsiteY23" fmla="*/ 379696 h 633302"/>
              <a:gd name="connsiteX24" fmla="*/ 0 w 639600"/>
              <a:gd name="connsiteY24" fmla="*/ 381420 h 633302"/>
              <a:gd name="connsiteX25" fmla="*/ 75864 w 639600"/>
              <a:gd name="connsiteY25" fmla="*/ 331418 h 633302"/>
              <a:gd name="connsiteX26" fmla="*/ 506836 w 639600"/>
              <a:gd name="connsiteY26" fmla="*/ 326247 h 633302"/>
              <a:gd name="connsiteX27" fmla="*/ 615463 w 639600"/>
              <a:gd name="connsiteY27" fmla="*/ 326247 h 633302"/>
              <a:gd name="connsiteX28" fmla="*/ 617187 w 639600"/>
              <a:gd name="connsiteY28" fmla="*/ 495293 h 633302"/>
              <a:gd name="connsiteX29" fmla="*/ 616809 w 639600"/>
              <a:gd name="connsiteY29" fmla="*/ 495741 h 633302"/>
              <a:gd name="connsiteX30" fmla="*/ 506836 w 639600"/>
              <a:gd name="connsiteY30" fmla="*/ 495741 h 633302"/>
              <a:gd name="connsiteX31" fmla="*/ 506836 w 639600"/>
              <a:gd name="connsiteY31" fmla="*/ 326247 h 633302"/>
              <a:gd name="connsiteX32" fmla="*/ 510286 w 639600"/>
              <a:gd name="connsiteY32" fmla="*/ 137785 h 633302"/>
              <a:gd name="connsiteX33" fmla="*/ 616809 w 639600"/>
              <a:gd name="connsiteY33" fmla="*/ 137785 h 633302"/>
              <a:gd name="connsiteX34" fmla="*/ 617187 w 639600"/>
              <a:gd name="connsiteY34" fmla="*/ 138235 h 633302"/>
              <a:gd name="connsiteX35" fmla="*/ 617187 w 639600"/>
              <a:gd name="connsiteY35" fmla="*/ 253829 h 633302"/>
              <a:gd name="connsiteX36" fmla="*/ 639600 w 639600"/>
              <a:gd name="connsiteY36" fmla="*/ 252105 h 633302"/>
              <a:gd name="connsiteX37" fmla="*/ 563735 w 639600"/>
              <a:gd name="connsiteY37" fmla="*/ 302182 h 633302"/>
              <a:gd name="connsiteX38" fmla="*/ 480974 w 639600"/>
              <a:gd name="connsiteY38" fmla="*/ 248658 h 633302"/>
              <a:gd name="connsiteX39" fmla="*/ 510286 w 639600"/>
              <a:gd name="connsiteY39" fmla="*/ 248658 h 633302"/>
              <a:gd name="connsiteX40" fmla="*/ 510286 w 639600"/>
              <a:gd name="connsiteY40" fmla="*/ 137785 h 633302"/>
              <a:gd name="connsiteX41" fmla="*/ 21890 w 639600"/>
              <a:gd name="connsiteY41" fmla="*/ 137785 h 633302"/>
              <a:gd name="connsiteX42" fmla="*/ 132013 w 639600"/>
              <a:gd name="connsiteY42" fmla="*/ 137785 h 633302"/>
              <a:gd name="connsiteX43" fmla="*/ 132013 w 639600"/>
              <a:gd name="connsiteY43" fmla="*/ 307131 h 633302"/>
              <a:gd name="connsiteX44" fmla="*/ 23389 w 639600"/>
              <a:gd name="connsiteY44" fmla="*/ 307131 h 633302"/>
              <a:gd name="connsiteX45" fmla="*/ 21665 w 639600"/>
              <a:gd name="connsiteY45" fmla="*/ 138085 h 633302"/>
              <a:gd name="connsiteX46" fmla="*/ 21890 w 639600"/>
              <a:gd name="connsiteY46" fmla="*/ 137785 h 633302"/>
              <a:gd name="connsiteX47" fmla="*/ 501664 w 639600"/>
              <a:gd name="connsiteY47" fmla="*/ 19191 h 633302"/>
              <a:gd name="connsiteX48" fmla="*/ 608714 w 639600"/>
              <a:gd name="connsiteY48" fmla="*/ 129539 h 633302"/>
              <a:gd name="connsiteX49" fmla="*/ 506463 w 639600"/>
              <a:gd name="connsiteY49" fmla="*/ 129539 h 633302"/>
              <a:gd name="connsiteX50" fmla="*/ 506463 w 639600"/>
              <a:gd name="connsiteY50" fmla="*/ 129614 h 633302"/>
              <a:gd name="connsiteX51" fmla="*/ 332769 w 639600"/>
              <a:gd name="connsiteY51" fmla="*/ 129614 h 633302"/>
              <a:gd name="connsiteX52" fmla="*/ 332769 w 639600"/>
              <a:gd name="connsiteY52" fmla="*/ 20915 h 633302"/>
              <a:gd name="connsiteX53" fmla="*/ 501664 w 639600"/>
              <a:gd name="connsiteY53" fmla="*/ 19191 h 633302"/>
              <a:gd name="connsiteX54" fmla="*/ 254356 w 639600"/>
              <a:gd name="connsiteY54" fmla="*/ 0 h 633302"/>
              <a:gd name="connsiteX55" fmla="*/ 304357 w 639600"/>
              <a:gd name="connsiteY55" fmla="*/ 75939 h 633302"/>
              <a:gd name="connsiteX56" fmla="*/ 250908 w 639600"/>
              <a:gd name="connsiteY56" fmla="*/ 158775 h 633302"/>
              <a:gd name="connsiteX57" fmla="*/ 250908 w 639600"/>
              <a:gd name="connsiteY57" fmla="*/ 129464 h 633302"/>
              <a:gd name="connsiteX58" fmla="*/ 132013 w 639600"/>
              <a:gd name="connsiteY58" fmla="*/ 129464 h 633302"/>
              <a:gd name="connsiteX59" fmla="*/ 132013 w 639600"/>
              <a:gd name="connsiteY59" fmla="*/ 129539 h 633302"/>
              <a:gd name="connsiteX60" fmla="*/ 30436 w 639600"/>
              <a:gd name="connsiteY60" fmla="*/ 129539 h 633302"/>
              <a:gd name="connsiteX61" fmla="*/ 140559 w 639600"/>
              <a:gd name="connsiteY61" fmla="*/ 22489 h 633302"/>
              <a:gd name="connsiteX62" fmla="*/ 256080 w 639600"/>
              <a:gd name="connsiteY62" fmla="*/ 22489 h 633302"/>
              <a:gd name="connsiteX63" fmla="*/ 254356 w 639600"/>
              <a:gd name="connsiteY63" fmla="*/ 0 h 633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39600" h="633302">
                <a:moveTo>
                  <a:pt x="176017" y="503913"/>
                </a:moveTo>
                <a:lnTo>
                  <a:pt x="306906" y="503913"/>
                </a:lnTo>
                <a:lnTo>
                  <a:pt x="306906" y="612613"/>
                </a:lnTo>
                <a:lnTo>
                  <a:pt x="137935" y="614336"/>
                </a:lnTo>
                <a:lnTo>
                  <a:pt x="30885" y="503988"/>
                </a:lnTo>
                <a:lnTo>
                  <a:pt x="176017" y="503988"/>
                </a:lnTo>
                <a:lnTo>
                  <a:pt x="176017" y="503913"/>
                </a:lnTo>
                <a:moveTo>
                  <a:pt x="387942" y="474604"/>
                </a:moveTo>
                <a:lnTo>
                  <a:pt x="387942" y="503913"/>
                </a:lnTo>
                <a:lnTo>
                  <a:pt x="506463" y="503913"/>
                </a:lnTo>
                <a:lnTo>
                  <a:pt x="506463" y="503988"/>
                </a:lnTo>
                <a:lnTo>
                  <a:pt x="608265" y="503988"/>
                </a:lnTo>
                <a:lnTo>
                  <a:pt x="498216" y="610889"/>
                </a:lnTo>
                <a:lnTo>
                  <a:pt x="382768" y="610889"/>
                </a:lnTo>
                <a:lnTo>
                  <a:pt x="384495" y="633302"/>
                </a:lnTo>
                <a:lnTo>
                  <a:pt x="334493" y="557437"/>
                </a:lnTo>
                <a:lnTo>
                  <a:pt x="387942" y="474604"/>
                </a:lnTo>
                <a:moveTo>
                  <a:pt x="75864" y="331418"/>
                </a:moveTo>
                <a:lnTo>
                  <a:pt x="158626" y="384870"/>
                </a:lnTo>
                <a:lnTo>
                  <a:pt x="129314" y="384870"/>
                </a:lnTo>
                <a:lnTo>
                  <a:pt x="129314" y="495741"/>
                </a:lnTo>
                <a:lnTo>
                  <a:pt x="22864" y="495741"/>
                </a:lnTo>
                <a:lnTo>
                  <a:pt x="22415" y="495293"/>
                </a:lnTo>
                <a:lnTo>
                  <a:pt x="22415" y="379696"/>
                </a:lnTo>
                <a:lnTo>
                  <a:pt x="0" y="381420"/>
                </a:lnTo>
                <a:lnTo>
                  <a:pt x="75864" y="331418"/>
                </a:lnTo>
                <a:moveTo>
                  <a:pt x="506836" y="326247"/>
                </a:moveTo>
                <a:lnTo>
                  <a:pt x="615463" y="326247"/>
                </a:lnTo>
                <a:lnTo>
                  <a:pt x="617187" y="495293"/>
                </a:lnTo>
                <a:lnTo>
                  <a:pt x="616809" y="495741"/>
                </a:lnTo>
                <a:lnTo>
                  <a:pt x="506836" y="495741"/>
                </a:lnTo>
                <a:lnTo>
                  <a:pt x="506836" y="326247"/>
                </a:lnTo>
                <a:moveTo>
                  <a:pt x="510286" y="137785"/>
                </a:moveTo>
                <a:lnTo>
                  <a:pt x="616809" y="137785"/>
                </a:lnTo>
                <a:lnTo>
                  <a:pt x="617187" y="138235"/>
                </a:lnTo>
                <a:lnTo>
                  <a:pt x="617187" y="253829"/>
                </a:lnTo>
                <a:lnTo>
                  <a:pt x="639600" y="252105"/>
                </a:lnTo>
                <a:lnTo>
                  <a:pt x="563735" y="302182"/>
                </a:lnTo>
                <a:lnTo>
                  <a:pt x="480974" y="248658"/>
                </a:lnTo>
                <a:lnTo>
                  <a:pt x="510286" y="248658"/>
                </a:lnTo>
                <a:lnTo>
                  <a:pt x="510286" y="137785"/>
                </a:lnTo>
                <a:moveTo>
                  <a:pt x="21890" y="137785"/>
                </a:moveTo>
                <a:lnTo>
                  <a:pt x="132013" y="137785"/>
                </a:lnTo>
                <a:lnTo>
                  <a:pt x="132013" y="307131"/>
                </a:lnTo>
                <a:lnTo>
                  <a:pt x="23389" y="307131"/>
                </a:lnTo>
                <a:lnTo>
                  <a:pt x="21665" y="138085"/>
                </a:lnTo>
                <a:lnTo>
                  <a:pt x="21890" y="137785"/>
                </a:lnTo>
                <a:moveTo>
                  <a:pt x="501664" y="19191"/>
                </a:moveTo>
                <a:lnTo>
                  <a:pt x="608714" y="129539"/>
                </a:lnTo>
                <a:lnTo>
                  <a:pt x="506463" y="129539"/>
                </a:lnTo>
                <a:lnTo>
                  <a:pt x="506463" y="129614"/>
                </a:lnTo>
                <a:lnTo>
                  <a:pt x="332769" y="129614"/>
                </a:lnTo>
                <a:lnTo>
                  <a:pt x="332769" y="20915"/>
                </a:lnTo>
                <a:lnTo>
                  <a:pt x="501664" y="19191"/>
                </a:lnTo>
                <a:moveTo>
                  <a:pt x="254356" y="0"/>
                </a:moveTo>
                <a:lnTo>
                  <a:pt x="304357" y="75939"/>
                </a:lnTo>
                <a:lnTo>
                  <a:pt x="250908" y="158775"/>
                </a:lnTo>
                <a:lnTo>
                  <a:pt x="250908" y="129464"/>
                </a:lnTo>
                <a:lnTo>
                  <a:pt x="132013" y="129464"/>
                </a:lnTo>
                <a:lnTo>
                  <a:pt x="132013" y="129539"/>
                </a:lnTo>
                <a:lnTo>
                  <a:pt x="30436" y="129539"/>
                </a:lnTo>
                <a:lnTo>
                  <a:pt x="140559" y="22489"/>
                </a:lnTo>
                <a:lnTo>
                  <a:pt x="256080" y="22489"/>
                </a:lnTo>
                <a:lnTo>
                  <a:pt x="254356" y="0"/>
                </a:lnTo>
              </a:path>
            </a:pathLst>
          </a:custGeom>
          <a:solidFill>
            <a:schemeClr val="bg1">
              <a:lumMod val="95000"/>
            </a:schemeClr>
          </a:solidFill>
          <a:ln w="2493" cap="flat">
            <a:noFill/>
            <a:prstDash val="solid"/>
            <a:miter/>
          </a:ln>
        </p:spPr>
        <p:txBody>
          <a:bodyPr rtlCol="0" anchor="ctr"/>
          <a:lstStyle/>
          <a:p>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6749144" y="2081163"/>
            <a:ext cx="4740984" cy="109400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542925" y="5629275"/>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总结与讨论</a:t>
            </a:r>
            <a:endParaRPr lang="zh-CN" altLang="en-US" sz="2800" b="1" dirty="0">
              <a:latin typeface="微软雅黑" panose="020B0503020204020204" pitchFamily="34" charset="-122"/>
              <a:ea typeface="微软雅黑" panose="020B0503020204020204" pitchFamily="34" charset="-122"/>
            </a:endParaRPr>
          </a:p>
        </p:txBody>
      </p:sp>
      <p:sp>
        <p:nvSpPr>
          <p:cNvPr id="6" name="文本框 5"/>
          <p:cNvSpPr txBox="1"/>
          <p:nvPr/>
        </p:nvSpPr>
        <p:spPr>
          <a:xfrm>
            <a:off x="542925" y="1657350"/>
            <a:ext cx="1828800" cy="523220"/>
          </a:xfrm>
          <a:prstGeom prst="rect">
            <a:avLst/>
          </a:prstGeom>
          <a:noFill/>
        </p:spPr>
        <p:txBody>
          <a:bodyPr wrap="square" rtlCol="0">
            <a:spAutoFit/>
          </a:bodyPr>
          <a:lstStyle/>
          <a:p>
            <a:r>
              <a:rPr lang="zh-CN" altLang="en-US" sz="2800" b="1" dirty="0">
                <a:solidFill>
                  <a:sysClr val="windowText" lastClr="000000"/>
                </a:solidFill>
                <a:latin typeface="微软雅黑" panose="020B0503020204020204" pitchFamily="34" charset="-122"/>
                <a:ea typeface="微软雅黑" panose="020B0503020204020204" pitchFamily="34" charset="-122"/>
              </a:rPr>
              <a:t>研究背景</a:t>
            </a:r>
            <a:endParaRPr lang="zh-CN" altLang="en-US" sz="2800" b="1" dirty="0">
              <a:solidFill>
                <a:sysClr val="windowText" lastClr="000000"/>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2" y="4532061"/>
            <a:ext cx="2867026" cy="921872"/>
            <a:chOff x="-2" y="1537960"/>
            <a:chExt cx="2867026" cy="921872"/>
          </a:xfrm>
        </p:grpSpPr>
        <p:sp>
          <p:nvSpPr>
            <p:cNvPr id="11" name="矩形 10"/>
            <p:cNvSpPr/>
            <p:nvPr/>
          </p:nvSpPr>
          <p:spPr>
            <a:xfrm>
              <a:off x="-1" y="1537960"/>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直角三角形 11"/>
            <p:cNvSpPr/>
            <p:nvPr/>
          </p:nvSpPr>
          <p:spPr>
            <a:xfrm rot="10800000">
              <a:off x="-2" y="2299960"/>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 name="文本框 13"/>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endParaRPr lang="zh-CN" altLang="en-US" sz="4800" b="1" dirty="0">
              <a:solidFill>
                <a:schemeClr val="accent1"/>
              </a:solidFill>
              <a:latin typeface="微软雅黑" panose="020B0503020204020204" pitchFamily="34" charset="-122"/>
              <a:ea typeface="微软雅黑" panose="020B0503020204020204" pitchFamily="34" charset="-122"/>
            </a:endParaRPr>
          </a:p>
        </p:txBody>
      </p:sp>
      <p:sp>
        <p:nvSpPr>
          <p:cNvPr id="15" name="文本框 14"/>
          <p:cNvSpPr txBox="1"/>
          <p:nvPr/>
        </p:nvSpPr>
        <p:spPr>
          <a:xfrm>
            <a:off x="3979636" y="1520170"/>
            <a:ext cx="2946400" cy="2215991"/>
          </a:xfrm>
          <a:prstGeom prst="rect">
            <a:avLst/>
          </a:prstGeom>
          <a:noFill/>
        </p:spPr>
        <p:txBody>
          <a:bodyPr wrap="square" rtlCol="0">
            <a:spAutoFit/>
          </a:bodyPr>
          <a:lstStyle/>
          <a:p>
            <a:pPr algn="ctr"/>
            <a:r>
              <a:rPr lang="en-US" altLang="zh-CN" sz="13800" b="1" dirty="0">
                <a:solidFill>
                  <a:schemeClr val="accent1"/>
                </a:solidFill>
                <a:latin typeface="微软雅黑" panose="020B0503020204020204" pitchFamily="34" charset="-122"/>
                <a:ea typeface="微软雅黑" panose="020B0503020204020204" pitchFamily="34" charset="-122"/>
              </a:rPr>
              <a:t>04</a:t>
            </a:r>
            <a:endParaRPr lang="zh-CN" altLang="en-US" sz="13800" b="1" dirty="0">
              <a:solidFill>
                <a:schemeClr val="accent1"/>
              </a:solidFill>
              <a:latin typeface="微软雅黑" panose="020B0503020204020204" pitchFamily="34" charset="-122"/>
              <a:ea typeface="微软雅黑" panose="020B0503020204020204" pitchFamily="34" charset="-122"/>
            </a:endParaRPr>
          </a:p>
        </p:txBody>
      </p:sp>
      <p:sp>
        <p:nvSpPr>
          <p:cNvPr id="18" name="文本框 17"/>
          <p:cNvSpPr txBox="1"/>
          <p:nvPr/>
        </p:nvSpPr>
        <p:spPr>
          <a:xfrm>
            <a:off x="7208701" y="2151111"/>
            <a:ext cx="4119335" cy="954107"/>
          </a:xfrm>
          <a:prstGeom prst="rect">
            <a:avLst/>
          </a:prstGeom>
          <a:noFill/>
        </p:spPr>
        <p:txBody>
          <a:bodyPr wrap="square" rtlCol="0">
            <a:spAutoFit/>
          </a:bodyPr>
          <a:lstStyle/>
          <a:p>
            <a:r>
              <a:rPr lang="zh-CN" altLang="en-US" sz="3600" b="1" dirty="0">
                <a:solidFill>
                  <a:schemeClr val="bg1"/>
                </a:solidFill>
              </a:rPr>
              <a:t>结果与分析</a:t>
            </a:r>
            <a:endParaRPr lang="en-US" altLang="zh-CN" sz="3600" b="1" dirty="0">
              <a:solidFill>
                <a:schemeClr val="bg1"/>
              </a:solidFill>
            </a:endParaRPr>
          </a:p>
          <a:p>
            <a:r>
              <a:rPr lang="en-US" altLang="zh-CN" sz="2000" dirty="0">
                <a:solidFill>
                  <a:schemeClr val="bg1"/>
                </a:solidFill>
                <a:latin typeface="微软雅黑" panose="020B0503020204020204" pitchFamily="34" charset="-122"/>
                <a:ea typeface="微软雅黑" panose="020B0503020204020204" pitchFamily="34" charset="-122"/>
              </a:rPr>
              <a:t>Result and Analysis</a:t>
            </a:r>
            <a:endParaRPr lang="en-US" altLang="zh-CN" sz="2000" dirty="0">
              <a:solidFill>
                <a:schemeClr val="bg1"/>
              </a:solidFill>
              <a:latin typeface="微软雅黑" panose="020B0503020204020204" pitchFamily="34" charset="-122"/>
              <a:ea typeface="微软雅黑" panose="020B0503020204020204" pitchFamily="34" charset="-122"/>
            </a:endParaRPr>
          </a:p>
        </p:txBody>
      </p:sp>
      <p:sp>
        <p:nvSpPr>
          <p:cNvPr id="20" name="文本框 19"/>
          <p:cNvSpPr txBox="1"/>
          <p:nvPr/>
        </p:nvSpPr>
        <p:spPr>
          <a:xfrm>
            <a:off x="6571653" y="3629017"/>
            <a:ext cx="4064000" cy="1848711"/>
          </a:xfrm>
          <a:prstGeom prst="rect">
            <a:avLst/>
          </a:prstGeom>
          <a:noFill/>
        </p:spPr>
        <p:txBody>
          <a:bodyPr wrap="square" rtlCol="0">
            <a:spAutoFit/>
          </a:bodyPr>
          <a:lstStyle/>
          <a:p>
            <a:pPr marL="285750" indent="-285750">
              <a:lnSpc>
                <a:spcPts val="35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研究结果</a:t>
            </a:r>
            <a:endParaRPr lang="en-US" altLang="zh-CN" sz="2400" dirty="0">
              <a:latin typeface="微软雅黑" panose="020B0503020204020204" pitchFamily="34" charset="-122"/>
              <a:ea typeface="微软雅黑" panose="020B0503020204020204" pitchFamily="34" charset="-122"/>
            </a:endParaRPr>
          </a:p>
          <a:p>
            <a:pPr marL="285750" indent="-285750">
              <a:lnSpc>
                <a:spcPts val="35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预期对比</a:t>
            </a:r>
            <a:endParaRPr lang="en-US" altLang="zh-CN" sz="2400" dirty="0">
              <a:latin typeface="微软雅黑" panose="020B0503020204020204" pitchFamily="34" charset="-122"/>
              <a:ea typeface="微软雅黑" panose="020B0503020204020204" pitchFamily="34" charset="-122"/>
            </a:endParaRPr>
          </a:p>
          <a:p>
            <a:pPr marL="285750" indent="-285750">
              <a:lnSpc>
                <a:spcPts val="35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数据分析</a:t>
            </a:r>
            <a:endParaRPr lang="en-US" altLang="zh-CN" sz="2400" dirty="0">
              <a:latin typeface="微软雅黑" panose="020B0503020204020204" pitchFamily="34" charset="-122"/>
              <a:ea typeface="微软雅黑" panose="020B0503020204020204" pitchFamily="34" charset="-122"/>
            </a:endParaRPr>
          </a:p>
          <a:p>
            <a:pPr marL="285750" indent="-285750">
              <a:lnSpc>
                <a:spcPts val="3500"/>
              </a:lnSpc>
              <a:buFont typeface="Arial" panose="020B0604020202020204" pitchFamily="34" charset="0"/>
              <a:buChar char="•"/>
            </a:pPr>
            <a:endParaRPr lang="en-US" altLang="zh-CN" sz="2400" dirty="0">
              <a:latin typeface="微软雅黑" panose="020B0503020204020204" pitchFamily="34" charset="-122"/>
              <a:ea typeface="微软雅黑" panose="020B0503020204020204" pitchFamily="34" charset="-122"/>
            </a:endParaRPr>
          </a:p>
        </p:txBody>
      </p:sp>
      <p:grpSp>
        <p:nvGrpSpPr>
          <p:cNvPr id="22" name="组合 21"/>
          <p:cNvGrpSpPr/>
          <p:nvPr/>
        </p:nvGrpSpPr>
        <p:grpSpPr>
          <a:xfrm flipH="1">
            <a:off x="10375900" y="6121400"/>
            <a:ext cx="1282700" cy="421640"/>
            <a:chOff x="495300" y="304800"/>
            <a:chExt cx="1282700" cy="421640"/>
          </a:xfrm>
        </p:grpSpPr>
        <p:sp>
          <p:nvSpPr>
            <p:cNvPr id="23" name="矩形: 圆角 22"/>
            <p:cNvSpPr/>
            <p:nvPr/>
          </p:nvSpPr>
          <p:spPr>
            <a:xfrm>
              <a:off x="495300" y="304800"/>
              <a:ext cx="7920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角 23"/>
            <p:cNvSpPr/>
            <p:nvPr/>
          </p:nvSpPr>
          <p:spPr>
            <a:xfrm>
              <a:off x="495300" y="485140"/>
              <a:ext cx="12827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圆角 24"/>
            <p:cNvSpPr/>
            <p:nvPr/>
          </p:nvSpPr>
          <p:spPr>
            <a:xfrm>
              <a:off x="495300" y="665480"/>
              <a:ext cx="5400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 name="文本框 6"/>
          <p:cNvSpPr txBox="1"/>
          <p:nvPr/>
        </p:nvSpPr>
        <p:spPr>
          <a:xfrm>
            <a:off x="542925" y="2650331"/>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目的与意义</a:t>
            </a:r>
            <a:endParaRPr lang="zh-CN" altLang="en-US" sz="2800" b="1" dirty="0">
              <a:latin typeface="微软雅黑" panose="020B0503020204020204" pitchFamily="34" charset="-122"/>
              <a:ea typeface="微软雅黑" panose="020B0503020204020204" pitchFamily="34" charset="-122"/>
            </a:endParaRPr>
          </a:p>
        </p:txBody>
      </p:sp>
      <p:sp>
        <p:nvSpPr>
          <p:cNvPr id="8" name="文本框 7"/>
          <p:cNvSpPr txBox="1"/>
          <p:nvPr/>
        </p:nvSpPr>
        <p:spPr>
          <a:xfrm>
            <a:off x="542925" y="3643312"/>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方法与过程</a:t>
            </a:r>
            <a:endParaRPr lang="zh-CN" altLang="en-US" sz="2800" b="1" dirty="0">
              <a:latin typeface="微软雅黑" panose="020B0503020204020204" pitchFamily="34" charset="-122"/>
              <a:ea typeface="微软雅黑" panose="020B0503020204020204" pitchFamily="34" charset="-122"/>
            </a:endParaRPr>
          </a:p>
        </p:txBody>
      </p:sp>
      <p:sp>
        <p:nvSpPr>
          <p:cNvPr id="9" name="文本框 8"/>
          <p:cNvSpPr txBox="1"/>
          <p:nvPr/>
        </p:nvSpPr>
        <p:spPr>
          <a:xfrm>
            <a:off x="542925" y="4636293"/>
            <a:ext cx="2019300"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结果与分析</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矩形: 圆角 57"/>
          <p:cNvSpPr/>
          <p:nvPr/>
        </p:nvSpPr>
        <p:spPr>
          <a:xfrm>
            <a:off x="3762159" y="2123155"/>
            <a:ext cx="3190672" cy="1405632"/>
          </a:xfrm>
          <a:prstGeom prst="roundRect">
            <a:avLst>
              <a:gd name="adj" fmla="val 7963"/>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542925" y="5629275"/>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总结与讨论</a:t>
            </a:r>
            <a:endParaRPr lang="zh-CN" altLang="en-US" sz="2800" b="1" dirty="0">
              <a:latin typeface="微软雅黑" panose="020B0503020204020204" pitchFamily="34" charset="-122"/>
              <a:ea typeface="微软雅黑" panose="020B0503020204020204" pitchFamily="34" charset="-122"/>
            </a:endParaRPr>
          </a:p>
        </p:txBody>
      </p:sp>
      <p:sp>
        <p:nvSpPr>
          <p:cNvPr id="6" name="文本框 5"/>
          <p:cNvSpPr txBox="1"/>
          <p:nvPr/>
        </p:nvSpPr>
        <p:spPr>
          <a:xfrm>
            <a:off x="542925" y="1657350"/>
            <a:ext cx="1828800" cy="523220"/>
          </a:xfrm>
          <a:prstGeom prst="rect">
            <a:avLst/>
          </a:prstGeom>
          <a:noFill/>
        </p:spPr>
        <p:txBody>
          <a:bodyPr wrap="square" rtlCol="0">
            <a:spAutoFit/>
          </a:bodyPr>
          <a:lstStyle/>
          <a:p>
            <a:r>
              <a:rPr lang="zh-CN" altLang="en-US" sz="2800" b="1" dirty="0">
                <a:solidFill>
                  <a:sysClr val="windowText" lastClr="000000"/>
                </a:solidFill>
                <a:latin typeface="微软雅黑" panose="020B0503020204020204" pitchFamily="34" charset="-122"/>
                <a:ea typeface="微软雅黑" panose="020B0503020204020204" pitchFamily="34" charset="-122"/>
              </a:rPr>
              <a:t>研究背景</a:t>
            </a:r>
            <a:endParaRPr lang="zh-CN" altLang="en-US" sz="2800" b="1" dirty="0">
              <a:solidFill>
                <a:sysClr val="windowText" lastClr="000000"/>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2" y="4532061"/>
            <a:ext cx="2867026" cy="921872"/>
            <a:chOff x="-2" y="1537960"/>
            <a:chExt cx="2867026" cy="921872"/>
          </a:xfrm>
        </p:grpSpPr>
        <p:sp>
          <p:nvSpPr>
            <p:cNvPr id="11" name="矩形 10"/>
            <p:cNvSpPr/>
            <p:nvPr/>
          </p:nvSpPr>
          <p:spPr>
            <a:xfrm>
              <a:off x="-1" y="1537960"/>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直角三角形 11"/>
            <p:cNvSpPr/>
            <p:nvPr/>
          </p:nvSpPr>
          <p:spPr>
            <a:xfrm rot="10800000">
              <a:off x="-2" y="2299960"/>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 name="文本框 13"/>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endParaRPr lang="zh-CN" altLang="en-US" sz="4800" b="1" dirty="0">
              <a:solidFill>
                <a:schemeClr val="accent1"/>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542925" y="2650331"/>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目的与意义</a:t>
            </a:r>
            <a:endParaRPr lang="zh-CN" altLang="en-US" sz="2800" b="1" dirty="0">
              <a:latin typeface="微软雅黑" panose="020B0503020204020204" pitchFamily="34" charset="-122"/>
              <a:ea typeface="微软雅黑" panose="020B0503020204020204" pitchFamily="34" charset="-122"/>
            </a:endParaRPr>
          </a:p>
        </p:txBody>
      </p:sp>
      <p:sp>
        <p:nvSpPr>
          <p:cNvPr id="8" name="文本框 7"/>
          <p:cNvSpPr txBox="1"/>
          <p:nvPr/>
        </p:nvSpPr>
        <p:spPr>
          <a:xfrm>
            <a:off x="542925" y="3643312"/>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方法与过程</a:t>
            </a:r>
            <a:endParaRPr lang="zh-CN" altLang="en-US" sz="2800" b="1" dirty="0">
              <a:latin typeface="微软雅黑" panose="020B0503020204020204" pitchFamily="34" charset="-122"/>
              <a:ea typeface="微软雅黑" panose="020B0503020204020204" pitchFamily="34" charset="-122"/>
            </a:endParaRPr>
          </a:p>
        </p:txBody>
      </p:sp>
      <p:sp>
        <p:nvSpPr>
          <p:cNvPr id="9" name="文本框 8"/>
          <p:cNvSpPr txBox="1"/>
          <p:nvPr/>
        </p:nvSpPr>
        <p:spPr>
          <a:xfrm>
            <a:off x="542925" y="4636293"/>
            <a:ext cx="2019300"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结果与分析</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5" name="矩形 4"/>
          <p:cNvSpPr/>
          <p:nvPr/>
        </p:nvSpPr>
        <p:spPr>
          <a:xfrm>
            <a:off x="3396996" y="797947"/>
            <a:ext cx="8316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3403600" y="162578"/>
            <a:ext cx="45085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研究结果</a:t>
            </a:r>
            <a:endParaRPr lang="zh-CN" altLang="en-US" sz="2800" b="1" dirty="0">
              <a:latin typeface="微软雅黑" panose="020B0503020204020204" pitchFamily="34" charset="-122"/>
              <a:ea typeface="微软雅黑" panose="020B0503020204020204" pitchFamily="34" charset="-122"/>
            </a:endParaRPr>
          </a:p>
        </p:txBody>
      </p:sp>
      <p:sp>
        <p:nvSpPr>
          <p:cNvPr id="35" name="圆角矩形 15"/>
          <p:cNvSpPr/>
          <p:nvPr/>
        </p:nvSpPr>
        <p:spPr>
          <a:xfrm>
            <a:off x="4642803" y="1240237"/>
            <a:ext cx="1429385" cy="35941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latin typeface="微软雅黑" panose="020B0503020204020204" pitchFamily="34" charset="-122"/>
                <a:ea typeface="微软雅黑" panose="020B0503020204020204" pitchFamily="34" charset="-122"/>
              </a:rPr>
              <a:t>01</a:t>
            </a:r>
            <a:endParaRPr lang="en-US" altLang="zh-CN" dirty="0">
              <a:solidFill>
                <a:schemeClr val="bg1"/>
              </a:solidFill>
              <a:latin typeface="微软雅黑" panose="020B0503020204020204" pitchFamily="34" charset="-122"/>
              <a:ea typeface="微软雅黑" panose="020B0503020204020204" pitchFamily="34" charset="-122"/>
            </a:endParaRPr>
          </a:p>
        </p:txBody>
      </p:sp>
      <p:sp>
        <p:nvSpPr>
          <p:cNvPr id="36" name="对角圆角矩形 1"/>
          <p:cNvSpPr/>
          <p:nvPr/>
        </p:nvSpPr>
        <p:spPr>
          <a:xfrm>
            <a:off x="3599815" y="1084268"/>
            <a:ext cx="3515360" cy="2673119"/>
          </a:xfrm>
          <a:prstGeom prst="round2DiagRect">
            <a:avLst/>
          </a:prstGeom>
          <a:noFill/>
          <a:ln>
            <a:solidFill>
              <a:schemeClr val="accent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文本框 39"/>
          <p:cNvSpPr txBox="1"/>
          <p:nvPr/>
        </p:nvSpPr>
        <p:spPr>
          <a:xfrm>
            <a:off x="4411345" y="1676591"/>
            <a:ext cx="1892300" cy="369332"/>
          </a:xfrm>
          <a:prstGeom prst="rect">
            <a:avLst/>
          </a:prstGeom>
          <a:noFill/>
        </p:spPr>
        <p:txBody>
          <a:bodyPr wrap="square" rtlCol="0">
            <a:spAutoFit/>
          </a:bodyPr>
          <a:lstStyle/>
          <a:p>
            <a:pPr algn="ctr"/>
            <a:r>
              <a:rPr lang="zh-CN" altLang="en-US" b="1" dirty="0"/>
              <a:t>输入标题</a:t>
            </a:r>
            <a:endParaRPr lang="zh-CN" altLang="en-US" b="1" dirty="0"/>
          </a:p>
        </p:txBody>
      </p:sp>
      <p:sp>
        <p:nvSpPr>
          <p:cNvPr id="57" name="文本框 56"/>
          <p:cNvSpPr txBox="1"/>
          <p:nvPr/>
        </p:nvSpPr>
        <p:spPr>
          <a:xfrm>
            <a:off x="3818565" y="2331018"/>
            <a:ext cx="3077859" cy="1015663"/>
          </a:xfrm>
          <a:prstGeom prst="rect">
            <a:avLst/>
          </a:prstGeom>
          <a:noFill/>
        </p:spPr>
        <p:txBody>
          <a:bodyPr wrap="square" rtlCol="0">
            <a:spAutoFit/>
          </a:bodyPr>
          <a:lstStyle/>
          <a:p>
            <a:r>
              <a:rPr lang="zh-CN" altLang="en-US" sz="1200" dirty="0"/>
              <a:t>这里输入正文内容这里输入正文内容这里输入正文内容这里输入正文内容这里输入正文内容这里输入正文内容这里输入正文内容</a:t>
            </a:r>
            <a:endParaRPr lang="zh-CN" altLang="en-US" sz="1200" dirty="0"/>
          </a:p>
          <a:p>
            <a:endParaRPr lang="zh-CN" altLang="en-US" sz="1200" dirty="0"/>
          </a:p>
        </p:txBody>
      </p:sp>
      <p:sp>
        <p:nvSpPr>
          <p:cNvPr id="64" name="矩形: 圆角 63"/>
          <p:cNvSpPr/>
          <p:nvPr/>
        </p:nvSpPr>
        <p:spPr>
          <a:xfrm>
            <a:off x="8168012" y="2123155"/>
            <a:ext cx="3190672" cy="1405632"/>
          </a:xfrm>
          <a:prstGeom prst="roundRect">
            <a:avLst>
              <a:gd name="adj" fmla="val 7963"/>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圆角矩形 15"/>
          <p:cNvSpPr/>
          <p:nvPr/>
        </p:nvSpPr>
        <p:spPr>
          <a:xfrm>
            <a:off x="9048656" y="1240237"/>
            <a:ext cx="1429385" cy="35941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latin typeface="微软雅黑" panose="020B0503020204020204" pitchFamily="34" charset="-122"/>
                <a:ea typeface="微软雅黑" panose="020B0503020204020204" pitchFamily="34" charset="-122"/>
              </a:rPr>
              <a:t>02</a:t>
            </a:r>
            <a:endParaRPr lang="en-US" altLang="zh-CN" dirty="0">
              <a:solidFill>
                <a:schemeClr val="bg1"/>
              </a:solidFill>
              <a:latin typeface="微软雅黑" panose="020B0503020204020204" pitchFamily="34" charset="-122"/>
              <a:ea typeface="微软雅黑" panose="020B0503020204020204" pitchFamily="34" charset="-122"/>
            </a:endParaRPr>
          </a:p>
        </p:txBody>
      </p:sp>
      <p:sp>
        <p:nvSpPr>
          <p:cNvPr id="66" name="对角圆角矩形 1"/>
          <p:cNvSpPr/>
          <p:nvPr/>
        </p:nvSpPr>
        <p:spPr>
          <a:xfrm>
            <a:off x="8005668" y="1084268"/>
            <a:ext cx="3515360" cy="2673119"/>
          </a:xfrm>
          <a:prstGeom prst="round2DiagRect">
            <a:avLst/>
          </a:prstGeom>
          <a:noFill/>
          <a:ln>
            <a:solidFill>
              <a:schemeClr val="accent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文本框 66"/>
          <p:cNvSpPr txBox="1"/>
          <p:nvPr/>
        </p:nvSpPr>
        <p:spPr>
          <a:xfrm>
            <a:off x="8817198" y="1676591"/>
            <a:ext cx="1892300" cy="369332"/>
          </a:xfrm>
          <a:prstGeom prst="rect">
            <a:avLst/>
          </a:prstGeom>
          <a:noFill/>
        </p:spPr>
        <p:txBody>
          <a:bodyPr wrap="square" rtlCol="0">
            <a:spAutoFit/>
          </a:bodyPr>
          <a:lstStyle/>
          <a:p>
            <a:pPr algn="ctr"/>
            <a:r>
              <a:rPr lang="zh-CN" altLang="en-US" b="1" dirty="0"/>
              <a:t>输入标题</a:t>
            </a:r>
            <a:endParaRPr lang="zh-CN" altLang="en-US" b="1" dirty="0"/>
          </a:p>
        </p:txBody>
      </p:sp>
      <p:sp>
        <p:nvSpPr>
          <p:cNvPr id="68" name="文本框 67"/>
          <p:cNvSpPr txBox="1"/>
          <p:nvPr/>
        </p:nvSpPr>
        <p:spPr>
          <a:xfrm>
            <a:off x="8224418" y="2331018"/>
            <a:ext cx="3077859" cy="1015663"/>
          </a:xfrm>
          <a:prstGeom prst="rect">
            <a:avLst/>
          </a:prstGeom>
          <a:noFill/>
        </p:spPr>
        <p:txBody>
          <a:bodyPr wrap="square" rtlCol="0">
            <a:spAutoFit/>
          </a:bodyPr>
          <a:lstStyle/>
          <a:p>
            <a:r>
              <a:rPr lang="zh-CN" altLang="en-US" sz="1200" dirty="0"/>
              <a:t>这里输入正文内容这里输入正文内容这里输入正文内容这里输入正文内容这里输入正文内容这里输入正文内容这里输入正文内容</a:t>
            </a:r>
            <a:endParaRPr lang="zh-CN" altLang="en-US" sz="1200" dirty="0"/>
          </a:p>
          <a:p>
            <a:endParaRPr lang="zh-CN" altLang="en-US" sz="1200" dirty="0"/>
          </a:p>
        </p:txBody>
      </p:sp>
      <p:sp>
        <p:nvSpPr>
          <p:cNvPr id="79" name="矩形: 圆角 78"/>
          <p:cNvSpPr/>
          <p:nvPr/>
        </p:nvSpPr>
        <p:spPr>
          <a:xfrm>
            <a:off x="3762159" y="5024687"/>
            <a:ext cx="3190672" cy="1405632"/>
          </a:xfrm>
          <a:prstGeom prst="roundRect">
            <a:avLst>
              <a:gd name="adj" fmla="val 7963"/>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圆角矩形 15"/>
          <p:cNvSpPr/>
          <p:nvPr/>
        </p:nvSpPr>
        <p:spPr>
          <a:xfrm>
            <a:off x="4642803" y="4141769"/>
            <a:ext cx="1429385" cy="35941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latin typeface="微软雅黑" panose="020B0503020204020204" pitchFamily="34" charset="-122"/>
                <a:ea typeface="微软雅黑" panose="020B0503020204020204" pitchFamily="34" charset="-122"/>
              </a:rPr>
              <a:t>03</a:t>
            </a:r>
            <a:endParaRPr lang="en-US" altLang="zh-CN" dirty="0">
              <a:solidFill>
                <a:schemeClr val="bg1"/>
              </a:solidFill>
              <a:latin typeface="微软雅黑" panose="020B0503020204020204" pitchFamily="34" charset="-122"/>
              <a:ea typeface="微软雅黑" panose="020B0503020204020204" pitchFamily="34" charset="-122"/>
            </a:endParaRPr>
          </a:p>
        </p:txBody>
      </p:sp>
      <p:sp>
        <p:nvSpPr>
          <p:cNvPr id="81" name="对角圆角矩形 1"/>
          <p:cNvSpPr/>
          <p:nvPr/>
        </p:nvSpPr>
        <p:spPr>
          <a:xfrm>
            <a:off x="3599815" y="3985800"/>
            <a:ext cx="3515360" cy="2673119"/>
          </a:xfrm>
          <a:prstGeom prst="round2DiagRect">
            <a:avLst/>
          </a:prstGeom>
          <a:noFill/>
          <a:ln>
            <a:solidFill>
              <a:schemeClr val="accent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文本框 81"/>
          <p:cNvSpPr txBox="1"/>
          <p:nvPr/>
        </p:nvSpPr>
        <p:spPr>
          <a:xfrm>
            <a:off x="4411345" y="4578123"/>
            <a:ext cx="1892300" cy="369332"/>
          </a:xfrm>
          <a:prstGeom prst="rect">
            <a:avLst/>
          </a:prstGeom>
          <a:noFill/>
        </p:spPr>
        <p:txBody>
          <a:bodyPr wrap="square" rtlCol="0">
            <a:spAutoFit/>
          </a:bodyPr>
          <a:lstStyle/>
          <a:p>
            <a:pPr algn="ctr"/>
            <a:r>
              <a:rPr lang="zh-CN" altLang="en-US" b="1" dirty="0"/>
              <a:t>输入标题</a:t>
            </a:r>
            <a:endParaRPr lang="zh-CN" altLang="en-US" b="1" dirty="0"/>
          </a:p>
        </p:txBody>
      </p:sp>
      <p:sp>
        <p:nvSpPr>
          <p:cNvPr id="83" name="文本框 82"/>
          <p:cNvSpPr txBox="1"/>
          <p:nvPr/>
        </p:nvSpPr>
        <p:spPr>
          <a:xfrm>
            <a:off x="3818565" y="5232550"/>
            <a:ext cx="3077859" cy="1015663"/>
          </a:xfrm>
          <a:prstGeom prst="rect">
            <a:avLst/>
          </a:prstGeom>
          <a:noFill/>
        </p:spPr>
        <p:txBody>
          <a:bodyPr wrap="square" rtlCol="0">
            <a:spAutoFit/>
          </a:bodyPr>
          <a:lstStyle/>
          <a:p>
            <a:r>
              <a:rPr lang="zh-CN" altLang="en-US" sz="1200" dirty="0"/>
              <a:t>这里输入正文内容这里输入正文内容这里输入正文内容这里输入正文内容这里输入正文内容这里输入正文内容这里输入正文内容</a:t>
            </a:r>
            <a:endParaRPr lang="zh-CN" altLang="en-US" sz="1200" dirty="0"/>
          </a:p>
          <a:p>
            <a:endParaRPr lang="zh-CN" altLang="en-US" sz="1200" dirty="0"/>
          </a:p>
        </p:txBody>
      </p:sp>
      <p:sp>
        <p:nvSpPr>
          <p:cNvPr id="84" name="矩形: 圆角 83"/>
          <p:cNvSpPr/>
          <p:nvPr/>
        </p:nvSpPr>
        <p:spPr>
          <a:xfrm>
            <a:off x="8168012" y="5024687"/>
            <a:ext cx="3190672" cy="1405632"/>
          </a:xfrm>
          <a:prstGeom prst="roundRect">
            <a:avLst>
              <a:gd name="adj" fmla="val 7963"/>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圆角矩形 15"/>
          <p:cNvSpPr/>
          <p:nvPr/>
        </p:nvSpPr>
        <p:spPr>
          <a:xfrm>
            <a:off x="9048656" y="4141769"/>
            <a:ext cx="1429385" cy="35941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latin typeface="微软雅黑" panose="020B0503020204020204" pitchFamily="34" charset="-122"/>
                <a:ea typeface="微软雅黑" panose="020B0503020204020204" pitchFamily="34" charset="-122"/>
              </a:rPr>
              <a:t>04</a:t>
            </a:r>
            <a:endParaRPr lang="en-US" altLang="zh-CN" dirty="0">
              <a:solidFill>
                <a:schemeClr val="bg1"/>
              </a:solidFill>
              <a:latin typeface="微软雅黑" panose="020B0503020204020204" pitchFamily="34" charset="-122"/>
              <a:ea typeface="微软雅黑" panose="020B0503020204020204" pitchFamily="34" charset="-122"/>
            </a:endParaRPr>
          </a:p>
        </p:txBody>
      </p:sp>
      <p:sp>
        <p:nvSpPr>
          <p:cNvPr id="86" name="对角圆角矩形 1"/>
          <p:cNvSpPr/>
          <p:nvPr/>
        </p:nvSpPr>
        <p:spPr>
          <a:xfrm>
            <a:off x="8005668" y="3985800"/>
            <a:ext cx="3515360" cy="2673119"/>
          </a:xfrm>
          <a:prstGeom prst="round2DiagRect">
            <a:avLst/>
          </a:prstGeom>
          <a:noFill/>
          <a:ln>
            <a:solidFill>
              <a:schemeClr val="accent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文本框 86"/>
          <p:cNvSpPr txBox="1"/>
          <p:nvPr/>
        </p:nvSpPr>
        <p:spPr>
          <a:xfrm>
            <a:off x="8817198" y="4578123"/>
            <a:ext cx="1892300" cy="369332"/>
          </a:xfrm>
          <a:prstGeom prst="rect">
            <a:avLst/>
          </a:prstGeom>
          <a:noFill/>
        </p:spPr>
        <p:txBody>
          <a:bodyPr wrap="square" rtlCol="0">
            <a:spAutoFit/>
          </a:bodyPr>
          <a:lstStyle/>
          <a:p>
            <a:pPr algn="ctr"/>
            <a:r>
              <a:rPr lang="zh-CN" altLang="en-US" b="1" dirty="0"/>
              <a:t>输入标题</a:t>
            </a:r>
            <a:endParaRPr lang="zh-CN" altLang="en-US" b="1" dirty="0"/>
          </a:p>
        </p:txBody>
      </p:sp>
      <p:sp>
        <p:nvSpPr>
          <p:cNvPr id="88" name="文本框 87"/>
          <p:cNvSpPr txBox="1"/>
          <p:nvPr/>
        </p:nvSpPr>
        <p:spPr>
          <a:xfrm>
            <a:off x="8224418" y="5232550"/>
            <a:ext cx="3077859" cy="1015663"/>
          </a:xfrm>
          <a:prstGeom prst="rect">
            <a:avLst/>
          </a:prstGeom>
          <a:noFill/>
        </p:spPr>
        <p:txBody>
          <a:bodyPr wrap="square" rtlCol="0">
            <a:spAutoFit/>
          </a:bodyPr>
          <a:lstStyle/>
          <a:p>
            <a:r>
              <a:rPr lang="zh-CN" altLang="en-US" sz="1200" dirty="0"/>
              <a:t>这里输入正文内容这里输入正文内容这里输入正文内容这里输入正文内容这里输入正文内容这里输入正文内容这里输入正文内容</a:t>
            </a:r>
            <a:endParaRPr lang="zh-CN" altLang="en-US" sz="1200" dirty="0"/>
          </a:p>
          <a:p>
            <a:endParaRPr lang="zh-CN" alt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542925" y="5629275"/>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总结与讨论</a:t>
            </a:r>
            <a:endParaRPr lang="zh-CN" altLang="en-US" sz="2800" b="1" dirty="0">
              <a:latin typeface="微软雅黑" panose="020B0503020204020204" pitchFamily="34" charset="-122"/>
              <a:ea typeface="微软雅黑" panose="020B0503020204020204" pitchFamily="34" charset="-122"/>
            </a:endParaRPr>
          </a:p>
        </p:txBody>
      </p:sp>
      <p:sp>
        <p:nvSpPr>
          <p:cNvPr id="6" name="文本框 5"/>
          <p:cNvSpPr txBox="1"/>
          <p:nvPr/>
        </p:nvSpPr>
        <p:spPr>
          <a:xfrm>
            <a:off x="542925" y="1657350"/>
            <a:ext cx="1828800" cy="523220"/>
          </a:xfrm>
          <a:prstGeom prst="rect">
            <a:avLst/>
          </a:prstGeom>
          <a:noFill/>
        </p:spPr>
        <p:txBody>
          <a:bodyPr wrap="square" rtlCol="0">
            <a:spAutoFit/>
          </a:bodyPr>
          <a:lstStyle/>
          <a:p>
            <a:r>
              <a:rPr lang="zh-CN" altLang="en-US" sz="2800" b="1" dirty="0">
                <a:solidFill>
                  <a:sysClr val="windowText" lastClr="000000"/>
                </a:solidFill>
                <a:latin typeface="微软雅黑" panose="020B0503020204020204" pitchFamily="34" charset="-122"/>
                <a:ea typeface="微软雅黑" panose="020B0503020204020204" pitchFamily="34" charset="-122"/>
              </a:rPr>
              <a:t>研究背景</a:t>
            </a:r>
            <a:endParaRPr lang="zh-CN" altLang="en-US" sz="2800" b="1" dirty="0">
              <a:solidFill>
                <a:sysClr val="windowText" lastClr="000000"/>
              </a:solidFill>
              <a:latin typeface="微软雅黑" panose="020B0503020204020204" pitchFamily="34" charset="-122"/>
              <a:ea typeface="微软雅黑" panose="020B0503020204020204" pitchFamily="34" charset="-122"/>
            </a:endParaRPr>
          </a:p>
        </p:txBody>
      </p:sp>
      <p:sp>
        <p:nvSpPr>
          <p:cNvPr id="11" name="矩形 10"/>
          <p:cNvSpPr/>
          <p:nvPr/>
        </p:nvSpPr>
        <p:spPr>
          <a:xfrm>
            <a:off x="-1" y="4532061"/>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直角三角形 11"/>
          <p:cNvSpPr/>
          <p:nvPr/>
        </p:nvSpPr>
        <p:spPr>
          <a:xfrm rot="10800000">
            <a:off x="-2" y="5294061"/>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endParaRPr lang="zh-CN" altLang="en-US" sz="4800" b="1" dirty="0">
              <a:solidFill>
                <a:schemeClr val="accent1"/>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542925" y="2650331"/>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目的与意义</a:t>
            </a:r>
            <a:endParaRPr lang="zh-CN" altLang="en-US" sz="2800" b="1" dirty="0">
              <a:latin typeface="微软雅黑" panose="020B0503020204020204" pitchFamily="34" charset="-122"/>
              <a:ea typeface="微软雅黑" panose="020B0503020204020204" pitchFamily="34" charset="-122"/>
            </a:endParaRPr>
          </a:p>
        </p:txBody>
      </p:sp>
      <p:sp>
        <p:nvSpPr>
          <p:cNvPr id="8" name="文本框 7"/>
          <p:cNvSpPr txBox="1"/>
          <p:nvPr/>
        </p:nvSpPr>
        <p:spPr>
          <a:xfrm>
            <a:off x="542925" y="3643312"/>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方法与过程</a:t>
            </a:r>
            <a:endParaRPr lang="zh-CN" altLang="en-US" sz="2800" b="1" dirty="0">
              <a:latin typeface="微软雅黑" panose="020B0503020204020204" pitchFamily="34" charset="-122"/>
              <a:ea typeface="微软雅黑" panose="020B0503020204020204" pitchFamily="34" charset="-122"/>
            </a:endParaRPr>
          </a:p>
        </p:txBody>
      </p:sp>
      <p:sp>
        <p:nvSpPr>
          <p:cNvPr id="9" name="文本框 8"/>
          <p:cNvSpPr txBox="1"/>
          <p:nvPr/>
        </p:nvSpPr>
        <p:spPr>
          <a:xfrm>
            <a:off x="542925" y="4636293"/>
            <a:ext cx="2019300"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结果与分析</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5" name="矩形 4"/>
          <p:cNvSpPr/>
          <p:nvPr/>
        </p:nvSpPr>
        <p:spPr>
          <a:xfrm>
            <a:off x="3396996" y="797947"/>
            <a:ext cx="8316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3403600" y="162578"/>
            <a:ext cx="45085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预期对比</a:t>
            </a:r>
            <a:endParaRPr lang="zh-CN" altLang="en-US" sz="2800" b="1" dirty="0">
              <a:latin typeface="微软雅黑" panose="020B0503020204020204" pitchFamily="34" charset="-122"/>
              <a:ea typeface="微软雅黑" panose="020B0503020204020204" pitchFamily="34" charset="-122"/>
            </a:endParaRPr>
          </a:p>
        </p:txBody>
      </p:sp>
      <p:sp>
        <p:nvSpPr>
          <p:cNvPr id="13" name="椭圆 12"/>
          <p:cNvSpPr/>
          <p:nvPr/>
        </p:nvSpPr>
        <p:spPr>
          <a:xfrm>
            <a:off x="6347039" y="2055955"/>
            <a:ext cx="2513391" cy="2513391"/>
          </a:xfrm>
          <a:prstGeom prst="ellipse">
            <a:avLst/>
          </a:prstGeom>
          <a:solidFill>
            <a:schemeClr val="accent1">
              <a:lumMod val="20000"/>
              <a:lumOff val="80000"/>
              <a:alpha val="20000"/>
            </a:schemeClr>
          </a:solidFill>
          <a:ln>
            <a:noFill/>
          </a:ln>
          <a:effectLst>
            <a:outerShdw blurRad="254000" sx="102000" sy="102000" algn="ctr" rotWithShape="0">
              <a:schemeClr val="accent1">
                <a:lumMod val="20000"/>
                <a:lumOff val="8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a:latin typeface="+mn-ea"/>
            </a:endParaRPr>
          </a:p>
        </p:txBody>
      </p:sp>
      <p:sp>
        <p:nvSpPr>
          <p:cNvPr id="15" name="任意多边形: 形状 14"/>
          <p:cNvSpPr/>
          <p:nvPr/>
        </p:nvSpPr>
        <p:spPr>
          <a:xfrm>
            <a:off x="6543647" y="2253472"/>
            <a:ext cx="1338642" cy="2034228"/>
          </a:xfrm>
          <a:custGeom>
            <a:avLst/>
            <a:gdLst>
              <a:gd name="connsiteX0" fmla="*/ 1064895 w 1338642"/>
              <a:gd name="connsiteY0" fmla="*/ 0 h 2034228"/>
              <a:gd name="connsiteX1" fmla="*/ 1279508 w 1338642"/>
              <a:gd name="connsiteY1" fmla="*/ 21635 h 2034228"/>
              <a:gd name="connsiteX2" fmla="*/ 1338642 w 1338642"/>
              <a:gd name="connsiteY2" fmla="*/ 36840 h 2034228"/>
              <a:gd name="connsiteX3" fmla="*/ 625734 w 1338642"/>
              <a:gd name="connsiteY3" fmla="*/ 2034228 h 2034228"/>
              <a:gd name="connsiteX4" fmla="*/ 557303 w 1338642"/>
              <a:gd name="connsiteY4" fmla="*/ 2001263 h 2034228"/>
              <a:gd name="connsiteX5" fmla="*/ 0 w 1338642"/>
              <a:gd name="connsiteY5" fmla="*/ 1064895 h 2034228"/>
              <a:gd name="connsiteX6" fmla="*/ 1064895 w 1338642"/>
              <a:gd name="connsiteY6" fmla="*/ 0 h 2034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38642" h="2034228">
                <a:moveTo>
                  <a:pt x="1064895" y="0"/>
                </a:moveTo>
                <a:cubicBezTo>
                  <a:pt x="1138411" y="0"/>
                  <a:pt x="1210187" y="7450"/>
                  <a:pt x="1279508" y="21635"/>
                </a:cubicBezTo>
                <a:lnTo>
                  <a:pt x="1338642" y="36840"/>
                </a:lnTo>
                <a:lnTo>
                  <a:pt x="625734" y="2034228"/>
                </a:lnTo>
                <a:lnTo>
                  <a:pt x="557303" y="2001263"/>
                </a:lnTo>
                <a:cubicBezTo>
                  <a:pt x="225349" y="1820934"/>
                  <a:pt x="0" y="1469231"/>
                  <a:pt x="0" y="1064895"/>
                </a:cubicBezTo>
                <a:cubicBezTo>
                  <a:pt x="0" y="476770"/>
                  <a:pt x="476770" y="0"/>
                  <a:pt x="1064895" y="0"/>
                </a:cubicBezTo>
                <a:close/>
              </a:path>
            </a:pathLst>
          </a:cu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a:p>
        </p:txBody>
      </p:sp>
      <p:sp>
        <p:nvSpPr>
          <p:cNvPr id="17" name="任意多边形: 形状 16"/>
          <p:cNvSpPr/>
          <p:nvPr/>
        </p:nvSpPr>
        <p:spPr>
          <a:xfrm>
            <a:off x="7313915" y="2339664"/>
            <a:ext cx="1359522" cy="2043598"/>
          </a:xfrm>
          <a:custGeom>
            <a:avLst/>
            <a:gdLst>
              <a:gd name="connsiteX0" fmla="*/ 714336 w 1359522"/>
              <a:gd name="connsiteY0" fmla="*/ 0 h 2043598"/>
              <a:gd name="connsiteX1" fmla="*/ 802219 w 1359522"/>
              <a:gd name="connsiteY1" fmla="*/ 42335 h 2043598"/>
              <a:gd name="connsiteX2" fmla="*/ 1359522 w 1359522"/>
              <a:gd name="connsiteY2" fmla="*/ 978703 h 2043598"/>
              <a:gd name="connsiteX3" fmla="*/ 294627 w 1359522"/>
              <a:gd name="connsiteY3" fmla="*/ 2043598 h 2043598"/>
              <a:gd name="connsiteX4" fmla="*/ 80014 w 1359522"/>
              <a:gd name="connsiteY4" fmla="*/ 2021963 h 2043598"/>
              <a:gd name="connsiteX5" fmla="*/ 0 w 1359522"/>
              <a:gd name="connsiteY5" fmla="*/ 2001389 h 2043598"/>
              <a:gd name="connsiteX6" fmla="*/ 714336 w 1359522"/>
              <a:gd name="connsiteY6" fmla="*/ 0 h 2043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59522" h="2043598">
                <a:moveTo>
                  <a:pt x="714336" y="0"/>
                </a:moveTo>
                <a:lnTo>
                  <a:pt x="802219" y="42335"/>
                </a:lnTo>
                <a:cubicBezTo>
                  <a:pt x="1134174" y="222664"/>
                  <a:pt x="1359522" y="574367"/>
                  <a:pt x="1359522" y="978703"/>
                </a:cubicBezTo>
                <a:cubicBezTo>
                  <a:pt x="1359522" y="1566828"/>
                  <a:pt x="882752" y="2043598"/>
                  <a:pt x="294627" y="2043598"/>
                </a:cubicBezTo>
                <a:cubicBezTo>
                  <a:pt x="221112" y="2043598"/>
                  <a:pt x="149336" y="2036149"/>
                  <a:pt x="80014" y="2021963"/>
                </a:cubicBezTo>
                <a:lnTo>
                  <a:pt x="0" y="2001389"/>
                </a:lnTo>
                <a:lnTo>
                  <a:pt x="714336" y="0"/>
                </a:lnTo>
                <a:close/>
              </a:path>
            </a:pathLst>
          </a:cu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a:p>
        </p:txBody>
      </p:sp>
      <p:sp>
        <p:nvSpPr>
          <p:cNvPr id="18" name="椭圆 17"/>
          <p:cNvSpPr/>
          <p:nvPr/>
        </p:nvSpPr>
        <p:spPr>
          <a:xfrm>
            <a:off x="7214554" y="2881405"/>
            <a:ext cx="778362" cy="778362"/>
          </a:xfrm>
          <a:prstGeom prst="ellipse">
            <a:avLst/>
          </a:prstGeom>
          <a:solidFill>
            <a:schemeClr val="accent1">
              <a:lumMod val="60000"/>
              <a:lumOff val="40000"/>
            </a:schemeClr>
          </a:solidFill>
          <a:ln>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2000" b="1" dirty="0">
                <a:latin typeface="+mn-ea"/>
              </a:rPr>
              <a:t>VS</a:t>
            </a:r>
            <a:endParaRPr lang="zh-CN" altLang="en-US" sz="2000" b="1" dirty="0">
              <a:latin typeface="+mn-ea"/>
            </a:endParaRPr>
          </a:p>
        </p:txBody>
      </p:sp>
      <p:sp>
        <p:nvSpPr>
          <p:cNvPr id="21" name="弧形 20"/>
          <p:cNvSpPr/>
          <p:nvPr/>
        </p:nvSpPr>
        <p:spPr>
          <a:xfrm>
            <a:off x="6438543" y="2142650"/>
            <a:ext cx="2340000" cy="2340000"/>
          </a:xfrm>
          <a:prstGeom prst="arc">
            <a:avLst/>
          </a:prstGeom>
          <a:ln>
            <a:gradFill>
              <a:gsLst>
                <a:gs pos="0">
                  <a:schemeClr val="accent1"/>
                </a:gs>
                <a:gs pos="100000">
                  <a:schemeClr val="accent1">
                    <a:lumMod val="20000"/>
                    <a:lumOff val="80000"/>
                  </a:schemeClr>
                </a:gs>
              </a:gsLst>
              <a:lin ang="5400000" scaled="1"/>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2" name="弧形 21"/>
          <p:cNvSpPr/>
          <p:nvPr/>
        </p:nvSpPr>
        <p:spPr>
          <a:xfrm>
            <a:off x="6433028" y="2142650"/>
            <a:ext cx="2340000" cy="2340000"/>
          </a:xfrm>
          <a:prstGeom prst="arc">
            <a:avLst>
              <a:gd name="adj1" fmla="val 5862385"/>
              <a:gd name="adj2" fmla="val 10858676"/>
            </a:avLst>
          </a:prstGeom>
          <a:ln>
            <a:gradFill>
              <a:gsLst>
                <a:gs pos="0">
                  <a:schemeClr val="accent1">
                    <a:lumMod val="20000"/>
                    <a:lumOff val="80000"/>
                  </a:schemeClr>
                </a:gs>
                <a:gs pos="100000">
                  <a:schemeClr val="accent1"/>
                </a:gs>
              </a:gsLst>
              <a:lin ang="5400000" scaled="1"/>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3" name="文本框 22"/>
          <p:cNvSpPr txBox="1"/>
          <p:nvPr/>
        </p:nvSpPr>
        <p:spPr>
          <a:xfrm>
            <a:off x="6765478" y="2811564"/>
            <a:ext cx="338449" cy="646331"/>
          </a:xfrm>
          <a:prstGeom prst="rect">
            <a:avLst/>
          </a:prstGeom>
          <a:noFill/>
        </p:spPr>
        <p:txBody>
          <a:bodyPr wrap="square" rtlCol="0">
            <a:spAutoFit/>
          </a:bodyPr>
          <a:lstStyle/>
          <a:p>
            <a:pPr algn="ctr"/>
            <a:r>
              <a:rPr lang="zh-CN" altLang="en-US" dirty="0">
                <a:solidFill>
                  <a:schemeClr val="bg1"/>
                </a:solidFill>
              </a:rPr>
              <a:t>预期</a:t>
            </a:r>
            <a:endParaRPr lang="zh-CN" altLang="en-US" dirty="0">
              <a:solidFill>
                <a:schemeClr val="bg1"/>
              </a:solidFill>
            </a:endParaRPr>
          </a:p>
        </p:txBody>
      </p:sp>
      <p:sp>
        <p:nvSpPr>
          <p:cNvPr id="24" name="文本框 23"/>
          <p:cNvSpPr txBox="1"/>
          <p:nvPr/>
        </p:nvSpPr>
        <p:spPr>
          <a:xfrm>
            <a:off x="8092277" y="3263900"/>
            <a:ext cx="338449" cy="646331"/>
          </a:xfrm>
          <a:prstGeom prst="rect">
            <a:avLst/>
          </a:prstGeom>
          <a:noFill/>
        </p:spPr>
        <p:txBody>
          <a:bodyPr wrap="square" rtlCol="0">
            <a:spAutoFit/>
          </a:bodyPr>
          <a:lstStyle/>
          <a:p>
            <a:pPr algn="ctr"/>
            <a:r>
              <a:rPr lang="zh-CN" altLang="en-US" dirty="0">
                <a:solidFill>
                  <a:schemeClr val="bg1"/>
                </a:solidFill>
              </a:rPr>
              <a:t>实际</a:t>
            </a:r>
            <a:endParaRPr lang="zh-CN" altLang="en-US" dirty="0">
              <a:solidFill>
                <a:schemeClr val="bg1"/>
              </a:solidFill>
            </a:endParaRPr>
          </a:p>
        </p:txBody>
      </p:sp>
      <p:sp>
        <p:nvSpPr>
          <p:cNvPr id="25" name="任意多边形: 形状 24"/>
          <p:cNvSpPr/>
          <p:nvPr/>
        </p:nvSpPr>
        <p:spPr>
          <a:xfrm>
            <a:off x="3244045" y="1258557"/>
            <a:ext cx="3822139" cy="4010685"/>
          </a:xfrm>
          <a:custGeom>
            <a:avLst/>
            <a:gdLst>
              <a:gd name="connsiteX0" fmla="*/ 247963 w 3822139"/>
              <a:gd name="connsiteY0" fmla="*/ 0 h 4010685"/>
              <a:gd name="connsiteX1" fmla="*/ 3553395 w 3822139"/>
              <a:gd name="connsiteY1" fmla="*/ 10391 h 4010685"/>
              <a:gd name="connsiteX2" fmla="*/ 3822139 w 3822139"/>
              <a:gd name="connsiteY2" fmla="*/ 383045 h 4010685"/>
              <a:gd name="connsiteX3" fmla="*/ 3794734 w 3822139"/>
              <a:gd name="connsiteY3" fmla="*/ 694211 h 4010685"/>
              <a:gd name="connsiteX4" fmla="*/ 3784853 w 3822139"/>
              <a:gd name="connsiteY4" fmla="*/ 806347 h 4010685"/>
              <a:gd name="connsiteX5" fmla="*/ 3711368 w 3822139"/>
              <a:gd name="connsiteY5" fmla="*/ 833243 h 4010685"/>
              <a:gd name="connsiteX6" fmla="*/ 2934449 w 3822139"/>
              <a:gd name="connsiteY6" fmla="*/ 2005342 h 4010685"/>
              <a:gd name="connsiteX7" fmla="*/ 3600172 w 3822139"/>
              <a:gd name="connsiteY7" fmla="*/ 3123875 h 4010685"/>
              <a:gd name="connsiteX8" fmla="*/ 3602129 w 3822139"/>
              <a:gd name="connsiteY8" fmla="*/ 3124818 h 4010685"/>
              <a:gd name="connsiteX9" fmla="*/ 3597819 w 3822139"/>
              <a:gd name="connsiteY9" fmla="*/ 3180175 h 4010685"/>
              <a:gd name="connsiteX10" fmla="*/ 3551976 w 3822139"/>
              <a:gd name="connsiteY10" fmla="*/ 3762722 h 4010685"/>
              <a:gd name="connsiteX11" fmla="*/ 3304013 w 3822139"/>
              <a:gd name="connsiteY11" fmla="*/ 4010685 h 4010685"/>
              <a:gd name="connsiteX12" fmla="*/ 247963 w 3822139"/>
              <a:gd name="connsiteY12" fmla="*/ 4010685 h 4010685"/>
              <a:gd name="connsiteX13" fmla="*/ 0 w 3822139"/>
              <a:gd name="connsiteY13" fmla="*/ 3762722 h 4010685"/>
              <a:gd name="connsiteX14" fmla="*/ 0 w 3822139"/>
              <a:gd name="connsiteY14" fmla="*/ 247963 h 4010685"/>
              <a:gd name="connsiteX15" fmla="*/ 247963 w 3822139"/>
              <a:gd name="connsiteY15" fmla="*/ 0 h 4010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822139" h="4010685">
                <a:moveTo>
                  <a:pt x="247963" y="0"/>
                </a:moveTo>
                <a:lnTo>
                  <a:pt x="3553395" y="10391"/>
                </a:lnTo>
                <a:cubicBezTo>
                  <a:pt x="3794250" y="51955"/>
                  <a:pt x="3822139" y="246099"/>
                  <a:pt x="3822139" y="383045"/>
                </a:cubicBezTo>
                <a:cubicBezTo>
                  <a:pt x="3812398" y="493692"/>
                  <a:pt x="3803275" y="597267"/>
                  <a:pt x="3794734" y="694211"/>
                </a:cubicBezTo>
                <a:lnTo>
                  <a:pt x="3784853" y="806347"/>
                </a:lnTo>
                <a:lnTo>
                  <a:pt x="3711368" y="833243"/>
                </a:lnTo>
                <a:cubicBezTo>
                  <a:pt x="3254805" y="1026353"/>
                  <a:pt x="2934449" y="1478436"/>
                  <a:pt x="2934449" y="2005342"/>
                </a:cubicBezTo>
                <a:cubicBezTo>
                  <a:pt x="2934449" y="2488340"/>
                  <a:pt x="3203637" y="2908465"/>
                  <a:pt x="3600172" y="3123875"/>
                </a:cubicBezTo>
                <a:lnTo>
                  <a:pt x="3602129" y="3124818"/>
                </a:lnTo>
                <a:lnTo>
                  <a:pt x="3597819" y="3180175"/>
                </a:lnTo>
                <a:cubicBezTo>
                  <a:pt x="3584691" y="3348424"/>
                  <a:pt x="3569511" y="3541428"/>
                  <a:pt x="3551976" y="3762722"/>
                </a:cubicBezTo>
                <a:cubicBezTo>
                  <a:pt x="3551976" y="3899668"/>
                  <a:pt x="3440959" y="4010685"/>
                  <a:pt x="3304013" y="4010685"/>
                </a:cubicBezTo>
                <a:lnTo>
                  <a:pt x="247963" y="4010685"/>
                </a:lnTo>
                <a:cubicBezTo>
                  <a:pt x="111017" y="4010685"/>
                  <a:pt x="0" y="3899668"/>
                  <a:pt x="0" y="3762722"/>
                </a:cubicBezTo>
                <a:lnTo>
                  <a:pt x="0" y="247963"/>
                </a:lnTo>
                <a:cubicBezTo>
                  <a:pt x="0" y="111017"/>
                  <a:pt x="111017" y="0"/>
                  <a:pt x="247963" y="0"/>
                </a:cubicBezTo>
                <a:close/>
              </a:path>
            </a:pathLst>
          </a:custGeom>
          <a:solidFill>
            <a:schemeClr val="accent1">
              <a:lumMod val="20000"/>
              <a:lumOff val="80000"/>
              <a:alpha val="5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a:p>
        </p:txBody>
      </p:sp>
      <p:sp>
        <p:nvSpPr>
          <p:cNvPr id="27" name="任意多边形: 形状 26"/>
          <p:cNvSpPr/>
          <p:nvPr/>
        </p:nvSpPr>
        <p:spPr>
          <a:xfrm>
            <a:off x="8082395" y="1258556"/>
            <a:ext cx="3822139" cy="4010685"/>
          </a:xfrm>
          <a:custGeom>
            <a:avLst/>
            <a:gdLst>
              <a:gd name="connsiteX0" fmla="*/ 518126 w 3822139"/>
              <a:gd name="connsiteY0" fmla="*/ 0 h 4010685"/>
              <a:gd name="connsiteX1" fmla="*/ 3574176 w 3822139"/>
              <a:gd name="connsiteY1" fmla="*/ 0 h 4010685"/>
              <a:gd name="connsiteX2" fmla="*/ 3822139 w 3822139"/>
              <a:gd name="connsiteY2" fmla="*/ 247963 h 4010685"/>
              <a:gd name="connsiteX3" fmla="*/ 3822139 w 3822139"/>
              <a:gd name="connsiteY3" fmla="*/ 3762722 h 4010685"/>
              <a:gd name="connsiteX4" fmla="*/ 3574176 w 3822139"/>
              <a:gd name="connsiteY4" fmla="*/ 4010685 h 4010685"/>
              <a:gd name="connsiteX5" fmla="*/ 268744 w 3822139"/>
              <a:gd name="connsiteY5" fmla="*/ 4000294 h 4010685"/>
              <a:gd name="connsiteX6" fmla="*/ 0 w 3822139"/>
              <a:gd name="connsiteY6" fmla="*/ 3627640 h 4010685"/>
              <a:gd name="connsiteX7" fmla="*/ 27405 w 3822139"/>
              <a:gd name="connsiteY7" fmla="*/ 3316474 h 4010685"/>
              <a:gd name="connsiteX8" fmla="*/ 37287 w 3822139"/>
              <a:gd name="connsiteY8" fmla="*/ 3204337 h 4010685"/>
              <a:gd name="connsiteX9" fmla="*/ 110772 w 3822139"/>
              <a:gd name="connsiteY9" fmla="*/ 3177441 h 4010685"/>
              <a:gd name="connsiteX10" fmla="*/ 887691 w 3822139"/>
              <a:gd name="connsiteY10" fmla="*/ 2005342 h 4010685"/>
              <a:gd name="connsiteX11" fmla="*/ 221968 w 3822139"/>
              <a:gd name="connsiteY11" fmla="*/ 886809 h 4010685"/>
              <a:gd name="connsiteX12" fmla="*/ 220011 w 3822139"/>
              <a:gd name="connsiteY12" fmla="*/ 885866 h 4010685"/>
              <a:gd name="connsiteX13" fmla="*/ 224320 w 3822139"/>
              <a:gd name="connsiteY13" fmla="*/ 830510 h 4010685"/>
              <a:gd name="connsiteX14" fmla="*/ 270163 w 3822139"/>
              <a:gd name="connsiteY14" fmla="*/ 247963 h 4010685"/>
              <a:gd name="connsiteX15" fmla="*/ 518126 w 3822139"/>
              <a:gd name="connsiteY15" fmla="*/ 0 h 4010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822139" h="4010685">
                <a:moveTo>
                  <a:pt x="518126" y="0"/>
                </a:moveTo>
                <a:lnTo>
                  <a:pt x="3574176" y="0"/>
                </a:lnTo>
                <a:cubicBezTo>
                  <a:pt x="3711122" y="0"/>
                  <a:pt x="3822139" y="111017"/>
                  <a:pt x="3822139" y="247963"/>
                </a:cubicBezTo>
                <a:lnTo>
                  <a:pt x="3822139" y="3762722"/>
                </a:lnTo>
                <a:cubicBezTo>
                  <a:pt x="3822139" y="3899668"/>
                  <a:pt x="3711122" y="4010685"/>
                  <a:pt x="3574176" y="4010685"/>
                </a:cubicBezTo>
                <a:lnTo>
                  <a:pt x="268744" y="4000294"/>
                </a:lnTo>
                <a:cubicBezTo>
                  <a:pt x="27889" y="3958730"/>
                  <a:pt x="0" y="3764586"/>
                  <a:pt x="0" y="3627640"/>
                </a:cubicBezTo>
                <a:cubicBezTo>
                  <a:pt x="9742" y="3516993"/>
                  <a:pt x="18864" y="3413418"/>
                  <a:pt x="27405" y="3316474"/>
                </a:cubicBezTo>
                <a:lnTo>
                  <a:pt x="37287" y="3204337"/>
                </a:lnTo>
                <a:lnTo>
                  <a:pt x="110772" y="3177441"/>
                </a:lnTo>
                <a:cubicBezTo>
                  <a:pt x="567335" y="2984331"/>
                  <a:pt x="887691" y="2532249"/>
                  <a:pt x="887691" y="2005342"/>
                </a:cubicBezTo>
                <a:cubicBezTo>
                  <a:pt x="887691" y="1522345"/>
                  <a:pt x="618503" y="1102220"/>
                  <a:pt x="221968" y="886809"/>
                </a:cubicBezTo>
                <a:lnTo>
                  <a:pt x="220011" y="885866"/>
                </a:lnTo>
                <a:lnTo>
                  <a:pt x="224320" y="830510"/>
                </a:lnTo>
                <a:cubicBezTo>
                  <a:pt x="237448" y="662261"/>
                  <a:pt x="252629" y="469258"/>
                  <a:pt x="270163" y="247963"/>
                </a:cubicBezTo>
                <a:cubicBezTo>
                  <a:pt x="270163" y="111017"/>
                  <a:pt x="381180" y="0"/>
                  <a:pt x="518126" y="0"/>
                </a:cubicBezTo>
                <a:close/>
              </a:path>
            </a:pathLst>
          </a:custGeom>
          <a:solidFill>
            <a:schemeClr val="accent1">
              <a:lumMod val="20000"/>
              <a:lumOff val="80000"/>
              <a:alpha val="5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a:p>
        </p:txBody>
      </p:sp>
      <p:sp>
        <p:nvSpPr>
          <p:cNvPr id="28" name="矩形 27"/>
          <p:cNvSpPr/>
          <p:nvPr/>
        </p:nvSpPr>
        <p:spPr>
          <a:xfrm>
            <a:off x="3422510" y="1489636"/>
            <a:ext cx="1732604" cy="34046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t>输入对比类型一</a:t>
            </a:r>
            <a:endParaRPr lang="zh-CN" altLang="en-US" sz="1600" dirty="0"/>
          </a:p>
        </p:txBody>
      </p:sp>
      <p:sp>
        <p:nvSpPr>
          <p:cNvPr id="30" name="矩形 29"/>
          <p:cNvSpPr/>
          <p:nvPr/>
        </p:nvSpPr>
        <p:spPr>
          <a:xfrm>
            <a:off x="9925653" y="1489636"/>
            <a:ext cx="1732604" cy="34046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t>输入对比类型一</a:t>
            </a:r>
            <a:endParaRPr lang="zh-CN" altLang="en-US" sz="1600" dirty="0"/>
          </a:p>
        </p:txBody>
      </p:sp>
      <p:sp>
        <p:nvSpPr>
          <p:cNvPr id="31" name="文本框 30"/>
          <p:cNvSpPr txBox="1"/>
          <p:nvPr/>
        </p:nvSpPr>
        <p:spPr>
          <a:xfrm>
            <a:off x="3492182" y="1896335"/>
            <a:ext cx="2654703" cy="738664"/>
          </a:xfrm>
          <a:prstGeom prst="rect">
            <a:avLst/>
          </a:prstGeom>
          <a:noFill/>
        </p:spPr>
        <p:txBody>
          <a:bodyPr wrap="square" rtlCol="0">
            <a:spAutoFit/>
          </a:bodyPr>
          <a:lstStyle/>
          <a:p>
            <a:r>
              <a:rPr lang="zh-CN" altLang="en-US" sz="1400" dirty="0"/>
              <a:t>输入预期结果内容输入预期结果内容输入预期结果内容输入预期结果内容</a:t>
            </a:r>
            <a:endParaRPr lang="zh-CN" altLang="en-US" sz="1400" dirty="0"/>
          </a:p>
        </p:txBody>
      </p:sp>
      <p:sp>
        <p:nvSpPr>
          <p:cNvPr id="32" name="矩形 31"/>
          <p:cNvSpPr/>
          <p:nvPr/>
        </p:nvSpPr>
        <p:spPr>
          <a:xfrm>
            <a:off x="3403600" y="2711171"/>
            <a:ext cx="1732604" cy="34046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t>输入对比类型二</a:t>
            </a:r>
            <a:endParaRPr lang="zh-CN" altLang="en-US" sz="1600" dirty="0"/>
          </a:p>
        </p:txBody>
      </p:sp>
      <p:sp>
        <p:nvSpPr>
          <p:cNvPr id="33" name="文本框 32"/>
          <p:cNvSpPr txBox="1"/>
          <p:nvPr/>
        </p:nvSpPr>
        <p:spPr>
          <a:xfrm>
            <a:off x="3473272" y="3117870"/>
            <a:ext cx="2654703" cy="738664"/>
          </a:xfrm>
          <a:prstGeom prst="rect">
            <a:avLst/>
          </a:prstGeom>
          <a:noFill/>
        </p:spPr>
        <p:txBody>
          <a:bodyPr wrap="square" rtlCol="0">
            <a:spAutoFit/>
          </a:bodyPr>
          <a:lstStyle/>
          <a:p>
            <a:r>
              <a:rPr lang="zh-CN" altLang="en-US" sz="1400" dirty="0"/>
              <a:t>输入预期结果内容输入预期结果内容输入预期结果内容输入预期结果内容</a:t>
            </a:r>
            <a:endParaRPr lang="zh-CN" altLang="en-US" sz="1400" dirty="0"/>
          </a:p>
        </p:txBody>
      </p:sp>
      <p:sp>
        <p:nvSpPr>
          <p:cNvPr id="34" name="矩形 33"/>
          <p:cNvSpPr/>
          <p:nvPr/>
        </p:nvSpPr>
        <p:spPr>
          <a:xfrm>
            <a:off x="3391741" y="3963510"/>
            <a:ext cx="1732604" cy="34046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t>输入对比类型三</a:t>
            </a:r>
            <a:endParaRPr lang="zh-CN" altLang="en-US" sz="1600" dirty="0"/>
          </a:p>
        </p:txBody>
      </p:sp>
      <p:sp>
        <p:nvSpPr>
          <p:cNvPr id="35" name="文本框 34"/>
          <p:cNvSpPr txBox="1"/>
          <p:nvPr/>
        </p:nvSpPr>
        <p:spPr>
          <a:xfrm>
            <a:off x="3461413" y="4370209"/>
            <a:ext cx="2654703" cy="738664"/>
          </a:xfrm>
          <a:prstGeom prst="rect">
            <a:avLst/>
          </a:prstGeom>
          <a:noFill/>
        </p:spPr>
        <p:txBody>
          <a:bodyPr wrap="square" rtlCol="0">
            <a:spAutoFit/>
          </a:bodyPr>
          <a:lstStyle/>
          <a:p>
            <a:r>
              <a:rPr lang="zh-CN" altLang="en-US" sz="1400" dirty="0"/>
              <a:t>输入预期结果内容输入预期结果内容输入预期结果内容输入预期结果内容</a:t>
            </a:r>
            <a:endParaRPr lang="zh-CN" altLang="en-US" sz="1400" dirty="0"/>
          </a:p>
        </p:txBody>
      </p:sp>
      <p:sp>
        <p:nvSpPr>
          <p:cNvPr id="36" name="文本框 35"/>
          <p:cNvSpPr txBox="1"/>
          <p:nvPr/>
        </p:nvSpPr>
        <p:spPr>
          <a:xfrm>
            <a:off x="9219110" y="1943403"/>
            <a:ext cx="2654703" cy="738664"/>
          </a:xfrm>
          <a:prstGeom prst="rect">
            <a:avLst/>
          </a:prstGeom>
          <a:noFill/>
        </p:spPr>
        <p:txBody>
          <a:bodyPr wrap="square" rtlCol="0">
            <a:spAutoFit/>
          </a:bodyPr>
          <a:lstStyle/>
          <a:p>
            <a:r>
              <a:rPr lang="zh-CN" altLang="en-US" sz="1400" dirty="0"/>
              <a:t>输入实际结果内容输入实际结果内容输入实际结果内容输入实际结果内容</a:t>
            </a:r>
            <a:endParaRPr lang="zh-CN" altLang="en-US" sz="1400" dirty="0"/>
          </a:p>
        </p:txBody>
      </p:sp>
      <p:sp>
        <p:nvSpPr>
          <p:cNvPr id="37" name="矩形 36"/>
          <p:cNvSpPr/>
          <p:nvPr/>
        </p:nvSpPr>
        <p:spPr>
          <a:xfrm>
            <a:off x="9925653" y="2705225"/>
            <a:ext cx="1732604" cy="34046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t>输入对比类型二</a:t>
            </a:r>
            <a:endParaRPr lang="zh-CN" altLang="en-US" sz="1600" dirty="0"/>
          </a:p>
        </p:txBody>
      </p:sp>
      <p:sp>
        <p:nvSpPr>
          <p:cNvPr id="38" name="文本框 37"/>
          <p:cNvSpPr txBox="1"/>
          <p:nvPr/>
        </p:nvSpPr>
        <p:spPr>
          <a:xfrm>
            <a:off x="9200200" y="3164938"/>
            <a:ext cx="2654703" cy="738664"/>
          </a:xfrm>
          <a:prstGeom prst="rect">
            <a:avLst/>
          </a:prstGeom>
          <a:noFill/>
        </p:spPr>
        <p:txBody>
          <a:bodyPr wrap="square" rtlCol="0">
            <a:spAutoFit/>
          </a:bodyPr>
          <a:lstStyle/>
          <a:p>
            <a:r>
              <a:rPr lang="zh-CN" altLang="en-US" sz="1400" dirty="0"/>
              <a:t>输入实际结果内容输入实际结果内容输入实际结果内容输入实际结果内容</a:t>
            </a:r>
            <a:endParaRPr lang="zh-CN" altLang="en-US" sz="1400" dirty="0"/>
          </a:p>
        </p:txBody>
      </p:sp>
      <p:sp>
        <p:nvSpPr>
          <p:cNvPr id="39" name="矩形 38"/>
          <p:cNvSpPr/>
          <p:nvPr/>
        </p:nvSpPr>
        <p:spPr>
          <a:xfrm>
            <a:off x="9925653" y="3963509"/>
            <a:ext cx="1732604" cy="34046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t>输入对比类型三</a:t>
            </a:r>
            <a:endParaRPr lang="zh-CN" altLang="en-US" sz="1600" dirty="0"/>
          </a:p>
        </p:txBody>
      </p:sp>
      <p:sp>
        <p:nvSpPr>
          <p:cNvPr id="40" name="文本框 39"/>
          <p:cNvSpPr txBox="1"/>
          <p:nvPr/>
        </p:nvSpPr>
        <p:spPr>
          <a:xfrm>
            <a:off x="9188341" y="4417277"/>
            <a:ext cx="2654703" cy="738664"/>
          </a:xfrm>
          <a:prstGeom prst="rect">
            <a:avLst/>
          </a:prstGeom>
          <a:noFill/>
        </p:spPr>
        <p:txBody>
          <a:bodyPr wrap="square" rtlCol="0">
            <a:spAutoFit/>
          </a:bodyPr>
          <a:lstStyle/>
          <a:p>
            <a:r>
              <a:rPr lang="zh-CN" altLang="en-US" sz="1400" dirty="0"/>
              <a:t>输入实际结果内容输入实际结果内容输入实际结果内容输入实际结果内容</a:t>
            </a:r>
            <a:endParaRPr lang="zh-CN" altLang="en-US" sz="1400" dirty="0"/>
          </a:p>
        </p:txBody>
      </p:sp>
      <p:sp>
        <p:nvSpPr>
          <p:cNvPr id="41" name="矩形: 圆角 40"/>
          <p:cNvSpPr/>
          <p:nvPr/>
        </p:nvSpPr>
        <p:spPr>
          <a:xfrm>
            <a:off x="3628832" y="5629275"/>
            <a:ext cx="7948392" cy="986153"/>
          </a:xfrm>
          <a:prstGeom prst="round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文本框 42"/>
          <p:cNvSpPr txBox="1"/>
          <p:nvPr/>
        </p:nvSpPr>
        <p:spPr>
          <a:xfrm>
            <a:off x="4308984" y="5797420"/>
            <a:ext cx="719847" cy="646331"/>
          </a:xfrm>
          <a:prstGeom prst="rect">
            <a:avLst/>
          </a:prstGeom>
          <a:noFill/>
        </p:spPr>
        <p:txBody>
          <a:bodyPr wrap="square" rtlCol="0">
            <a:spAutoFit/>
          </a:bodyPr>
          <a:lstStyle/>
          <a:p>
            <a:r>
              <a:rPr lang="zh-CN" altLang="en-US" dirty="0"/>
              <a:t>对比声明</a:t>
            </a:r>
            <a:endParaRPr lang="zh-CN" altLang="en-US" dirty="0"/>
          </a:p>
        </p:txBody>
      </p:sp>
      <p:sp>
        <p:nvSpPr>
          <p:cNvPr id="44" name="文本框 43"/>
          <p:cNvSpPr txBox="1"/>
          <p:nvPr/>
        </p:nvSpPr>
        <p:spPr>
          <a:xfrm>
            <a:off x="5248269" y="5762248"/>
            <a:ext cx="6109516" cy="738664"/>
          </a:xfrm>
          <a:prstGeom prst="rect">
            <a:avLst/>
          </a:prstGeom>
          <a:noFill/>
        </p:spPr>
        <p:txBody>
          <a:bodyPr wrap="square" rtlCol="0">
            <a:spAutoFit/>
          </a:bodyPr>
          <a:lstStyle/>
          <a:p>
            <a:r>
              <a:rPr lang="zh-CN" altLang="en-US" sz="1400" dirty="0">
                <a:latin typeface="微软雅黑" panose="020B0503020204020204" pitchFamily="34" charset="-122"/>
                <a:ea typeface="微软雅黑" panose="020B0503020204020204" pitchFamily="34" charset="-122"/>
              </a:rPr>
              <a:t>研究中预期与实际结果存在偏差。这源于 </a:t>
            </a: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具体影响因素</a:t>
            </a:r>
            <a:r>
              <a:rPr lang="en-US" altLang="zh-CN" sz="1400" dirty="0">
                <a:latin typeface="微软雅黑" panose="020B0503020204020204" pitchFamily="34" charset="-122"/>
                <a:ea typeface="微软雅黑" panose="020B0503020204020204" pitchFamily="34" charset="-122"/>
              </a:rPr>
              <a:t>] </a:t>
            </a:r>
            <a:r>
              <a:rPr lang="zh-CN" altLang="en-US" sz="1400" dirty="0">
                <a:latin typeface="微软雅黑" panose="020B0503020204020204" pitchFamily="34" charset="-122"/>
                <a:ea typeface="微软雅黑" panose="020B0503020204020204" pitchFamily="34" charset="-122"/>
              </a:rPr>
              <a:t>干扰，我们已严谨分析，偏差不影响研究核心结论，且为领域探索提供新视角</a:t>
            </a:r>
            <a:endParaRPr lang="en-US" altLang="zh-CN" sz="1400" dirty="0">
              <a:latin typeface="微软雅黑" panose="020B0503020204020204" pitchFamily="34" charset="-122"/>
              <a:ea typeface="微软雅黑" panose="020B0503020204020204" pitchFamily="34" charset="-122"/>
            </a:endParaRPr>
          </a:p>
          <a:p>
            <a:r>
              <a:rPr lang="zh-CN" altLang="en-US" sz="1400" dirty="0">
                <a:latin typeface="微软雅黑" panose="020B0503020204020204" pitchFamily="34" charset="-122"/>
                <a:ea typeface="微软雅黑" panose="020B0503020204020204" pitchFamily="34" charset="-122"/>
              </a:rPr>
              <a:t>输入其他正文内容输入其他正文内容</a:t>
            </a:r>
            <a:endParaRPr lang="zh-CN" altLang="en-US" sz="1400" dirty="0">
              <a:latin typeface="微软雅黑" panose="020B0503020204020204" pitchFamily="34" charset="-122"/>
              <a:ea typeface="微软雅黑" panose="020B0503020204020204" pitchFamily="34" charset="-122"/>
            </a:endParaRPr>
          </a:p>
        </p:txBody>
      </p:sp>
      <p:sp>
        <p:nvSpPr>
          <p:cNvPr id="45" name="图形 41" descr="注意"/>
          <p:cNvSpPr/>
          <p:nvPr/>
        </p:nvSpPr>
        <p:spPr>
          <a:xfrm>
            <a:off x="3841339" y="5912637"/>
            <a:ext cx="434327" cy="426214"/>
          </a:xfrm>
          <a:custGeom>
            <a:avLst/>
            <a:gdLst>
              <a:gd name="connsiteX0" fmla="*/ 216756 w 434327"/>
              <a:gd name="connsiteY0" fmla="*/ 519 h 426214"/>
              <a:gd name="connsiteX1" fmla="*/ 0 w 434327"/>
              <a:gd name="connsiteY1" fmla="*/ 217602 h 426214"/>
              <a:gd name="connsiteX2" fmla="*/ 216756 w 434327"/>
              <a:gd name="connsiteY2" fmla="*/ 426215 h 426214"/>
              <a:gd name="connsiteX3" fmla="*/ 434327 w 434327"/>
              <a:gd name="connsiteY3" fmla="*/ 209134 h 426214"/>
              <a:gd name="connsiteX4" fmla="*/ 216756 w 434327"/>
              <a:gd name="connsiteY4" fmla="*/ 519 h 426214"/>
              <a:gd name="connsiteX5" fmla="*/ 233693 w 434327"/>
              <a:gd name="connsiteY5" fmla="*/ 66475 h 426214"/>
              <a:gd name="connsiteX6" fmla="*/ 266590 w 434327"/>
              <a:gd name="connsiteY6" fmla="*/ 92043 h 426214"/>
              <a:gd name="connsiteX7" fmla="*/ 225226 w 434327"/>
              <a:gd name="connsiteY7" fmla="*/ 133570 h 426214"/>
              <a:gd name="connsiteX8" fmla="*/ 200634 w 434327"/>
              <a:gd name="connsiteY8" fmla="*/ 100511 h 426214"/>
              <a:gd name="connsiteX9" fmla="*/ 233693 w 434327"/>
              <a:gd name="connsiteY9" fmla="*/ 66475 h 426214"/>
              <a:gd name="connsiteX10" fmla="*/ 183698 w 434327"/>
              <a:gd name="connsiteY10" fmla="*/ 343161 h 426214"/>
              <a:gd name="connsiteX11" fmla="*/ 166761 w 434327"/>
              <a:gd name="connsiteY11" fmla="*/ 300657 h 426214"/>
              <a:gd name="connsiteX12" fmla="*/ 183698 w 434327"/>
              <a:gd name="connsiteY12" fmla="*/ 226071 h 426214"/>
              <a:gd name="connsiteX13" fmla="*/ 183698 w 434327"/>
              <a:gd name="connsiteY13" fmla="*/ 209134 h 426214"/>
              <a:gd name="connsiteX14" fmla="*/ 150801 w 434327"/>
              <a:gd name="connsiteY14" fmla="*/ 226071 h 426214"/>
              <a:gd name="connsiteX15" fmla="*/ 142333 w 434327"/>
              <a:gd name="connsiteY15" fmla="*/ 217602 h 426214"/>
              <a:gd name="connsiteX16" fmla="*/ 233693 w 434327"/>
              <a:gd name="connsiteY16" fmla="*/ 166630 h 426214"/>
              <a:gd name="connsiteX17" fmla="*/ 250630 w 434327"/>
              <a:gd name="connsiteY17" fmla="*/ 209134 h 426214"/>
              <a:gd name="connsiteX18" fmla="*/ 225226 w 434327"/>
              <a:gd name="connsiteY18" fmla="*/ 284534 h 426214"/>
              <a:gd name="connsiteX19" fmla="*/ 225226 w 434327"/>
              <a:gd name="connsiteY19" fmla="*/ 300657 h 426214"/>
              <a:gd name="connsiteX20" fmla="*/ 259098 w 434327"/>
              <a:gd name="connsiteY20" fmla="*/ 284534 h 426214"/>
              <a:gd name="connsiteX21" fmla="*/ 266590 w 434327"/>
              <a:gd name="connsiteY21" fmla="*/ 300657 h 426214"/>
              <a:gd name="connsiteX22" fmla="*/ 183698 w 434327"/>
              <a:gd name="connsiteY22" fmla="*/ 343161 h 426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34327" h="426214">
                <a:moveTo>
                  <a:pt x="216756" y="519"/>
                </a:moveTo>
                <a:cubicBezTo>
                  <a:pt x="92337" y="519"/>
                  <a:pt x="0" y="92043"/>
                  <a:pt x="0" y="217602"/>
                </a:cubicBezTo>
                <a:cubicBezTo>
                  <a:pt x="0" y="334529"/>
                  <a:pt x="100806" y="426215"/>
                  <a:pt x="216756" y="426215"/>
                </a:cubicBezTo>
                <a:cubicBezTo>
                  <a:pt x="341990" y="426215"/>
                  <a:pt x="434327" y="326061"/>
                  <a:pt x="434327" y="209134"/>
                </a:cubicBezTo>
                <a:cubicBezTo>
                  <a:pt x="434327" y="92043"/>
                  <a:pt x="334498" y="-8112"/>
                  <a:pt x="216756" y="519"/>
                </a:cubicBezTo>
                <a:moveTo>
                  <a:pt x="233693" y="66475"/>
                </a:moveTo>
                <a:cubicBezTo>
                  <a:pt x="259098" y="66475"/>
                  <a:pt x="266590" y="83574"/>
                  <a:pt x="266590" y="92043"/>
                </a:cubicBezTo>
                <a:cubicBezTo>
                  <a:pt x="266590" y="116633"/>
                  <a:pt x="250630" y="133570"/>
                  <a:pt x="225226" y="133570"/>
                </a:cubicBezTo>
                <a:cubicBezTo>
                  <a:pt x="209101" y="133570"/>
                  <a:pt x="200634" y="116633"/>
                  <a:pt x="200634" y="100511"/>
                </a:cubicBezTo>
                <a:cubicBezTo>
                  <a:pt x="200634" y="92043"/>
                  <a:pt x="209101" y="66475"/>
                  <a:pt x="233693" y="66475"/>
                </a:cubicBezTo>
                <a:moveTo>
                  <a:pt x="183698" y="343161"/>
                </a:moveTo>
                <a:cubicBezTo>
                  <a:pt x="166761" y="343161"/>
                  <a:pt x="159270" y="334529"/>
                  <a:pt x="166761" y="300657"/>
                </a:cubicBezTo>
                <a:cubicBezTo>
                  <a:pt x="183698" y="226071"/>
                  <a:pt x="183698" y="226071"/>
                  <a:pt x="183698" y="226071"/>
                </a:cubicBezTo>
                <a:cubicBezTo>
                  <a:pt x="183698" y="217602"/>
                  <a:pt x="183698" y="209134"/>
                  <a:pt x="183698" y="209134"/>
                </a:cubicBezTo>
                <a:cubicBezTo>
                  <a:pt x="175229" y="209134"/>
                  <a:pt x="159270" y="217602"/>
                  <a:pt x="150801" y="226071"/>
                </a:cubicBezTo>
                <a:cubicBezTo>
                  <a:pt x="142333" y="217602"/>
                  <a:pt x="142333" y="217602"/>
                  <a:pt x="142333" y="217602"/>
                </a:cubicBezTo>
                <a:cubicBezTo>
                  <a:pt x="175229" y="184542"/>
                  <a:pt x="216756" y="166630"/>
                  <a:pt x="233693" y="166630"/>
                </a:cubicBezTo>
                <a:cubicBezTo>
                  <a:pt x="250630" y="166630"/>
                  <a:pt x="250630" y="184542"/>
                  <a:pt x="250630" y="209134"/>
                </a:cubicBezTo>
                <a:cubicBezTo>
                  <a:pt x="225226" y="284534"/>
                  <a:pt x="225226" y="284534"/>
                  <a:pt x="225226" y="284534"/>
                </a:cubicBezTo>
                <a:cubicBezTo>
                  <a:pt x="225226" y="300657"/>
                  <a:pt x="225226" y="300657"/>
                  <a:pt x="225226" y="300657"/>
                </a:cubicBezTo>
                <a:cubicBezTo>
                  <a:pt x="233693" y="300657"/>
                  <a:pt x="250630" y="300657"/>
                  <a:pt x="259098" y="284534"/>
                </a:cubicBezTo>
                <a:cubicBezTo>
                  <a:pt x="266590" y="300657"/>
                  <a:pt x="266590" y="300657"/>
                  <a:pt x="266590" y="300657"/>
                </a:cubicBezTo>
                <a:cubicBezTo>
                  <a:pt x="233693" y="334529"/>
                  <a:pt x="200634" y="343161"/>
                  <a:pt x="183698" y="343161"/>
                </a:cubicBezTo>
              </a:path>
            </a:pathLst>
          </a:custGeom>
          <a:solidFill>
            <a:srgbClr val="333333"/>
          </a:solidFill>
          <a:ln w="1674" cap="flat">
            <a:noFill/>
            <a:prstDash val="solid"/>
            <a:miter/>
          </a:ln>
        </p:spPr>
        <p:txBody>
          <a:bodyPr rtlCol="0" anchor="ctr"/>
          <a:lstStyle/>
          <a:p>
            <a:endParaRPr lang="zh-CN"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542925" y="5629275"/>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总结与讨论</a:t>
            </a:r>
            <a:endParaRPr lang="zh-CN" altLang="en-US" sz="2800" b="1" dirty="0">
              <a:latin typeface="微软雅黑" panose="020B0503020204020204" pitchFamily="34" charset="-122"/>
              <a:ea typeface="微软雅黑" panose="020B0503020204020204" pitchFamily="34" charset="-122"/>
            </a:endParaRPr>
          </a:p>
        </p:txBody>
      </p:sp>
      <p:sp>
        <p:nvSpPr>
          <p:cNvPr id="6" name="文本框 5"/>
          <p:cNvSpPr txBox="1"/>
          <p:nvPr/>
        </p:nvSpPr>
        <p:spPr>
          <a:xfrm>
            <a:off x="542925" y="1657350"/>
            <a:ext cx="1828800" cy="523220"/>
          </a:xfrm>
          <a:prstGeom prst="rect">
            <a:avLst/>
          </a:prstGeom>
          <a:noFill/>
        </p:spPr>
        <p:txBody>
          <a:bodyPr wrap="square" rtlCol="0">
            <a:spAutoFit/>
          </a:bodyPr>
          <a:lstStyle/>
          <a:p>
            <a:r>
              <a:rPr lang="zh-CN" altLang="en-US" sz="2800" b="1" dirty="0">
                <a:solidFill>
                  <a:sysClr val="windowText" lastClr="000000"/>
                </a:solidFill>
                <a:latin typeface="微软雅黑" panose="020B0503020204020204" pitchFamily="34" charset="-122"/>
                <a:ea typeface="微软雅黑" panose="020B0503020204020204" pitchFamily="34" charset="-122"/>
              </a:rPr>
              <a:t>研究背景</a:t>
            </a:r>
            <a:endParaRPr lang="zh-CN" altLang="en-US" sz="2800" b="1" dirty="0">
              <a:solidFill>
                <a:sysClr val="windowText" lastClr="000000"/>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2" y="4532061"/>
            <a:ext cx="2867026" cy="921872"/>
            <a:chOff x="-2" y="1537960"/>
            <a:chExt cx="2867026" cy="921872"/>
          </a:xfrm>
        </p:grpSpPr>
        <p:sp>
          <p:nvSpPr>
            <p:cNvPr id="11" name="矩形 10"/>
            <p:cNvSpPr/>
            <p:nvPr/>
          </p:nvSpPr>
          <p:spPr>
            <a:xfrm>
              <a:off x="-1" y="1537960"/>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直角三角形 11"/>
            <p:cNvSpPr/>
            <p:nvPr/>
          </p:nvSpPr>
          <p:spPr>
            <a:xfrm rot="10800000">
              <a:off x="-2" y="2299960"/>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 name="文本框 13"/>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endParaRPr lang="zh-CN" altLang="en-US" sz="4800" b="1" dirty="0">
              <a:solidFill>
                <a:schemeClr val="accent1"/>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542925" y="2650331"/>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目的与意义</a:t>
            </a:r>
            <a:endParaRPr lang="zh-CN" altLang="en-US" sz="2800" b="1" dirty="0">
              <a:latin typeface="微软雅黑" panose="020B0503020204020204" pitchFamily="34" charset="-122"/>
              <a:ea typeface="微软雅黑" panose="020B0503020204020204" pitchFamily="34" charset="-122"/>
            </a:endParaRPr>
          </a:p>
        </p:txBody>
      </p:sp>
      <p:sp>
        <p:nvSpPr>
          <p:cNvPr id="8" name="文本框 7"/>
          <p:cNvSpPr txBox="1"/>
          <p:nvPr/>
        </p:nvSpPr>
        <p:spPr>
          <a:xfrm>
            <a:off x="542925" y="3643312"/>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方法与过程</a:t>
            </a:r>
            <a:endParaRPr lang="zh-CN" altLang="en-US" sz="2800" b="1" dirty="0">
              <a:latin typeface="微软雅黑" panose="020B0503020204020204" pitchFamily="34" charset="-122"/>
              <a:ea typeface="微软雅黑" panose="020B0503020204020204" pitchFamily="34" charset="-122"/>
            </a:endParaRPr>
          </a:p>
        </p:txBody>
      </p:sp>
      <p:sp>
        <p:nvSpPr>
          <p:cNvPr id="9" name="文本框 8"/>
          <p:cNvSpPr txBox="1"/>
          <p:nvPr/>
        </p:nvSpPr>
        <p:spPr>
          <a:xfrm>
            <a:off x="542925" y="4636293"/>
            <a:ext cx="2019300"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结果与分析</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5" name="矩形 4"/>
          <p:cNvSpPr/>
          <p:nvPr/>
        </p:nvSpPr>
        <p:spPr>
          <a:xfrm>
            <a:off x="3396996" y="797947"/>
            <a:ext cx="8316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3403600" y="162578"/>
            <a:ext cx="45085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数据分析</a:t>
            </a:r>
            <a:endParaRPr lang="zh-CN" altLang="en-US" sz="2800" b="1" dirty="0">
              <a:latin typeface="微软雅黑" panose="020B0503020204020204" pitchFamily="34" charset="-122"/>
              <a:ea typeface="微软雅黑" panose="020B0503020204020204" pitchFamily="34" charset="-122"/>
            </a:endParaRPr>
          </a:p>
        </p:txBody>
      </p:sp>
      <p:sp>
        <p:nvSpPr>
          <p:cNvPr id="20" name="矩形 19"/>
          <p:cNvSpPr/>
          <p:nvPr/>
        </p:nvSpPr>
        <p:spPr>
          <a:xfrm>
            <a:off x="3270057" y="1166464"/>
            <a:ext cx="2673755" cy="5020274"/>
          </a:xfrm>
          <a:prstGeom prst="rect">
            <a:avLst/>
          </a:prstGeom>
          <a:solidFill>
            <a:schemeClr val="bg2">
              <a:alpha val="5000"/>
            </a:schemeClr>
          </a:solidFill>
          <a:ln>
            <a:gradFill flip="none" rotWithShape="1">
              <a:gsLst>
                <a:gs pos="0">
                  <a:schemeClr val="accent1"/>
                </a:gs>
                <a:gs pos="50000">
                  <a:schemeClr val="accent1"/>
                </a:gs>
                <a:gs pos="100000">
                  <a:schemeClr val="accent1">
                    <a:lumMod val="30000"/>
                    <a:lumOff val="70000"/>
                    <a:alpha val="50000"/>
                  </a:schemeClr>
                </a:gs>
              </a:gsLst>
              <a:lin ang="5400000" scaled="1"/>
              <a:tileRect/>
            </a:gradFill>
          </a:ln>
          <a:effectLst>
            <a:outerShdw blurRad="254000" sx="102000" sy="102000" algn="ctr"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3" name="组合 12"/>
          <p:cNvGrpSpPr/>
          <p:nvPr>
            <p:custDataLst>
              <p:tags r:id="rId1"/>
            </p:custDataLst>
          </p:nvPr>
        </p:nvGrpSpPr>
        <p:grpSpPr>
          <a:xfrm>
            <a:off x="3913832" y="1461964"/>
            <a:ext cx="1386205" cy="1339826"/>
            <a:chOff x="973" y="2081"/>
            <a:chExt cx="2690" cy="2600"/>
          </a:xfrm>
          <a:effectLst/>
        </p:grpSpPr>
        <p:grpSp>
          <p:nvGrpSpPr>
            <p:cNvPr id="15" name="组合 14"/>
            <p:cNvGrpSpPr/>
            <p:nvPr/>
          </p:nvGrpSpPr>
          <p:grpSpPr>
            <a:xfrm>
              <a:off x="1063" y="2081"/>
              <a:ext cx="2600" cy="2600"/>
              <a:chOff x="1282" y="3374"/>
              <a:chExt cx="2834" cy="2834"/>
            </a:xfrm>
          </p:grpSpPr>
          <p:sp>
            <p:nvSpPr>
              <p:cNvPr id="18" name="同心圆 6"/>
              <p:cNvSpPr/>
              <p:nvPr>
                <p:custDataLst>
                  <p:tags r:id="rId2"/>
                </p:custDataLst>
              </p:nvPr>
            </p:nvSpPr>
            <p:spPr>
              <a:xfrm>
                <a:off x="1282" y="3374"/>
                <a:ext cx="2835" cy="2835"/>
              </a:xfrm>
              <a:prstGeom prst="donut">
                <a:avLst>
                  <a:gd name="adj" fmla="val 9638"/>
                </a:avLst>
              </a:prstGeom>
              <a:solidFill>
                <a:schemeClr val="accent1">
                  <a:lumMod val="60000"/>
                  <a:lumOff val="40000"/>
                </a:schemeClr>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solidFill>
                    <a:schemeClr val="tx1"/>
                  </a:solidFill>
                  <a:latin typeface="+mn-ea"/>
                </a:endParaRPr>
              </a:p>
            </p:txBody>
          </p:sp>
          <p:sp>
            <p:nvSpPr>
              <p:cNvPr id="19" name="空心弧 18"/>
              <p:cNvSpPr/>
              <p:nvPr>
                <p:custDataLst>
                  <p:tags r:id="rId3"/>
                </p:custDataLst>
              </p:nvPr>
            </p:nvSpPr>
            <p:spPr>
              <a:xfrm rot="20760000">
                <a:off x="1282" y="3374"/>
                <a:ext cx="2835" cy="2835"/>
              </a:xfrm>
              <a:prstGeom prst="blockArc">
                <a:avLst>
                  <a:gd name="adj1" fmla="val 18438284"/>
                  <a:gd name="adj2" fmla="val 427403"/>
                  <a:gd name="adj3" fmla="val 9695"/>
                </a:avLst>
              </a:prstGeom>
              <a:gradFill>
                <a:gsLst>
                  <a:gs pos="100000">
                    <a:schemeClr val="accent1">
                      <a:lumMod val="20000"/>
                      <a:lumOff val="80000"/>
                    </a:schemeClr>
                  </a:gs>
                  <a:gs pos="0">
                    <a:schemeClr val="accent1">
                      <a:lumMod val="20000"/>
                      <a:lumOff val="80000"/>
                      <a:alpha val="50000"/>
                    </a:schemeClr>
                  </a:gs>
                </a:gsLst>
                <a:lin ang="2700000" scaled="1"/>
              </a:gradFill>
              <a:ln>
                <a:no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solidFill>
                    <a:schemeClr val="tx1"/>
                  </a:solidFill>
                  <a:latin typeface="+mn-ea"/>
                </a:endParaRPr>
              </a:p>
            </p:txBody>
          </p:sp>
        </p:grpSp>
        <p:sp>
          <p:nvSpPr>
            <p:cNvPr id="17" name="文本框 16"/>
            <p:cNvSpPr txBox="1"/>
            <p:nvPr>
              <p:custDataLst>
                <p:tags r:id="rId4"/>
              </p:custDataLst>
            </p:nvPr>
          </p:nvSpPr>
          <p:spPr>
            <a:xfrm>
              <a:off x="973" y="2773"/>
              <a:ext cx="2589" cy="1338"/>
            </a:xfrm>
            <a:prstGeom prst="rect">
              <a:avLst/>
            </a:prstGeom>
            <a:noFill/>
          </p:spPr>
          <p:txBody>
            <a:bodyPr wrap="square" rtlCol="0">
              <a:noAutofit/>
            </a:bodyPr>
            <a:lstStyle/>
            <a:p>
              <a:pPr algn="ctr"/>
              <a:r>
                <a:rPr lang="en-US" altLang="zh-CN" sz="2400" b="1" i="1" dirty="0">
                  <a:solidFill>
                    <a:schemeClr val="accent1"/>
                  </a:solidFill>
                  <a:latin typeface="+mn-ea"/>
                  <a:cs typeface="+mn-ea"/>
                  <a:sym typeface="标准粗黑" panose="02000503000000000000" charset="-122"/>
                </a:rPr>
                <a:t>83.5%</a:t>
              </a:r>
              <a:endParaRPr lang="en-US" altLang="zh-CN" sz="2400" b="1" i="1" dirty="0">
                <a:solidFill>
                  <a:schemeClr val="accent1"/>
                </a:solidFill>
                <a:latin typeface="+mn-ea"/>
                <a:cs typeface="+mn-ea"/>
                <a:sym typeface="标准粗黑" panose="02000503000000000000" charset="-122"/>
              </a:endParaRPr>
            </a:p>
            <a:p>
              <a:pPr algn="ctr"/>
              <a:r>
                <a:rPr lang="zh-CN" altLang="en-US" sz="1200" b="1" dirty="0">
                  <a:solidFill>
                    <a:schemeClr val="accent1"/>
                  </a:solidFill>
                  <a:latin typeface="+mn-ea"/>
                  <a:cs typeface="+mn-ea"/>
                </a:rPr>
                <a:t>指标一</a:t>
              </a:r>
              <a:endParaRPr lang="zh-CN" altLang="en-US" sz="1200" b="1" dirty="0">
                <a:solidFill>
                  <a:schemeClr val="accent1"/>
                </a:solidFill>
                <a:latin typeface="+mn-ea"/>
                <a:cs typeface="+mn-ea"/>
              </a:endParaRPr>
            </a:p>
          </p:txBody>
        </p:sp>
      </p:grpSp>
      <p:sp>
        <p:nvSpPr>
          <p:cNvPr id="23" name="椭圆 22"/>
          <p:cNvSpPr/>
          <p:nvPr/>
        </p:nvSpPr>
        <p:spPr>
          <a:xfrm>
            <a:off x="4078038" y="2984441"/>
            <a:ext cx="1057793" cy="52222"/>
          </a:xfrm>
          <a:prstGeom prst="ellipse">
            <a:avLst/>
          </a:prstGeom>
          <a:gradFill>
            <a:gsLst>
              <a:gs pos="50000">
                <a:schemeClr val="accent1">
                  <a:lumMod val="60000"/>
                  <a:lumOff val="40000"/>
                </a:schemeClr>
              </a:gs>
              <a:gs pos="0">
                <a:schemeClr val="accent1">
                  <a:lumMod val="60000"/>
                  <a:lumOff val="40000"/>
                  <a:alpha val="0"/>
                </a:schemeClr>
              </a:gs>
              <a:gs pos="100000">
                <a:schemeClr val="accent1">
                  <a:lumMod val="60000"/>
                  <a:lumOff val="40000"/>
                  <a:alpha val="0"/>
                </a:schemeClr>
              </a:gs>
            </a:gsLst>
            <a:path path="circle">
              <a:fillToRect t="100000" r="100000"/>
            </a:path>
          </a:gradFill>
          <a:ln>
            <a:noFill/>
          </a:ln>
          <a:effectLst>
            <a:outerShdw blurRad="254000" sx="102000" sy="102000" algn="ctr" rotWithShape="0">
              <a:schemeClr val="bg1">
                <a:lumMod val="5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a:latin typeface="+mn-ea"/>
            </a:endParaRPr>
          </a:p>
        </p:txBody>
      </p:sp>
      <p:grpSp>
        <p:nvGrpSpPr>
          <p:cNvPr id="25" name="组合 24"/>
          <p:cNvGrpSpPr/>
          <p:nvPr/>
        </p:nvGrpSpPr>
        <p:grpSpPr>
          <a:xfrm>
            <a:off x="3493951" y="3443299"/>
            <a:ext cx="2225966" cy="437346"/>
            <a:chOff x="4103397" y="3610129"/>
            <a:chExt cx="2225966" cy="437346"/>
          </a:xfrm>
        </p:grpSpPr>
        <p:sp>
          <p:nvSpPr>
            <p:cNvPr id="24" name="矩形: 圆角 23"/>
            <p:cNvSpPr/>
            <p:nvPr/>
          </p:nvSpPr>
          <p:spPr>
            <a:xfrm>
              <a:off x="4103397" y="3610129"/>
              <a:ext cx="2225966" cy="437346"/>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p:cNvSpPr txBox="1"/>
            <p:nvPr/>
          </p:nvSpPr>
          <p:spPr>
            <a:xfrm>
              <a:off x="4196597" y="3644136"/>
              <a:ext cx="2039566" cy="369332"/>
            </a:xfrm>
            <a:prstGeom prst="rect">
              <a:avLst/>
            </a:prstGeom>
            <a:noFill/>
          </p:spPr>
          <p:txBody>
            <a:bodyPr wrap="square" rtlCol="0">
              <a:spAutoFit/>
            </a:bodyPr>
            <a:lstStyle/>
            <a:p>
              <a:pPr algn="ctr"/>
              <a:r>
                <a:rPr lang="zh-CN" altLang="en-US" b="1" dirty="0">
                  <a:solidFill>
                    <a:schemeClr val="bg1"/>
                  </a:solidFill>
                </a:rPr>
                <a:t>这里输入标题</a:t>
              </a:r>
              <a:endParaRPr lang="zh-CN" altLang="en-US" b="1" dirty="0">
                <a:solidFill>
                  <a:schemeClr val="bg1"/>
                </a:solidFill>
              </a:endParaRPr>
            </a:p>
          </p:txBody>
        </p:sp>
      </p:grpSp>
      <p:sp>
        <p:nvSpPr>
          <p:cNvPr id="26" name="文本框 25"/>
          <p:cNvSpPr txBox="1"/>
          <p:nvPr/>
        </p:nvSpPr>
        <p:spPr>
          <a:xfrm>
            <a:off x="3356930" y="4117839"/>
            <a:ext cx="2500008" cy="1384995"/>
          </a:xfrm>
          <a:prstGeom prst="rect">
            <a:avLst/>
          </a:prstGeom>
          <a:noFill/>
        </p:spPr>
        <p:txBody>
          <a:bodyPr wrap="square" rtlCol="0">
            <a:spAutoFit/>
          </a:bodyPr>
          <a:lstStyle/>
          <a:p>
            <a:r>
              <a:rPr lang="zh-CN" altLang="en-US" sz="1400" dirty="0"/>
              <a:t>这里输入正文内容这里输入正文内容这里输入正文内容这里输入正文内容这里输入正文内容这里输入正文内容这里输入正文内容</a:t>
            </a:r>
            <a:endParaRPr lang="zh-CN" altLang="en-US" sz="1400" dirty="0"/>
          </a:p>
          <a:p>
            <a:endParaRPr lang="zh-CN" altLang="en-US" sz="1400" dirty="0"/>
          </a:p>
        </p:txBody>
      </p:sp>
      <p:sp>
        <p:nvSpPr>
          <p:cNvPr id="95" name="矩形 94"/>
          <p:cNvSpPr/>
          <p:nvPr/>
        </p:nvSpPr>
        <p:spPr>
          <a:xfrm>
            <a:off x="3272811" y="1166463"/>
            <a:ext cx="2673755" cy="9218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 name="矩形 97"/>
          <p:cNvSpPr/>
          <p:nvPr/>
        </p:nvSpPr>
        <p:spPr>
          <a:xfrm>
            <a:off x="6226271" y="1166464"/>
            <a:ext cx="2673755" cy="5020274"/>
          </a:xfrm>
          <a:prstGeom prst="rect">
            <a:avLst/>
          </a:prstGeom>
          <a:solidFill>
            <a:schemeClr val="bg2">
              <a:alpha val="5000"/>
            </a:schemeClr>
          </a:solidFill>
          <a:ln>
            <a:gradFill flip="none" rotWithShape="1">
              <a:gsLst>
                <a:gs pos="0">
                  <a:schemeClr val="accent1"/>
                </a:gs>
                <a:gs pos="50000">
                  <a:schemeClr val="accent1"/>
                </a:gs>
                <a:gs pos="100000">
                  <a:schemeClr val="accent1">
                    <a:lumMod val="30000"/>
                    <a:lumOff val="70000"/>
                    <a:alpha val="50000"/>
                  </a:schemeClr>
                </a:gs>
              </a:gsLst>
              <a:lin ang="5400000" scaled="1"/>
              <a:tileRect/>
            </a:gradFill>
          </a:ln>
          <a:effectLst>
            <a:outerShdw blurRad="254000" sx="102000" sy="102000" algn="ctr"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99" name="组合 98"/>
          <p:cNvGrpSpPr/>
          <p:nvPr>
            <p:custDataLst>
              <p:tags r:id="rId5"/>
            </p:custDataLst>
          </p:nvPr>
        </p:nvGrpSpPr>
        <p:grpSpPr>
          <a:xfrm>
            <a:off x="6870046" y="1461964"/>
            <a:ext cx="1386205" cy="1339826"/>
            <a:chOff x="973" y="2081"/>
            <a:chExt cx="2690" cy="2600"/>
          </a:xfrm>
          <a:effectLst/>
        </p:grpSpPr>
        <p:grpSp>
          <p:nvGrpSpPr>
            <p:cNvPr id="106" name="组合 105"/>
            <p:cNvGrpSpPr/>
            <p:nvPr/>
          </p:nvGrpSpPr>
          <p:grpSpPr>
            <a:xfrm>
              <a:off x="1063" y="2081"/>
              <a:ext cx="2600" cy="2600"/>
              <a:chOff x="1282" y="3374"/>
              <a:chExt cx="2834" cy="2834"/>
            </a:xfrm>
          </p:grpSpPr>
          <p:sp>
            <p:nvSpPr>
              <p:cNvPr id="108" name="同心圆 6"/>
              <p:cNvSpPr/>
              <p:nvPr>
                <p:custDataLst>
                  <p:tags r:id="rId6"/>
                </p:custDataLst>
              </p:nvPr>
            </p:nvSpPr>
            <p:spPr>
              <a:xfrm>
                <a:off x="1282" y="3374"/>
                <a:ext cx="2835" cy="2835"/>
              </a:xfrm>
              <a:prstGeom prst="donut">
                <a:avLst>
                  <a:gd name="adj" fmla="val 9638"/>
                </a:avLst>
              </a:prstGeom>
              <a:solidFill>
                <a:schemeClr val="accent1">
                  <a:lumMod val="60000"/>
                  <a:lumOff val="40000"/>
                </a:schemeClr>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solidFill>
                    <a:schemeClr val="tx1"/>
                  </a:solidFill>
                  <a:latin typeface="+mn-ea"/>
                </a:endParaRPr>
              </a:p>
            </p:txBody>
          </p:sp>
          <p:sp>
            <p:nvSpPr>
              <p:cNvPr id="109" name="空心弧 108"/>
              <p:cNvSpPr/>
              <p:nvPr>
                <p:custDataLst>
                  <p:tags r:id="rId7"/>
                </p:custDataLst>
              </p:nvPr>
            </p:nvSpPr>
            <p:spPr>
              <a:xfrm rot="20760000">
                <a:off x="1282" y="3374"/>
                <a:ext cx="2835" cy="2835"/>
              </a:xfrm>
              <a:prstGeom prst="blockArc">
                <a:avLst>
                  <a:gd name="adj1" fmla="val 18438284"/>
                  <a:gd name="adj2" fmla="val 427403"/>
                  <a:gd name="adj3" fmla="val 9695"/>
                </a:avLst>
              </a:prstGeom>
              <a:gradFill>
                <a:gsLst>
                  <a:gs pos="100000">
                    <a:schemeClr val="accent1">
                      <a:lumMod val="20000"/>
                      <a:lumOff val="80000"/>
                    </a:schemeClr>
                  </a:gs>
                  <a:gs pos="0">
                    <a:schemeClr val="accent1">
                      <a:lumMod val="20000"/>
                      <a:lumOff val="80000"/>
                      <a:alpha val="50000"/>
                    </a:schemeClr>
                  </a:gs>
                </a:gsLst>
                <a:lin ang="2700000" scaled="1"/>
              </a:gradFill>
              <a:ln>
                <a:no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solidFill>
                    <a:schemeClr val="tx1"/>
                  </a:solidFill>
                  <a:latin typeface="+mn-ea"/>
                </a:endParaRPr>
              </a:p>
            </p:txBody>
          </p:sp>
        </p:grpSp>
        <p:sp>
          <p:nvSpPr>
            <p:cNvPr id="107" name="文本框 106"/>
            <p:cNvSpPr txBox="1"/>
            <p:nvPr>
              <p:custDataLst>
                <p:tags r:id="rId8"/>
              </p:custDataLst>
            </p:nvPr>
          </p:nvSpPr>
          <p:spPr>
            <a:xfrm>
              <a:off x="973" y="2773"/>
              <a:ext cx="2589" cy="1338"/>
            </a:xfrm>
            <a:prstGeom prst="rect">
              <a:avLst/>
            </a:prstGeom>
            <a:noFill/>
          </p:spPr>
          <p:txBody>
            <a:bodyPr wrap="square" rtlCol="0">
              <a:noAutofit/>
            </a:bodyPr>
            <a:lstStyle/>
            <a:p>
              <a:pPr algn="ctr"/>
              <a:r>
                <a:rPr lang="en-US" altLang="zh-CN" sz="2400" b="1" i="1" dirty="0">
                  <a:solidFill>
                    <a:schemeClr val="accent1"/>
                  </a:solidFill>
                  <a:latin typeface="+mn-ea"/>
                  <a:cs typeface="+mn-ea"/>
                  <a:sym typeface="标准粗黑" panose="02000503000000000000" charset="-122"/>
                </a:rPr>
                <a:t>42.5%</a:t>
              </a:r>
              <a:endParaRPr lang="en-US" altLang="zh-CN" sz="2400" b="1" i="1" dirty="0">
                <a:solidFill>
                  <a:schemeClr val="accent1"/>
                </a:solidFill>
                <a:latin typeface="+mn-ea"/>
                <a:cs typeface="+mn-ea"/>
                <a:sym typeface="标准粗黑" panose="02000503000000000000" charset="-122"/>
              </a:endParaRPr>
            </a:p>
            <a:p>
              <a:pPr algn="ctr"/>
              <a:r>
                <a:rPr lang="zh-CN" altLang="en-US" sz="1200" b="1" dirty="0">
                  <a:solidFill>
                    <a:schemeClr val="accent1"/>
                  </a:solidFill>
                  <a:latin typeface="+mn-ea"/>
                  <a:cs typeface="+mn-ea"/>
                </a:rPr>
                <a:t>指标二</a:t>
              </a:r>
              <a:endParaRPr lang="zh-CN" altLang="en-US" sz="1200" b="1" dirty="0">
                <a:solidFill>
                  <a:schemeClr val="accent1"/>
                </a:solidFill>
                <a:latin typeface="+mn-ea"/>
                <a:cs typeface="+mn-ea"/>
              </a:endParaRPr>
            </a:p>
          </p:txBody>
        </p:sp>
      </p:grpSp>
      <p:sp>
        <p:nvSpPr>
          <p:cNvPr id="100" name="椭圆 99"/>
          <p:cNvSpPr/>
          <p:nvPr/>
        </p:nvSpPr>
        <p:spPr>
          <a:xfrm>
            <a:off x="7034252" y="2984441"/>
            <a:ext cx="1057793" cy="52222"/>
          </a:xfrm>
          <a:prstGeom prst="ellipse">
            <a:avLst/>
          </a:prstGeom>
          <a:gradFill>
            <a:gsLst>
              <a:gs pos="50000">
                <a:schemeClr val="accent1">
                  <a:lumMod val="60000"/>
                  <a:lumOff val="40000"/>
                </a:schemeClr>
              </a:gs>
              <a:gs pos="0">
                <a:schemeClr val="accent1">
                  <a:lumMod val="60000"/>
                  <a:lumOff val="40000"/>
                  <a:alpha val="0"/>
                </a:schemeClr>
              </a:gs>
              <a:gs pos="100000">
                <a:schemeClr val="accent1">
                  <a:lumMod val="60000"/>
                  <a:lumOff val="40000"/>
                  <a:alpha val="0"/>
                </a:schemeClr>
              </a:gs>
            </a:gsLst>
            <a:path path="circle">
              <a:fillToRect t="100000" r="100000"/>
            </a:path>
          </a:gradFill>
          <a:ln>
            <a:noFill/>
          </a:ln>
          <a:effectLst>
            <a:outerShdw blurRad="254000" sx="102000" sy="102000" algn="ctr" rotWithShape="0">
              <a:schemeClr val="bg1">
                <a:lumMod val="5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a:latin typeface="+mn-ea"/>
            </a:endParaRPr>
          </a:p>
        </p:txBody>
      </p:sp>
      <p:grpSp>
        <p:nvGrpSpPr>
          <p:cNvPr id="101" name="组合 100"/>
          <p:cNvGrpSpPr/>
          <p:nvPr/>
        </p:nvGrpSpPr>
        <p:grpSpPr>
          <a:xfrm>
            <a:off x="6450165" y="3443299"/>
            <a:ext cx="2225966" cy="437346"/>
            <a:chOff x="4103397" y="3610129"/>
            <a:chExt cx="2225966" cy="437346"/>
          </a:xfrm>
        </p:grpSpPr>
        <p:sp>
          <p:nvSpPr>
            <p:cNvPr id="104" name="矩形: 圆角 103"/>
            <p:cNvSpPr/>
            <p:nvPr/>
          </p:nvSpPr>
          <p:spPr>
            <a:xfrm>
              <a:off x="4103397" y="3610129"/>
              <a:ext cx="2225966" cy="437346"/>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文本框 104"/>
            <p:cNvSpPr txBox="1"/>
            <p:nvPr/>
          </p:nvSpPr>
          <p:spPr>
            <a:xfrm>
              <a:off x="4196597" y="3644136"/>
              <a:ext cx="2039566" cy="369332"/>
            </a:xfrm>
            <a:prstGeom prst="rect">
              <a:avLst/>
            </a:prstGeom>
            <a:noFill/>
          </p:spPr>
          <p:txBody>
            <a:bodyPr wrap="square" rtlCol="0">
              <a:spAutoFit/>
            </a:bodyPr>
            <a:lstStyle/>
            <a:p>
              <a:pPr algn="ctr"/>
              <a:r>
                <a:rPr lang="zh-CN" altLang="en-US" b="1" dirty="0">
                  <a:solidFill>
                    <a:schemeClr val="bg1"/>
                  </a:solidFill>
                </a:rPr>
                <a:t>这里输入标题</a:t>
              </a:r>
              <a:endParaRPr lang="zh-CN" altLang="en-US" b="1" dirty="0">
                <a:solidFill>
                  <a:schemeClr val="bg1"/>
                </a:solidFill>
              </a:endParaRPr>
            </a:p>
          </p:txBody>
        </p:sp>
      </p:grpSp>
      <p:sp>
        <p:nvSpPr>
          <p:cNvPr id="102" name="文本框 101"/>
          <p:cNvSpPr txBox="1"/>
          <p:nvPr/>
        </p:nvSpPr>
        <p:spPr>
          <a:xfrm>
            <a:off x="6313144" y="4117839"/>
            <a:ext cx="2500008" cy="1384995"/>
          </a:xfrm>
          <a:prstGeom prst="rect">
            <a:avLst/>
          </a:prstGeom>
          <a:noFill/>
        </p:spPr>
        <p:txBody>
          <a:bodyPr wrap="square" rtlCol="0">
            <a:spAutoFit/>
          </a:bodyPr>
          <a:lstStyle/>
          <a:p>
            <a:r>
              <a:rPr lang="zh-CN" altLang="en-US" sz="1400" dirty="0"/>
              <a:t>这里输入正文内容这里输入正文内容这里输入正文内容这里输入正文内容这里输入正文内容这里输入正文内容这里输入正文内容</a:t>
            </a:r>
            <a:endParaRPr lang="zh-CN" altLang="en-US" sz="1400" dirty="0"/>
          </a:p>
          <a:p>
            <a:endParaRPr lang="zh-CN" altLang="en-US" sz="1400" dirty="0"/>
          </a:p>
        </p:txBody>
      </p:sp>
      <p:sp>
        <p:nvSpPr>
          <p:cNvPr id="103" name="矩形 102"/>
          <p:cNvSpPr/>
          <p:nvPr/>
        </p:nvSpPr>
        <p:spPr>
          <a:xfrm>
            <a:off x="6229025" y="1166463"/>
            <a:ext cx="2673755" cy="9218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1" name="矩形 110"/>
          <p:cNvSpPr/>
          <p:nvPr/>
        </p:nvSpPr>
        <p:spPr>
          <a:xfrm>
            <a:off x="9182486" y="1166464"/>
            <a:ext cx="2673755" cy="5020274"/>
          </a:xfrm>
          <a:prstGeom prst="rect">
            <a:avLst/>
          </a:prstGeom>
          <a:solidFill>
            <a:schemeClr val="bg2">
              <a:alpha val="5000"/>
            </a:schemeClr>
          </a:solidFill>
          <a:ln>
            <a:gradFill flip="none" rotWithShape="1">
              <a:gsLst>
                <a:gs pos="0">
                  <a:schemeClr val="accent1"/>
                </a:gs>
                <a:gs pos="50000">
                  <a:schemeClr val="accent1"/>
                </a:gs>
                <a:gs pos="100000">
                  <a:schemeClr val="accent1">
                    <a:lumMod val="30000"/>
                    <a:lumOff val="70000"/>
                    <a:alpha val="50000"/>
                  </a:schemeClr>
                </a:gs>
              </a:gsLst>
              <a:lin ang="5400000" scaled="1"/>
              <a:tileRect/>
            </a:gradFill>
          </a:ln>
          <a:effectLst>
            <a:outerShdw blurRad="254000" sx="102000" sy="102000" algn="ctr"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12" name="组合 111"/>
          <p:cNvGrpSpPr/>
          <p:nvPr>
            <p:custDataLst>
              <p:tags r:id="rId9"/>
            </p:custDataLst>
          </p:nvPr>
        </p:nvGrpSpPr>
        <p:grpSpPr>
          <a:xfrm>
            <a:off x="9826261" y="1461964"/>
            <a:ext cx="1386205" cy="1339826"/>
            <a:chOff x="973" y="2081"/>
            <a:chExt cx="2690" cy="2600"/>
          </a:xfrm>
          <a:effectLst/>
        </p:grpSpPr>
        <p:grpSp>
          <p:nvGrpSpPr>
            <p:cNvPr id="119" name="组合 118"/>
            <p:cNvGrpSpPr/>
            <p:nvPr/>
          </p:nvGrpSpPr>
          <p:grpSpPr>
            <a:xfrm>
              <a:off x="1063" y="2081"/>
              <a:ext cx="2600" cy="2600"/>
              <a:chOff x="1282" y="3374"/>
              <a:chExt cx="2834" cy="2834"/>
            </a:xfrm>
          </p:grpSpPr>
          <p:sp>
            <p:nvSpPr>
              <p:cNvPr id="121" name="同心圆 6"/>
              <p:cNvSpPr/>
              <p:nvPr>
                <p:custDataLst>
                  <p:tags r:id="rId10"/>
                </p:custDataLst>
              </p:nvPr>
            </p:nvSpPr>
            <p:spPr>
              <a:xfrm>
                <a:off x="1282" y="3374"/>
                <a:ext cx="2835" cy="2835"/>
              </a:xfrm>
              <a:prstGeom prst="donut">
                <a:avLst>
                  <a:gd name="adj" fmla="val 9638"/>
                </a:avLst>
              </a:prstGeom>
              <a:solidFill>
                <a:schemeClr val="accent1">
                  <a:lumMod val="60000"/>
                  <a:lumOff val="40000"/>
                </a:schemeClr>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solidFill>
                    <a:schemeClr val="tx1"/>
                  </a:solidFill>
                  <a:latin typeface="+mn-ea"/>
                </a:endParaRPr>
              </a:p>
            </p:txBody>
          </p:sp>
          <p:sp>
            <p:nvSpPr>
              <p:cNvPr id="122" name="空心弧 121"/>
              <p:cNvSpPr/>
              <p:nvPr>
                <p:custDataLst>
                  <p:tags r:id="rId11"/>
                </p:custDataLst>
              </p:nvPr>
            </p:nvSpPr>
            <p:spPr>
              <a:xfrm rot="20760000">
                <a:off x="1282" y="3374"/>
                <a:ext cx="2835" cy="2835"/>
              </a:xfrm>
              <a:prstGeom prst="blockArc">
                <a:avLst>
                  <a:gd name="adj1" fmla="val 18438284"/>
                  <a:gd name="adj2" fmla="val 427403"/>
                  <a:gd name="adj3" fmla="val 9695"/>
                </a:avLst>
              </a:prstGeom>
              <a:gradFill>
                <a:gsLst>
                  <a:gs pos="100000">
                    <a:schemeClr val="accent1">
                      <a:lumMod val="20000"/>
                      <a:lumOff val="80000"/>
                    </a:schemeClr>
                  </a:gs>
                  <a:gs pos="0">
                    <a:schemeClr val="accent1">
                      <a:lumMod val="20000"/>
                      <a:lumOff val="80000"/>
                      <a:alpha val="50000"/>
                    </a:schemeClr>
                  </a:gs>
                </a:gsLst>
                <a:lin ang="2700000" scaled="1"/>
              </a:gradFill>
              <a:ln>
                <a:no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solidFill>
                    <a:schemeClr val="tx1"/>
                  </a:solidFill>
                  <a:latin typeface="+mn-ea"/>
                </a:endParaRPr>
              </a:p>
            </p:txBody>
          </p:sp>
        </p:grpSp>
        <p:sp>
          <p:nvSpPr>
            <p:cNvPr id="120" name="文本框 119"/>
            <p:cNvSpPr txBox="1"/>
            <p:nvPr>
              <p:custDataLst>
                <p:tags r:id="rId12"/>
              </p:custDataLst>
            </p:nvPr>
          </p:nvSpPr>
          <p:spPr>
            <a:xfrm>
              <a:off x="973" y="2773"/>
              <a:ext cx="2589" cy="1338"/>
            </a:xfrm>
            <a:prstGeom prst="rect">
              <a:avLst/>
            </a:prstGeom>
            <a:noFill/>
          </p:spPr>
          <p:txBody>
            <a:bodyPr wrap="square" rtlCol="0">
              <a:noAutofit/>
            </a:bodyPr>
            <a:lstStyle/>
            <a:p>
              <a:pPr algn="ctr"/>
              <a:r>
                <a:rPr lang="en-US" altLang="zh-CN" sz="2400" b="1" i="1" dirty="0">
                  <a:solidFill>
                    <a:schemeClr val="accent1"/>
                  </a:solidFill>
                  <a:latin typeface="+mn-ea"/>
                  <a:cs typeface="+mn-ea"/>
                  <a:sym typeface="标准粗黑" panose="02000503000000000000" charset="-122"/>
                </a:rPr>
                <a:t>66.5%</a:t>
              </a:r>
              <a:endParaRPr lang="en-US" altLang="zh-CN" sz="2400" b="1" i="1" dirty="0">
                <a:solidFill>
                  <a:schemeClr val="accent1"/>
                </a:solidFill>
                <a:latin typeface="+mn-ea"/>
                <a:cs typeface="+mn-ea"/>
                <a:sym typeface="标准粗黑" panose="02000503000000000000" charset="-122"/>
              </a:endParaRPr>
            </a:p>
            <a:p>
              <a:pPr algn="ctr"/>
              <a:r>
                <a:rPr lang="zh-CN" altLang="en-US" sz="1200" b="1" dirty="0">
                  <a:solidFill>
                    <a:schemeClr val="accent1"/>
                  </a:solidFill>
                  <a:latin typeface="+mn-ea"/>
                  <a:cs typeface="+mn-ea"/>
                </a:rPr>
                <a:t>指标三</a:t>
              </a:r>
              <a:endParaRPr lang="zh-CN" altLang="en-US" sz="1200" b="1" dirty="0">
                <a:solidFill>
                  <a:schemeClr val="accent1"/>
                </a:solidFill>
                <a:latin typeface="+mn-ea"/>
                <a:cs typeface="+mn-ea"/>
              </a:endParaRPr>
            </a:p>
          </p:txBody>
        </p:sp>
      </p:grpSp>
      <p:sp>
        <p:nvSpPr>
          <p:cNvPr id="113" name="椭圆 112"/>
          <p:cNvSpPr/>
          <p:nvPr/>
        </p:nvSpPr>
        <p:spPr>
          <a:xfrm>
            <a:off x="9990467" y="2984441"/>
            <a:ext cx="1057793" cy="52222"/>
          </a:xfrm>
          <a:prstGeom prst="ellipse">
            <a:avLst/>
          </a:prstGeom>
          <a:gradFill>
            <a:gsLst>
              <a:gs pos="50000">
                <a:schemeClr val="accent1">
                  <a:lumMod val="60000"/>
                  <a:lumOff val="40000"/>
                </a:schemeClr>
              </a:gs>
              <a:gs pos="0">
                <a:schemeClr val="accent1">
                  <a:lumMod val="60000"/>
                  <a:lumOff val="40000"/>
                  <a:alpha val="0"/>
                </a:schemeClr>
              </a:gs>
              <a:gs pos="100000">
                <a:schemeClr val="accent1">
                  <a:lumMod val="60000"/>
                  <a:lumOff val="40000"/>
                  <a:alpha val="0"/>
                </a:schemeClr>
              </a:gs>
            </a:gsLst>
            <a:path path="circle">
              <a:fillToRect t="100000" r="100000"/>
            </a:path>
          </a:gradFill>
          <a:ln>
            <a:noFill/>
          </a:ln>
          <a:effectLst>
            <a:outerShdw blurRad="254000" sx="102000" sy="102000" algn="ctr" rotWithShape="0">
              <a:schemeClr val="bg1">
                <a:lumMod val="5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a:latin typeface="+mn-ea"/>
            </a:endParaRPr>
          </a:p>
        </p:txBody>
      </p:sp>
      <p:grpSp>
        <p:nvGrpSpPr>
          <p:cNvPr id="114" name="组合 113"/>
          <p:cNvGrpSpPr/>
          <p:nvPr/>
        </p:nvGrpSpPr>
        <p:grpSpPr>
          <a:xfrm>
            <a:off x="9406380" y="3443299"/>
            <a:ext cx="2225966" cy="437346"/>
            <a:chOff x="4103397" y="3610129"/>
            <a:chExt cx="2225966" cy="437346"/>
          </a:xfrm>
        </p:grpSpPr>
        <p:sp>
          <p:nvSpPr>
            <p:cNvPr id="117" name="矩形: 圆角 116"/>
            <p:cNvSpPr/>
            <p:nvPr/>
          </p:nvSpPr>
          <p:spPr>
            <a:xfrm>
              <a:off x="4103397" y="3610129"/>
              <a:ext cx="2225966" cy="437346"/>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文本框 117"/>
            <p:cNvSpPr txBox="1"/>
            <p:nvPr/>
          </p:nvSpPr>
          <p:spPr>
            <a:xfrm>
              <a:off x="4196597" y="3644136"/>
              <a:ext cx="2039566" cy="369332"/>
            </a:xfrm>
            <a:prstGeom prst="rect">
              <a:avLst/>
            </a:prstGeom>
            <a:noFill/>
          </p:spPr>
          <p:txBody>
            <a:bodyPr wrap="square" rtlCol="0">
              <a:spAutoFit/>
            </a:bodyPr>
            <a:lstStyle/>
            <a:p>
              <a:pPr algn="ctr"/>
              <a:r>
                <a:rPr lang="zh-CN" altLang="en-US" b="1" dirty="0">
                  <a:solidFill>
                    <a:schemeClr val="bg1"/>
                  </a:solidFill>
                </a:rPr>
                <a:t>这里输入标题</a:t>
              </a:r>
              <a:endParaRPr lang="zh-CN" altLang="en-US" b="1" dirty="0">
                <a:solidFill>
                  <a:schemeClr val="bg1"/>
                </a:solidFill>
              </a:endParaRPr>
            </a:p>
          </p:txBody>
        </p:sp>
      </p:grpSp>
      <p:sp>
        <p:nvSpPr>
          <p:cNvPr id="115" name="文本框 114"/>
          <p:cNvSpPr txBox="1"/>
          <p:nvPr/>
        </p:nvSpPr>
        <p:spPr>
          <a:xfrm>
            <a:off x="9269359" y="4117839"/>
            <a:ext cx="2500008" cy="1384995"/>
          </a:xfrm>
          <a:prstGeom prst="rect">
            <a:avLst/>
          </a:prstGeom>
          <a:noFill/>
        </p:spPr>
        <p:txBody>
          <a:bodyPr wrap="square" rtlCol="0">
            <a:spAutoFit/>
          </a:bodyPr>
          <a:lstStyle/>
          <a:p>
            <a:r>
              <a:rPr lang="zh-CN" altLang="en-US" sz="1400" dirty="0"/>
              <a:t>这里输入正文内容这里输入正文内容这里输入正文内容这里输入正文内容这里输入正文内容这里输入正文内容这里输入正文内容</a:t>
            </a:r>
            <a:endParaRPr lang="zh-CN" altLang="en-US" sz="1400" dirty="0"/>
          </a:p>
          <a:p>
            <a:endParaRPr lang="zh-CN" altLang="en-US" sz="1400" dirty="0"/>
          </a:p>
        </p:txBody>
      </p:sp>
      <p:sp>
        <p:nvSpPr>
          <p:cNvPr id="116" name="矩形 115"/>
          <p:cNvSpPr/>
          <p:nvPr/>
        </p:nvSpPr>
        <p:spPr>
          <a:xfrm>
            <a:off x="9185240" y="1166463"/>
            <a:ext cx="2673755" cy="9218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542925" y="5629275"/>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总结与讨论</a:t>
            </a:r>
            <a:endParaRPr lang="zh-CN" altLang="en-US" sz="2800" b="1" dirty="0">
              <a:latin typeface="微软雅黑" panose="020B0503020204020204" pitchFamily="34" charset="-122"/>
              <a:ea typeface="微软雅黑" panose="020B0503020204020204" pitchFamily="34" charset="-122"/>
            </a:endParaRPr>
          </a:p>
        </p:txBody>
      </p:sp>
      <p:sp>
        <p:nvSpPr>
          <p:cNvPr id="6" name="文本框 5"/>
          <p:cNvSpPr txBox="1"/>
          <p:nvPr/>
        </p:nvSpPr>
        <p:spPr>
          <a:xfrm>
            <a:off x="542925" y="1657350"/>
            <a:ext cx="1828800" cy="523220"/>
          </a:xfrm>
          <a:prstGeom prst="rect">
            <a:avLst/>
          </a:prstGeom>
          <a:noFill/>
        </p:spPr>
        <p:txBody>
          <a:bodyPr wrap="square" rtlCol="0">
            <a:spAutoFit/>
          </a:bodyPr>
          <a:lstStyle/>
          <a:p>
            <a:r>
              <a:rPr lang="zh-CN" altLang="en-US" sz="2800" b="1" dirty="0">
                <a:solidFill>
                  <a:sysClr val="windowText" lastClr="000000"/>
                </a:solidFill>
                <a:latin typeface="微软雅黑" panose="020B0503020204020204" pitchFamily="34" charset="-122"/>
                <a:ea typeface="微软雅黑" panose="020B0503020204020204" pitchFamily="34" charset="-122"/>
              </a:rPr>
              <a:t>研究背景</a:t>
            </a:r>
            <a:endParaRPr lang="zh-CN" altLang="en-US" sz="2800" b="1" dirty="0">
              <a:solidFill>
                <a:sysClr val="windowText" lastClr="000000"/>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2" y="4532061"/>
            <a:ext cx="2867026" cy="921872"/>
            <a:chOff x="-2" y="1537960"/>
            <a:chExt cx="2867026" cy="921872"/>
          </a:xfrm>
        </p:grpSpPr>
        <p:sp>
          <p:nvSpPr>
            <p:cNvPr id="11" name="矩形 10"/>
            <p:cNvSpPr/>
            <p:nvPr/>
          </p:nvSpPr>
          <p:spPr>
            <a:xfrm>
              <a:off x="-1" y="1537960"/>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直角三角形 11"/>
            <p:cNvSpPr/>
            <p:nvPr/>
          </p:nvSpPr>
          <p:spPr>
            <a:xfrm rot="10800000">
              <a:off x="-2" y="2299960"/>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 name="文本框 13"/>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endParaRPr lang="zh-CN" altLang="en-US" sz="4800" b="1" dirty="0">
              <a:solidFill>
                <a:schemeClr val="accent1"/>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542925" y="2650331"/>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目的与意义</a:t>
            </a:r>
            <a:endParaRPr lang="zh-CN" altLang="en-US" sz="2800" b="1" dirty="0">
              <a:latin typeface="微软雅黑" panose="020B0503020204020204" pitchFamily="34" charset="-122"/>
              <a:ea typeface="微软雅黑" panose="020B0503020204020204" pitchFamily="34" charset="-122"/>
            </a:endParaRPr>
          </a:p>
        </p:txBody>
      </p:sp>
      <p:sp>
        <p:nvSpPr>
          <p:cNvPr id="8" name="文本框 7"/>
          <p:cNvSpPr txBox="1"/>
          <p:nvPr/>
        </p:nvSpPr>
        <p:spPr>
          <a:xfrm>
            <a:off x="542925" y="3643312"/>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方法与过程</a:t>
            </a:r>
            <a:endParaRPr lang="zh-CN" altLang="en-US" sz="2800" b="1" dirty="0">
              <a:latin typeface="微软雅黑" panose="020B0503020204020204" pitchFamily="34" charset="-122"/>
              <a:ea typeface="微软雅黑" panose="020B0503020204020204" pitchFamily="34" charset="-122"/>
            </a:endParaRPr>
          </a:p>
        </p:txBody>
      </p:sp>
      <p:sp>
        <p:nvSpPr>
          <p:cNvPr id="9" name="文本框 8"/>
          <p:cNvSpPr txBox="1"/>
          <p:nvPr/>
        </p:nvSpPr>
        <p:spPr>
          <a:xfrm>
            <a:off x="542925" y="4636293"/>
            <a:ext cx="2019300"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结果与分析</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5" name="矩形 4"/>
          <p:cNvSpPr/>
          <p:nvPr/>
        </p:nvSpPr>
        <p:spPr>
          <a:xfrm>
            <a:off x="3396996" y="797947"/>
            <a:ext cx="8316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3403600" y="162578"/>
            <a:ext cx="45085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数据分析</a:t>
            </a:r>
            <a:endParaRPr lang="zh-CN" altLang="en-US" sz="2800" b="1" dirty="0">
              <a:latin typeface="微软雅黑" panose="020B0503020204020204" pitchFamily="34" charset="-122"/>
              <a:ea typeface="微软雅黑" panose="020B0503020204020204" pitchFamily="34" charset="-122"/>
            </a:endParaRPr>
          </a:p>
        </p:txBody>
      </p:sp>
      <p:sp>
        <p:nvSpPr>
          <p:cNvPr id="90" name="矩形: 圆角 89"/>
          <p:cNvSpPr/>
          <p:nvPr/>
        </p:nvSpPr>
        <p:spPr>
          <a:xfrm>
            <a:off x="3891051" y="1808245"/>
            <a:ext cx="3170149" cy="4600575"/>
          </a:xfrm>
          <a:prstGeom prst="roundRect">
            <a:avLst>
              <a:gd name="adj" fmla="val 3747"/>
            </a:avLst>
          </a:prstGeom>
          <a:solidFill>
            <a:schemeClr val="accent1">
              <a:lumMod val="20000"/>
              <a:lumOff val="80000"/>
              <a:alpha val="4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dirty="0"/>
          </a:p>
        </p:txBody>
      </p:sp>
      <p:sp>
        <p:nvSpPr>
          <p:cNvPr id="134" name="矩形: 圆角 133"/>
          <p:cNvSpPr/>
          <p:nvPr/>
        </p:nvSpPr>
        <p:spPr>
          <a:xfrm>
            <a:off x="3891051" y="1287016"/>
            <a:ext cx="3170149" cy="737659"/>
          </a:xfrm>
          <a:prstGeom prst="roundRect">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dirty="0"/>
          </a:p>
        </p:txBody>
      </p:sp>
      <p:sp>
        <p:nvSpPr>
          <p:cNvPr id="135" name="矩形: 圆角 134"/>
          <p:cNvSpPr/>
          <p:nvPr/>
        </p:nvSpPr>
        <p:spPr>
          <a:xfrm>
            <a:off x="7943719" y="1808245"/>
            <a:ext cx="3170149" cy="4600575"/>
          </a:xfrm>
          <a:prstGeom prst="roundRect">
            <a:avLst>
              <a:gd name="adj" fmla="val 3747"/>
            </a:avLst>
          </a:prstGeom>
          <a:solidFill>
            <a:schemeClr val="accent1">
              <a:lumMod val="20000"/>
              <a:lumOff val="80000"/>
              <a:alpha val="4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dirty="0"/>
          </a:p>
        </p:txBody>
      </p:sp>
      <p:sp>
        <p:nvSpPr>
          <p:cNvPr id="136" name="矩形: 圆角 135"/>
          <p:cNvSpPr/>
          <p:nvPr/>
        </p:nvSpPr>
        <p:spPr>
          <a:xfrm>
            <a:off x="7943719" y="1287016"/>
            <a:ext cx="3170149" cy="737659"/>
          </a:xfrm>
          <a:prstGeom prst="roundRect">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dirty="0"/>
          </a:p>
        </p:txBody>
      </p:sp>
      <p:sp>
        <p:nvSpPr>
          <p:cNvPr id="137" name="文本框 136"/>
          <p:cNvSpPr txBox="1"/>
          <p:nvPr/>
        </p:nvSpPr>
        <p:spPr>
          <a:xfrm>
            <a:off x="4728412" y="1440071"/>
            <a:ext cx="2105025" cy="461665"/>
          </a:xfrm>
          <a:prstGeom prst="rect">
            <a:avLst/>
          </a:prstGeom>
          <a:noFill/>
        </p:spPr>
        <p:txBody>
          <a:bodyPr wrap="square" rtlCol="0">
            <a:spAutoFit/>
          </a:bodyPr>
          <a:lstStyle/>
          <a:p>
            <a:r>
              <a:rPr lang="zh-CN" altLang="en-US" sz="2400" b="1" dirty="0">
                <a:solidFill>
                  <a:schemeClr val="bg1"/>
                </a:solidFill>
              </a:rPr>
              <a:t>重要指标分析</a:t>
            </a:r>
            <a:endParaRPr lang="zh-CN" altLang="en-US" sz="2400" b="1" dirty="0">
              <a:solidFill>
                <a:schemeClr val="bg1"/>
              </a:solidFill>
            </a:endParaRPr>
          </a:p>
        </p:txBody>
      </p:sp>
      <p:sp>
        <p:nvSpPr>
          <p:cNvPr id="138" name="矩形: 圆角 137"/>
          <p:cNvSpPr/>
          <p:nvPr/>
        </p:nvSpPr>
        <p:spPr>
          <a:xfrm>
            <a:off x="5410062" y="2269909"/>
            <a:ext cx="1443295" cy="151236"/>
          </a:xfrm>
          <a:prstGeom prst="roundRect">
            <a:avLst>
              <a:gd name="adj" fmla="val 50000"/>
            </a:avLst>
          </a:prstGeom>
          <a:solidFill>
            <a:schemeClr val="bg1"/>
          </a:solidFill>
          <a:ln>
            <a:solidFill>
              <a:schemeClr val="accent1">
                <a:lumMod val="60000"/>
                <a:lumOff val="4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dirty="0"/>
          </a:p>
        </p:txBody>
      </p:sp>
      <p:sp>
        <p:nvSpPr>
          <p:cNvPr id="139" name="矩形: 圆角 138"/>
          <p:cNvSpPr/>
          <p:nvPr/>
        </p:nvSpPr>
        <p:spPr>
          <a:xfrm>
            <a:off x="5411253" y="2271728"/>
            <a:ext cx="726905" cy="151236"/>
          </a:xfrm>
          <a:prstGeom prst="roundRect">
            <a:avLst>
              <a:gd name="adj" fmla="val 50000"/>
            </a:avLst>
          </a:prstGeom>
          <a:gradFill flip="none" rotWithShape="1">
            <a:gsLst>
              <a:gs pos="0">
                <a:schemeClr val="accent1"/>
              </a:gs>
              <a:gs pos="100000">
                <a:schemeClr val="accent1">
                  <a:alpha val="80000"/>
                  <a:lumMod val="80000"/>
                  <a:lumOff val="20000"/>
                </a:schemeClr>
              </a:gs>
            </a:gsLst>
            <a:lin ang="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dirty="0"/>
          </a:p>
        </p:txBody>
      </p:sp>
      <p:sp>
        <p:nvSpPr>
          <p:cNvPr id="140" name="文本框 139"/>
          <p:cNvSpPr txBox="1"/>
          <p:nvPr/>
        </p:nvSpPr>
        <p:spPr>
          <a:xfrm>
            <a:off x="3964418" y="2153426"/>
            <a:ext cx="1315871" cy="307777"/>
          </a:xfrm>
          <a:prstGeom prst="rect">
            <a:avLst/>
          </a:prstGeom>
          <a:noFill/>
        </p:spPr>
        <p:txBody>
          <a:bodyPr wrap="square" rtlCol="0">
            <a:spAutoFit/>
          </a:bodyPr>
          <a:lstStyle/>
          <a:p>
            <a:pPr algn="ctr"/>
            <a:r>
              <a:rPr lang="zh-CN" altLang="en-US" sz="1400" dirty="0">
                <a:latin typeface="+mn-ea"/>
              </a:rPr>
              <a:t>指标一：</a:t>
            </a:r>
            <a:r>
              <a:rPr lang="en-US" altLang="zh-CN" sz="1400" dirty="0">
                <a:latin typeface="+mn-ea"/>
              </a:rPr>
              <a:t>40%</a:t>
            </a:r>
            <a:endParaRPr lang="zh-CN" altLang="en-US" sz="1400" dirty="0">
              <a:latin typeface="+mn-ea"/>
            </a:endParaRPr>
          </a:p>
        </p:txBody>
      </p:sp>
      <p:sp>
        <p:nvSpPr>
          <p:cNvPr id="141" name="矩形: 圆角 140"/>
          <p:cNvSpPr/>
          <p:nvPr/>
        </p:nvSpPr>
        <p:spPr>
          <a:xfrm>
            <a:off x="5410062" y="2608643"/>
            <a:ext cx="1443295" cy="149438"/>
          </a:xfrm>
          <a:prstGeom prst="roundRect">
            <a:avLst>
              <a:gd name="adj" fmla="val 50000"/>
            </a:avLst>
          </a:prstGeom>
          <a:solidFill>
            <a:schemeClr val="bg1"/>
          </a:solidFill>
          <a:ln>
            <a:solidFill>
              <a:schemeClr val="accent1">
                <a:lumMod val="60000"/>
                <a:lumOff val="4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dirty="0"/>
          </a:p>
        </p:txBody>
      </p:sp>
      <p:sp>
        <p:nvSpPr>
          <p:cNvPr id="142" name="矩形: 圆角 141"/>
          <p:cNvSpPr/>
          <p:nvPr/>
        </p:nvSpPr>
        <p:spPr>
          <a:xfrm>
            <a:off x="5411254" y="2610441"/>
            <a:ext cx="532832" cy="149438"/>
          </a:xfrm>
          <a:prstGeom prst="roundRect">
            <a:avLst>
              <a:gd name="adj" fmla="val 50000"/>
            </a:avLst>
          </a:prstGeom>
          <a:gradFill flip="none" rotWithShape="1">
            <a:gsLst>
              <a:gs pos="0">
                <a:schemeClr val="accent1"/>
              </a:gs>
              <a:gs pos="100000">
                <a:schemeClr val="accent1">
                  <a:alpha val="80000"/>
                  <a:lumMod val="80000"/>
                  <a:lumOff val="20000"/>
                </a:schemeClr>
              </a:gs>
            </a:gsLst>
            <a:lin ang="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dirty="0"/>
          </a:p>
        </p:txBody>
      </p:sp>
      <p:sp>
        <p:nvSpPr>
          <p:cNvPr id="143" name="文本框 142"/>
          <p:cNvSpPr txBox="1"/>
          <p:nvPr/>
        </p:nvSpPr>
        <p:spPr>
          <a:xfrm>
            <a:off x="3964418" y="2528722"/>
            <a:ext cx="1315871" cy="307777"/>
          </a:xfrm>
          <a:prstGeom prst="rect">
            <a:avLst/>
          </a:prstGeom>
          <a:noFill/>
        </p:spPr>
        <p:txBody>
          <a:bodyPr wrap="square" rtlCol="0">
            <a:spAutoFit/>
          </a:bodyPr>
          <a:lstStyle/>
          <a:p>
            <a:pPr algn="ctr"/>
            <a:r>
              <a:rPr lang="zh-CN" altLang="en-US" sz="1400" dirty="0">
                <a:latin typeface="+mn-ea"/>
              </a:rPr>
              <a:t>指标二：</a:t>
            </a:r>
            <a:r>
              <a:rPr lang="en-US" altLang="zh-CN" sz="1400" dirty="0">
                <a:latin typeface="+mn-ea"/>
              </a:rPr>
              <a:t>28%</a:t>
            </a:r>
            <a:endParaRPr lang="zh-CN" altLang="en-US" sz="1400" dirty="0">
              <a:latin typeface="+mn-ea"/>
            </a:endParaRPr>
          </a:p>
        </p:txBody>
      </p:sp>
      <p:sp>
        <p:nvSpPr>
          <p:cNvPr id="144" name="矩形: 圆角 143"/>
          <p:cNvSpPr/>
          <p:nvPr/>
        </p:nvSpPr>
        <p:spPr>
          <a:xfrm>
            <a:off x="5410062" y="2947459"/>
            <a:ext cx="1443295" cy="149438"/>
          </a:xfrm>
          <a:prstGeom prst="roundRect">
            <a:avLst>
              <a:gd name="adj" fmla="val 50000"/>
            </a:avLst>
          </a:prstGeom>
          <a:solidFill>
            <a:schemeClr val="bg1"/>
          </a:solidFill>
          <a:ln>
            <a:solidFill>
              <a:schemeClr val="accent1">
                <a:lumMod val="60000"/>
                <a:lumOff val="4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dirty="0"/>
          </a:p>
        </p:txBody>
      </p:sp>
      <p:sp>
        <p:nvSpPr>
          <p:cNvPr id="145" name="矩形: 圆角 144"/>
          <p:cNvSpPr/>
          <p:nvPr/>
        </p:nvSpPr>
        <p:spPr>
          <a:xfrm>
            <a:off x="5411254" y="2949257"/>
            <a:ext cx="397409" cy="149438"/>
          </a:xfrm>
          <a:prstGeom prst="roundRect">
            <a:avLst>
              <a:gd name="adj" fmla="val 50000"/>
            </a:avLst>
          </a:prstGeom>
          <a:gradFill flip="none" rotWithShape="1">
            <a:gsLst>
              <a:gs pos="0">
                <a:schemeClr val="accent1"/>
              </a:gs>
              <a:gs pos="100000">
                <a:schemeClr val="accent1">
                  <a:alpha val="80000"/>
                  <a:lumMod val="80000"/>
                  <a:lumOff val="20000"/>
                </a:schemeClr>
              </a:gs>
            </a:gsLst>
            <a:lin ang="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dirty="0"/>
          </a:p>
        </p:txBody>
      </p:sp>
      <p:sp>
        <p:nvSpPr>
          <p:cNvPr id="146" name="文本框 145"/>
          <p:cNvSpPr txBox="1"/>
          <p:nvPr/>
        </p:nvSpPr>
        <p:spPr>
          <a:xfrm>
            <a:off x="3956140" y="2867538"/>
            <a:ext cx="1315871" cy="307777"/>
          </a:xfrm>
          <a:prstGeom prst="rect">
            <a:avLst/>
          </a:prstGeom>
          <a:noFill/>
        </p:spPr>
        <p:txBody>
          <a:bodyPr wrap="square" rtlCol="0">
            <a:spAutoFit/>
          </a:bodyPr>
          <a:lstStyle/>
          <a:p>
            <a:pPr algn="ctr"/>
            <a:r>
              <a:rPr lang="zh-CN" altLang="en-US" sz="1400" dirty="0">
                <a:latin typeface="+mn-ea"/>
              </a:rPr>
              <a:t>指标三：</a:t>
            </a:r>
            <a:r>
              <a:rPr lang="en-US" altLang="zh-CN" sz="1400" dirty="0">
                <a:latin typeface="+mn-ea"/>
              </a:rPr>
              <a:t>20%</a:t>
            </a:r>
            <a:endParaRPr lang="zh-CN" altLang="en-US" sz="1400" dirty="0">
              <a:latin typeface="+mn-ea"/>
            </a:endParaRPr>
          </a:p>
        </p:txBody>
      </p:sp>
      <p:graphicFrame>
        <p:nvGraphicFramePr>
          <p:cNvPr id="147" name="图表 146"/>
          <p:cNvGraphicFramePr/>
          <p:nvPr/>
        </p:nvGraphicFramePr>
        <p:xfrm>
          <a:off x="3897562" y="3854003"/>
          <a:ext cx="3214198" cy="2319338"/>
        </p:xfrm>
        <a:graphic>
          <a:graphicData uri="http://schemas.openxmlformats.org/drawingml/2006/chart">
            <c:chart xmlns:c="http://schemas.openxmlformats.org/drawingml/2006/chart" xmlns:r="http://schemas.openxmlformats.org/officeDocument/2006/relationships" r:id="rId1"/>
          </a:graphicData>
        </a:graphic>
      </p:graphicFrame>
      <p:sp>
        <p:nvSpPr>
          <p:cNvPr id="148" name="文本框 147"/>
          <p:cNvSpPr txBox="1"/>
          <p:nvPr/>
        </p:nvSpPr>
        <p:spPr>
          <a:xfrm>
            <a:off x="4581194" y="3378620"/>
            <a:ext cx="1789863" cy="369332"/>
          </a:xfrm>
          <a:prstGeom prst="rect">
            <a:avLst/>
          </a:prstGeom>
          <a:noFill/>
        </p:spPr>
        <p:txBody>
          <a:bodyPr wrap="square" rtlCol="0">
            <a:spAutoFit/>
          </a:bodyPr>
          <a:lstStyle/>
          <a:p>
            <a:pPr algn="ctr"/>
            <a:r>
              <a:rPr lang="zh-CN" altLang="en-US" b="1" dirty="0"/>
              <a:t>指标变化图</a:t>
            </a:r>
            <a:endParaRPr lang="zh-CN" altLang="en-US" b="1" dirty="0"/>
          </a:p>
        </p:txBody>
      </p:sp>
      <p:sp>
        <p:nvSpPr>
          <p:cNvPr id="149" name="文本框 148"/>
          <p:cNvSpPr txBox="1"/>
          <p:nvPr/>
        </p:nvSpPr>
        <p:spPr>
          <a:xfrm>
            <a:off x="8714345" y="1423784"/>
            <a:ext cx="2105025" cy="461665"/>
          </a:xfrm>
          <a:prstGeom prst="rect">
            <a:avLst/>
          </a:prstGeom>
          <a:noFill/>
        </p:spPr>
        <p:txBody>
          <a:bodyPr wrap="square" rtlCol="0">
            <a:spAutoFit/>
          </a:bodyPr>
          <a:lstStyle/>
          <a:p>
            <a:r>
              <a:rPr lang="zh-CN" altLang="en-US" sz="2400" b="1" dirty="0">
                <a:solidFill>
                  <a:schemeClr val="bg1"/>
                </a:solidFill>
              </a:rPr>
              <a:t>分组分类分析</a:t>
            </a:r>
            <a:endParaRPr lang="zh-CN" altLang="en-US" sz="2400" b="1" dirty="0">
              <a:solidFill>
                <a:schemeClr val="bg1"/>
              </a:solidFill>
            </a:endParaRPr>
          </a:p>
        </p:txBody>
      </p:sp>
      <p:graphicFrame>
        <p:nvGraphicFramePr>
          <p:cNvPr id="150" name="图表 149"/>
          <p:cNvGraphicFramePr/>
          <p:nvPr/>
        </p:nvGraphicFramePr>
        <p:xfrm>
          <a:off x="7801903" y="2393931"/>
          <a:ext cx="3498093" cy="2841100"/>
        </p:xfrm>
        <a:graphic>
          <a:graphicData uri="http://schemas.openxmlformats.org/drawingml/2006/chart">
            <c:chart xmlns:c="http://schemas.openxmlformats.org/drawingml/2006/chart" xmlns:r="http://schemas.openxmlformats.org/officeDocument/2006/relationships" r:id="rId2"/>
          </a:graphicData>
        </a:graphic>
      </p:graphicFrame>
      <p:sp>
        <p:nvSpPr>
          <p:cNvPr id="151" name="文本框 150"/>
          <p:cNvSpPr txBox="1"/>
          <p:nvPr/>
        </p:nvSpPr>
        <p:spPr>
          <a:xfrm>
            <a:off x="8338966" y="2209265"/>
            <a:ext cx="2379654" cy="369332"/>
          </a:xfrm>
          <a:prstGeom prst="rect">
            <a:avLst/>
          </a:prstGeom>
          <a:noFill/>
        </p:spPr>
        <p:txBody>
          <a:bodyPr wrap="square" rtlCol="0">
            <a:spAutoFit/>
          </a:bodyPr>
          <a:lstStyle/>
          <a:p>
            <a:pPr algn="ctr"/>
            <a:r>
              <a:rPr lang="zh-CN" altLang="en-US" b="1" dirty="0"/>
              <a:t>分组分类占比图</a:t>
            </a:r>
            <a:endParaRPr lang="zh-CN" altLang="en-US" b="1" dirty="0"/>
          </a:p>
        </p:txBody>
      </p:sp>
      <p:cxnSp>
        <p:nvCxnSpPr>
          <p:cNvPr id="152" name="直接连接符 151"/>
          <p:cNvCxnSpPr/>
          <p:nvPr/>
        </p:nvCxnSpPr>
        <p:spPr>
          <a:xfrm>
            <a:off x="8104238" y="4776093"/>
            <a:ext cx="2849110" cy="13290"/>
          </a:xfrm>
          <a:prstGeom prst="line">
            <a:avLst/>
          </a:prstGeom>
          <a:ln w="19050">
            <a:gradFill flip="none" rotWithShape="1">
              <a:gsLst>
                <a:gs pos="50000">
                  <a:schemeClr val="accent1">
                    <a:lumMod val="75000"/>
                  </a:schemeClr>
                </a:gs>
                <a:gs pos="0">
                  <a:schemeClr val="accent1">
                    <a:lumMod val="75000"/>
                    <a:alpha val="60000"/>
                  </a:schemeClr>
                </a:gs>
                <a:gs pos="100000">
                  <a:schemeClr val="accent1">
                    <a:lumMod val="75000"/>
                    <a:alpha val="60000"/>
                  </a:scheme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153" name="文本框 152"/>
          <p:cNvSpPr txBox="1"/>
          <p:nvPr/>
        </p:nvSpPr>
        <p:spPr>
          <a:xfrm>
            <a:off x="8064310" y="5329883"/>
            <a:ext cx="3055400" cy="1015663"/>
          </a:xfrm>
          <a:prstGeom prst="rect">
            <a:avLst/>
          </a:prstGeom>
          <a:noFill/>
        </p:spPr>
        <p:txBody>
          <a:bodyPr wrap="square" rtlCol="0">
            <a:spAutoFit/>
          </a:bodyPr>
          <a:lstStyle/>
          <a:p>
            <a:r>
              <a:rPr lang="zh-CN" altLang="en-US" sz="1200" dirty="0"/>
              <a:t>这里输入正文内容这里输入正文内容这里输入正文内容这里输入正文内容这里输入正文内容这里输入正文内容这里输入正文内容这里输入正文内容</a:t>
            </a:r>
            <a:endParaRPr lang="zh-CN" altLang="en-US" sz="1200" dirty="0"/>
          </a:p>
          <a:p>
            <a:endParaRPr lang="zh-CN" altLang="en-US" sz="1200" dirty="0"/>
          </a:p>
        </p:txBody>
      </p:sp>
      <p:sp>
        <p:nvSpPr>
          <p:cNvPr id="154" name="箭头: 五边形 153"/>
          <p:cNvSpPr/>
          <p:nvPr/>
        </p:nvSpPr>
        <p:spPr>
          <a:xfrm>
            <a:off x="8104238" y="4936724"/>
            <a:ext cx="771735" cy="312715"/>
          </a:xfrm>
          <a:prstGeom prst="homePlate">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b="1" dirty="0"/>
              <a:t>总结</a:t>
            </a:r>
            <a:endParaRPr lang="zh-CN" altLang="en-US" sz="1400" b="1" dirty="0"/>
          </a:p>
        </p:txBody>
      </p:sp>
      <p:sp>
        <p:nvSpPr>
          <p:cNvPr id="173" name="图形 47" descr="数据分析饼图"/>
          <p:cNvSpPr/>
          <p:nvPr/>
        </p:nvSpPr>
        <p:spPr>
          <a:xfrm>
            <a:off x="8201849" y="1442033"/>
            <a:ext cx="436084" cy="425213"/>
          </a:xfrm>
          <a:custGeom>
            <a:avLst/>
            <a:gdLst>
              <a:gd name="connsiteX0" fmla="*/ 433613 w 436084"/>
              <a:gd name="connsiteY0" fmla="*/ 194693 h 425213"/>
              <a:gd name="connsiteX1" fmla="*/ 266267 w 436084"/>
              <a:gd name="connsiteY1" fmla="*/ 228956 h 425213"/>
              <a:gd name="connsiteX2" fmla="*/ 428332 w 436084"/>
              <a:gd name="connsiteY2" fmla="*/ 280258 h 425213"/>
              <a:gd name="connsiteX3" fmla="*/ 433613 w 436084"/>
              <a:gd name="connsiteY3" fmla="*/ 194693 h 425213"/>
              <a:gd name="connsiteX4" fmla="*/ 206719 w 436084"/>
              <a:gd name="connsiteY4" fmla="*/ 0 h 425213"/>
              <a:gd name="connsiteX5" fmla="*/ 210126 w 436084"/>
              <a:gd name="connsiteY5" fmla="*/ 184930 h 425213"/>
              <a:gd name="connsiteX6" fmla="*/ 391393 w 436084"/>
              <a:gd name="connsiteY6" fmla="*/ 147838 h 425213"/>
              <a:gd name="connsiteX7" fmla="*/ 206719 w 436084"/>
              <a:gd name="connsiteY7" fmla="*/ 0 h 425213"/>
              <a:gd name="connsiteX8" fmla="*/ 377099 w 436084"/>
              <a:gd name="connsiteY8" fmla="*/ 300328 h 425213"/>
              <a:gd name="connsiteX9" fmla="*/ 151573 w 436084"/>
              <a:gd name="connsiteY9" fmla="*/ 420272 h 425213"/>
              <a:gd name="connsiteX10" fmla="*/ 658 w 436084"/>
              <a:gd name="connsiteY10" fmla="*/ 214183 h 425213"/>
              <a:gd name="connsiteX11" fmla="*/ 183087 w 436084"/>
              <a:gd name="connsiteY11" fmla="*/ 35388 h 425213"/>
              <a:gd name="connsiteX12" fmla="*/ 186733 w 436084"/>
              <a:gd name="connsiteY12" fmla="*/ 230234 h 425213"/>
              <a:gd name="connsiteX13" fmla="*/ 186904 w 436084"/>
              <a:gd name="connsiteY13" fmla="*/ 240184 h 425213"/>
              <a:gd name="connsiteX14" fmla="*/ 377099 w 436084"/>
              <a:gd name="connsiteY14" fmla="*/ 300328 h 42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36084" h="425213">
                <a:moveTo>
                  <a:pt x="433613" y="194693"/>
                </a:moveTo>
                <a:lnTo>
                  <a:pt x="266267" y="228956"/>
                </a:lnTo>
                <a:lnTo>
                  <a:pt x="428332" y="280258"/>
                </a:lnTo>
                <a:cubicBezTo>
                  <a:pt x="436391" y="252475"/>
                  <a:pt x="438193" y="223255"/>
                  <a:pt x="433613" y="194693"/>
                </a:cubicBezTo>
                <a:moveTo>
                  <a:pt x="206719" y="0"/>
                </a:moveTo>
                <a:lnTo>
                  <a:pt x="210126" y="184930"/>
                </a:lnTo>
                <a:lnTo>
                  <a:pt x="391393" y="147838"/>
                </a:lnTo>
                <a:cubicBezTo>
                  <a:pt x="370127" y="62610"/>
                  <a:pt x="294536" y="2096"/>
                  <a:pt x="206719" y="0"/>
                </a:cubicBezTo>
                <a:moveTo>
                  <a:pt x="377099" y="300328"/>
                </a:moveTo>
                <a:cubicBezTo>
                  <a:pt x="342188" y="390808"/>
                  <a:pt x="246112" y="441905"/>
                  <a:pt x="151573" y="420272"/>
                </a:cubicBezTo>
                <a:cubicBezTo>
                  <a:pt x="57035" y="398637"/>
                  <a:pt x="-7257" y="310841"/>
                  <a:pt x="658" y="214183"/>
                </a:cubicBezTo>
                <a:cubicBezTo>
                  <a:pt x="8572" y="117524"/>
                  <a:pt x="86289" y="41356"/>
                  <a:pt x="183087" y="35388"/>
                </a:cubicBezTo>
                <a:lnTo>
                  <a:pt x="186733" y="230234"/>
                </a:lnTo>
                <a:lnTo>
                  <a:pt x="186904" y="240184"/>
                </a:lnTo>
                <a:lnTo>
                  <a:pt x="377099" y="300328"/>
                </a:lnTo>
              </a:path>
            </a:pathLst>
          </a:custGeom>
          <a:solidFill>
            <a:schemeClr val="bg1"/>
          </a:solidFill>
          <a:ln w="1674" cap="flat">
            <a:noFill/>
            <a:prstDash val="solid"/>
            <a:miter/>
          </a:ln>
        </p:spPr>
        <p:txBody>
          <a:bodyPr rtlCol="0" anchor="ctr"/>
          <a:lstStyle/>
          <a:p>
            <a:endParaRPr lang="zh-CN" altLang="en-US"/>
          </a:p>
        </p:txBody>
      </p:sp>
      <p:grpSp>
        <p:nvGrpSpPr>
          <p:cNvPr id="174" name="图形 58" descr="数据展示"/>
          <p:cNvGrpSpPr/>
          <p:nvPr/>
        </p:nvGrpSpPr>
        <p:grpSpPr>
          <a:xfrm>
            <a:off x="4174826" y="1467720"/>
            <a:ext cx="406367" cy="406367"/>
            <a:chOff x="695026" y="1594720"/>
            <a:chExt cx="406367" cy="406367"/>
          </a:xfrm>
          <a:solidFill>
            <a:schemeClr val="bg1"/>
          </a:solidFill>
        </p:grpSpPr>
        <p:sp>
          <p:nvSpPr>
            <p:cNvPr id="175" name="任意多边形: 形状 174"/>
            <p:cNvSpPr/>
            <p:nvPr/>
          </p:nvSpPr>
          <p:spPr>
            <a:xfrm>
              <a:off x="765919" y="1891677"/>
              <a:ext cx="139548" cy="93782"/>
            </a:xfrm>
            <a:custGeom>
              <a:avLst/>
              <a:gdLst>
                <a:gd name="connsiteX0" fmla="*/ 2097 w 139548"/>
                <a:gd name="connsiteY0" fmla="*/ 85965 h 93782"/>
                <a:gd name="connsiteX1" fmla="*/ 7817 w 139548"/>
                <a:gd name="connsiteY1" fmla="*/ 64615 h 93782"/>
                <a:gd name="connsiteX2" fmla="*/ 116102 w 139548"/>
                <a:gd name="connsiteY2" fmla="*/ 2096 h 93782"/>
                <a:gd name="connsiteX3" fmla="*/ 137452 w 139548"/>
                <a:gd name="connsiteY3" fmla="*/ 7817 h 93782"/>
                <a:gd name="connsiteX4" fmla="*/ 131731 w 139548"/>
                <a:gd name="connsiteY4" fmla="*/ 29167 h 93782"/>
                <a:gd name="connsiteX5" fmla="*/ 23447 w 139548"/>
                <a:gd name="connsiteY5" fmla="*/ 91686 h 93782"/>
                <a:gd name="connsiteX6" fmla="*/ 2097 w 139548"/>
                <a:gd name="connsiteY6" fmla="*/ 85965 h 93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9548" h="93782">
                  <a:moveTo>
                    <a:pt x="2097" y="85965"/>
                  </a:moveTo>
                  <a:cubicBezTo>
                    <a:pt x="-2219" y="78490"/>
                    <a:pt x="342" y="68930"/>
                    <a:pt x="7817" y="64615"/>
                  </a:cubicBezTo>
                  <a:lnTo>
                    <a:pt x="116102" y="2096"/>
                  </a:lnTo>
                  <a:cubicBezTo>
                    <a:pt x="123577" y="-2220"/>
                    <a:pt x="133136" y="342"/>
                    <a:pt x="137452" y="7817"/>
                  </a:cubicBezTo>
                  <a:cubicBezTo>
                    <a:pt x="141768" y="15292"/>
                    <a:pt x="139206" y="24851"/>
                    <a:pt x="131731" y="29167"/>
                  </a:cubicBezTo>
                  <a:lnTo>
                    <a:pt x="23447" y="91686"/>
                  </a:lnTo>
                  <a:cubicBezTo>
                    <a:pt x="15971" y="96002"/>
                    <a:pt x="6412" y="93440"/>
                    <a:pt x="2097" y="85965"/>
                  </a:cubicBezTo>
                  <a:close/>
                </a:path>
              </a:pathLst>
            </a:custGeom>
            <a:solidFill>
              <a:schemeClr val="bg1"/>
            </a:solidFill>
            <a:ln w="1563" cap="flat">
              <a:noFill/>
              <a:prstDash val="solid"/>
              <a:miter/>
            </a:ln>
          </p:spPr>
          <p:txBody>
            <a:bodyPr rtlCol="0" anchor="ctr"/>
            <a:lstStyle/>
            <a:p>
              <a:endParaRPr lang="zh-CN" altLang="en-US"/>
            </a:p>
          </p:txBody>
        </p:sp>
        <p:sp>
          <p:nvSpPr>
            <p:cNvPr id="176" name="任意多边形: 形状 175"/>
            <p:cNvSpPr/>
            <p:nvPr/>
          </p:nvSpPr>
          <p:spPr>
            <a:xfrm>
              <a:off x="890952" y="1891677"/>
              <a:ext cx="139548" cy="93780"/>
            </a:xfrm>
            <a:custGeom>
              <a:avLst/>
              <a:gdLst>
                <a:gd name="connsiteX0" fmla="*/ 2097 w 139548"/>
                <a:gd name="connsiteY0" fmla="*/ 7817 h 93780"/>
                <a:gd name="connsiteX1" fmla="*/ 23447 w 139548"/>
                <a:gd name="connsiteY1" fmla="*/ 2096 h 93780"/>
                <a:gd name="connsiteX2" fmla="*/ 131731 w 139548"/>
                <a:gd name="connsiteY2" fmla="*/ 64613 h 93780"/>
                <a:gd name="connsiteX3" fmla="*/ 137452 w 139548"/>
                <a:gd name="connsiteY3" fmla="*/ 85964 h 93780"/>
                <a:gd name="connsiteX4" fmla="*/ 116102 w 139548"/>
                <a:gd name="connsiteY4" fmla="*/ 91685 h 93780"/>
                <a:gd name="connsiteX5" fmla="*/ 7818 w 139548"/>
                <a:gd name="connsiteY5" fmla="*/ 29167 h 93780"/>
                <a:gd name="connsiteX6" fmla="*/ 2097 w 139548"/>
                <a:gd name="connsiteY6" fmla="*/ 7817 h 93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9548" h="93780">
                  <a:moveTo>
                    <a:pt x="2097" y="7817"/>
                  </a:moveTo>
                  <a:cubicBezTo>
                    <a:pt x="6413" y="342"/>
                    <a:pt x="15972" y="-2220"/>
                    <a:pt x="23447" y="2096"/>
                  </a:cubicBezTo>
                  <a:lnTo>
                    <a:pt x="131731" y="64613"/>
                  </a:lnTo>
                  <a:cubicBezTo>
                    <a:pt x="139206" y="68930"/>
                    <a:pt x="141768" y="78489"/>
                    <a:pt x="137452" y="85964"/>
                  </a:cubicBezTo>
                  <a:cubicBezTo>
                    <a:pt x="133136" y="93439"/>
                    <a:pt x="123577" y="96001"/>
                    <a:pt x="116102" y="91685"/>
                  </a:cubicBezTo>
                  <a:lnTo>
                    <a:pt x="7818" y="29167"/>
                  </a:lnTo>
                  <a:cubicBezTo>
                    <a:pt x="341" y="24851"/>
                    <a:pt x="-2219" y="15292"/>
                    <a:pt x="2097" y="7817"/>
                  </a:cubicBezTo>
                  <a:close/>
                </a:path>
              </a:pathLst>
            </a:custGeom>
            <a:solidFill>
              <a:schemeClr val="bg1"/>
            </a:solidFill>
            <a:ln w="1563" cap="flat">
              <a:noFill/>
              <a:prstDash val="solid"/>
              <a:miter/>
            </a:ln>
          </p:spPr>
          <p:txBody>
            <a:bodyPr rtlCol="0" anchor="ctr"/>
            <a:lstStyle/>
            <a:p>
              <a:endParaRPr lang="zh-CN" altLang="en-US"/>
            </a:p>
          </p:txBody>
        </p:sp>
        <p:sp>
          <p:nvSpPr>
            <p:cNvPr id="177" name="任意多边形: 形状 176"/>
            <p:cNvSpPr/>
            <p:nvPr/>
          </p:nvSpPr>
          <p:spPr>
            <a:xfrm>
              <a:off x="882577" y="1876051"/>
              <a:ext cx="31260" cy="125035"/>
            </a:xfrm>
            <a:custGeom>
              <a:avLst/>
              <a:gdLst>
                <a:gd name="connsiteX0" fmla="*/ 0 w 31260"/>
                <a:gd name="connsiteY0" fmla="*/ 15629 h 125035"/>
                <a:gd name="connsiteX1" fmla="*/ 15629 w 31260"/>
                <a:gd name="connsiteY1" fmla="*/ 0 h 125035"/>
                <a:gd name="connsiteX2" fmla="*/ 31260 w 31260"/>
                <a:gd name="connsiteY2" fmla="*/ 15629 h 125035"/>
                <a:gd name="connsiteX3" fmla="*/ 31260 w 31260"/>
                <a:gd name="connsiteY3" fmla="*/ 109406 h 125035"/>
                <a:gd name="connsiteX4" fmla="*/ 15629 w 31260"/>
                <a:gd name="connsiteY4" fmla="*/ 125036 h 125035"/>
                <a:gd name="connsiteX5" fmla="*/ 0 w 31260"/>
                <a:gd name="connsiteY5" fmla="*/ 109406 h 125035"/>
                <a:gd name="connsiteX6" fmla="*/ 0 w 31260"/>
                <a:gd name="connsiteY6" fmla="*/ 15629 h 125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260" h="125035">
                  <a:moveTo>
                    <a:pt x="0" y="15629"/>
                  </a:moveTo>
                  <a:cubicBezTo>
                    <a:pt x="0" y="6999"/>
                    <a:pt x="6999" y="0"/>
                    <a:pt x="15629" y="0"/>
                  </a:cubicBezTo>
                  <a:cubicBezTo>
                    <a:pt x="24261" y="0"/>
                    <a:pt x="31260" y="6999"/>
                    <a:pt x="31260" y="15629"/>
                  </a:cubicBezTo>
                  <a:lnTo>
                    <a:pt x="31260" y="109406"/>
                  </a:lnTo>
                  <a:cubicBezTo>
                    <a:pt x="31260" y="118038"/>
                    <a:pt x="24261" y="125036"/>
                    <a:pt x="15629" y="125036"/>
                  </a:cubicBezTo>
                  <a:cubicBezTo>
                    <a:pt x="6999" y="125036"/>
                    <a:pt x="0" y="118038"/>
                    <a:pt x="0" y="109406"/>
                  </a:cubicBezTo>
                  <a:lnTo>
                    <a:pt x="0" y="15629"/>
                  </a:lnTo>
                  <a:close/>
                </a:path>
              </a:pathLst>
            </a:custGeom>
            <a:solidFill>
              <a:schemeClr val="bg1"/>
            </a:solidFill>
            <a:ln w="1563" cap="flat">
              <a:noFill/>
              <a:prstDash val="solid"/>
              <a:miter/>
            </a:ln>
          </p:spPr>
          <p:txBody>
            <a:bodyPr rtlCol="0" anchor="ctr"/>
            <a:lstStyle/>
            <a:p>
              <a:endParaRPr lang="zh-CN" altLang="en-US"/>
            </a:p>
          </p:txBody>
        </p:sp>
        <p:sp>
          <p:nvSpPr>
            <p:cNvPr id="178" name="任意多边形: 形状 177"/>
            <p:cNvSpPr/>
            <p:nvPr/>
          </p:nvSpPr>
          <p:spPr>
            <a:xfrm>
              <a:off x="695026" y="1594720"/>
              <a:ext cx="406367" cy="296960"/>
            </a:xfrm>
            <a:custGeom>
              <a:avLst/>
              <a:gdLst>
                <a:gd name="connsiteX0" fmla="*/ 0 w 406367"/>
                <a:gd name="connsiteY0" fmla="*/ 240268 h 296960"/>
                <a:gd name="connsiteX1" fmla="*/ 85311 w 406367"/>
                <a:gd name="connsiteY1" fmla="*/ 160367 h 296960"/>
                <a:gd name="connsiteX2" fmla="*/ 168342 w 406367"/>
                <a:gd name="connsiteY2" fmla="*/ 238841 h 296960"/>
                <a:gd name="connsiteX3" fmla="*/ 284262 w 406367"/>
                <a:gd name="connsiteY3" fmla="*/ 123082 h 296960"/>
                <a:gd name="connsiteX4" fmla="*/ 328219 w 406367"/>
                <a:gd name="connsiteY4" fmla="*/ 160528 h 296960"/>
                <a:gd name="connsiteX5" fmla="*/ 328219 w 406367"/>
                <a:gd name="connsiteY5" fmla="*/ 46889 h 296960"/>
                <a:gd name="connsiteX6" fmla="*/ 206114 w 406367"/>
                <a:gd name="connsiteY6" fmla="*/ 46889 h 296960"/>
                <a:gd name="connsiteX7" fmla="*/ 251374 w 406367"/>
                <a:gd name="connsiteY7" fmla="*/ 90195 h 296960"/>
                <a:gd name="connsiteX8" fmla="*/ 167691 w 406367"/>
                <a:gd name="connsiteY8" fmla="*/ 177951 h 296960"/>
                <a:gd name="connsiteX9" fmla="*/ 85311 w 406367"/>
                <a:gd name="connsiteY9" fmla="*/ 98501 h 296960"/>
                <a:gd name="connsiteX10" fmla="*/ 0 w 406367"/>
                <a:gd name="connsiteY10" fmla="*/ 180952 h 296960"/>
                <a:gd name="connsiteX11" fmla="*/ 0 w 406367"/>
                <a:gd name="connsiteY11" fmla="*/ 31259 h 296960"/>
                <a:gd name="connsiteX12" fmla="*/ 31259 w 406367"/>
                <a:gd name="connsiteY12" fmla="*/ 0 h 296960"/>
                <a:gd name="connsiteX13" fmla="*/ 375109 w 406367"/>
                <a:gd name="connsiteY13" fmla="*/ 0 h 296960"/>
                <a:gd name="connsiteX14" fmla="*/ 406367 w 406367"/>
                <a:gd name="connsiteY14" fmla="*/ 31259 h 296960"/>
                <a:gd name="connsiteX15" fmla="*/ 406367 w 406367"/>
                <a:gd name="connsiteY15" fmla="*/ 265702 h 296960"/>
                <a:gd name="connsiteX16" fmla="*/ 375109 w 406367"/>
                <a:gd name="connsiteY16" fmla="*/ 296961 h 296960"/>
                <a:gd name="connsiteX17" fmla="*/ 31259 w 406367"/>
                <a:gd name="connsiteY17" fmla="*/ 296961 h 296960"/>
                <a:gd name="connsiteX18" fmla="*/ 0 w 406367"/>
                <a:gd name="connsiteY18" fmla="*/ 265702 h 296960"/>
                <a:gd name="connsiteX19" fmla="*/ 0 w 406367"/>
                <a:gd name="connsiteY19" fmla="*/ 240268 h 296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06367" h="296960">
                  <a:moveTo>
                    <a:pt x="0" y="240268"/>
                  </a:moveTo>
                  <a:lnTo>
                    <a:pt x="85311" y="160367"/>
                  </a:lnTo>
                  <a:lnTo>
                    <a:pt x="168342" y="238841"/>
                  </a:lnTo>
                  <a:lnTo>
                    <a:pt x="284262" y="123082"/>
                  </a:lnTo>
                  <a:lnTo>
                    <a:pt x="328219" y="160528"/>
                  </a:lnTo>
                  <a:lnTo>
                    <a:pt x="328219" y="46889"/>
                  </a:lnTo>
                  <a:lnTo>
                    <a:pt x="206114" y="46889"/>
                  </a:lnTo>
                  <a:lnTo>
                    <a:pt x="251374" y="90195"/>
                  </a:lnTo>
                  <a:lnTo>
                    <a:pt x="167691" y="177951"/>
                  </a:lnTo>
                  <a:lnTo>
                    <a:pt x="85311" y="98501"/>
                  </a:lnTo>
                  <a:lnTo>
                    <a:pt x="0" y="180952"/>
                  </a:lnTo>
                  <a:lnTo>
                    <a:pt x="0" y="31259"/>
                  </a:lnTo>
                  <a:cubicBezTo>
                    <a:pt x="0" y="13995"/>
                    <a:pt x="13995" y="0"/>
                    <a:pt x="31259" y="0"/>
                  </a:cubicBezTo>
                  <a:lnTo>
                    <a:pt x="375109" y="0"/>
                  </a:lnTo>
                  <a:cubicBezTo>
                    <a:pt x="392373" y="0"/>
                    <a:pt x="406367" y="13995"/>
                    <a:pt x="406367" y="31259"/>
                  </a:cubicBezTo>
                  <a:lnTo>
                    <a:pt x="406367" y="265702"/>
                  </a:lnTo>
                  <a:cubicBezTo>
                    <a:pt x="406367" y="282966"/>
                    <a:pt x="392373" y="296961"/>
                    <a:pt x="375109" y="296961"/>
                  </a:cubicBezTo>
                  <a:lnTo>
                    <a:pt x="31259" y="296961"/>
                  </a:lnTo>
                  <a:cubicBezTo>
                    <a:pt x="13995" y="296961"/>
                    <a:pt x="0" y="282966"/>
                    <a:pt x="0" y="265702"/>
                  </a:cubicBezTo>
                  <a:lnTo>
                    <a:pt x="0" y="240268"/>
                  </a:lnTo>
                  <a:close/>
                </a:path>
              </a:pathLst>
            </a:custGeom>
            <a:solidFill>
              <a:schemeClr val="bg1"/>
            </a:solidFill>
            <a:ln w="1563" cap="flat">
              <a:noFill/>
              <a:prstDash val="solid"/>
              <a:miter/>
            </a:ln>
          </p:spPr>
          <p:txBody>
            <a:bodyPr rtlCol="0" anchor="ctr"/>
            <a:lstStyle/>
            <a:p>
              <a:endParaRPr lang="zh-CN" altLang="en-US"/>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6749144" y="2081163"/>
            <a:ext cx="4740984" cy="109400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542925" y="1657350"/>
            <a:ext cx="1828800" cy="523220"/>
          </a:xfrm>
          <a:prstGeom prst="rect">
            <a:avLst/>
          </a:prstGeom>
          <a:noFill/>
        </p:spPr>
        <p:txBody>
          <a:bodyPr wrap="square" rtlCol="0">
            <a:spAutoFit/>
          </a:bodyPr>
          <a:lstStyle/>
          <a:p>
            <a:r>
              <a:rPr lang="zh-CN" altLang="en-US" sz="2800" b="1" dirty="0">
                <a:solidFill>
                  <a:sysClr val="windowText" lastClr="000000"/>
                </a:solidFill>
                <a:latin typeface="微软雅黑" panose="020B0503020204020204" pitchFamily="34" charset="-122"/>
                <a:ea typeface="微软雅黑" panose="020B0503020204020204" pitchFamily="34" charset="-122"/>
              </a:rPr>
              <a:t>研究背景</a:t>
            </a:r>
            <a:endParaRPr lang="zh-CN" altLang="en-US" sz="2800" b="1" dirty="0">
              <a:solidFill>
                <a:sysClr val="windowText" lastClr="000000"/>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2" y="5522661"/>
            <a:ext cx="2867026" cy="921872"/>
            <a:chOff x="-2" y="1537960"/>
            <a:chExt cx="2867026" cy="921872"/>
          </a:xfrm>
        </p:grpSpPr>
        <p:sp>
          <p:nvSpPr>
            <p:cNvPr id="11" name="矩形 10"/>
            <p:cNvSpPr/>
            <p:nvPr/>
          </p:nvSpPr>
          <p:spPr>
            <a:xfrm>
              <a:off x="-1" y="1537960"/>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直角三角形 11"/>
            <p:cNvSpPr/>
            <p:nvPr/>
          </p:nvSpPr>
          <p:spPr>
            <a:xfrm rot="10800000">
              <a:off x="-2" y="2299960"/>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 name="文本框 13"/>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endParaRPr lang="zh-CN" altLang="en-US" sz="4800" b="1" dirty="0">
              <a:solidFill>
                <a:schemeClr val="accent1"/>
              </a:solidFill>
              <a:latin typeface="微软雅黑" panose="020B0503020204020204" pitchFamily="34" charset="-122"/>
              <a:ea typeface="微软雅黑" panose="020B0503020204020204" pitchFamily="34" charset="-122"/>
            </a:endParaRPr>
          </a:p>
        </p:txBody>
      </p:sp>
      <p:sp>
        <p:nvSpPr>
          <p:cNvPr id="15" name="文本框 14"/>
          <p:cNvSpPr txBox="1"/>
          <p:nvPr/>
        </p:nvSpPr>
        <p:spPr>
          <a:xfrm>
            <a:off x="3979636" y="1520170"/>
            <a:ext cx="2946400" cy="2215991"/>
          </a:xfrm>
          <a:prstGeom prst="rect">
            <a:avLst/>
          </a:prstGeom>
          <a:noFill/>
        </p:spPr>
        <p:txBody>
          <a:bodyPr wrap="square" rtlCol="0">
            <a:spAutoFit/>
          </a:bodyPr>
          <a:lstStyle/>
          <a:p>
            <a:pPr algn="ctr"/>
            <a:r>
              <a:rPr lang="en-US" altLang="zh-CN" sz="13800" b="1" dirty="0">
                <a:solidFill>
                  <a:schemeClr val="accent1"/>
                </a:solidFill>
                <a:latin typeface="微软雅黑" panose="020B0503020204020204" pitchFamily="34" charset="-122"/>
                <a:ea typeface="微软雅黑" panose="020B0503020204020204" pitchFamily="34" charset="-122"/>
              </a:rPr>
              <a:t>05</a:t>
            </a:r>
            <a:endParaRPr lang="zh-CN" altLang="en-US" sz="13800" b="1" dirty="0">
              <a:solidFill>
                <a:schemeClr val="accent1"/>
              </a:solidFill>
              <a:latin typeface="微软雅黑" panose="020B0503020204020204" pitchFamily="34" charset="-122"/>
              <a:ea typeface="微软雅黑" panose="020B0503020204020204" pitchFamily="34" charset="-122"/>
            </a:endParaRPr>
          </a:p>
        </p:txBody>
      </p:sp>
      <p:sp>
        <p:nvSpPr>
          <p:cNvPr id="18" name="文本框 17"/>
          <p:cNvSpPr txBox="1"/>
          <p:nvPr/>
        </p:nvSpPr>
        <p:spPr>
          <a:xfrm>
            <a:off x="7208701" y="2151111"/>
            <a:ext cx="4119335" cy="954107"/>
          </a:xfrm>
          <a:prstGeom prst="rect">
            <a:avLst/>
          </a:prstGeom>
          <a:noFill/>
        </p:spPr>
        <p:txBody>
          <a:bodyPr wrap="square" rtlCol="0">
            <a:spAutoFit/>
          </a:bodyPr>
          <a:lstStyle/>
          <a:p>
            <a:r>
              <a:rPr lang="zh-CN" altLang="en-US" sz="3600" b="1" dirty="0">
                <a:solidFill>
                  <a:schemeClr val="bg1"/>
                </a:solidFill>
              </a:rPr>
              <a:t>总结与讨论</a:t>
            </a:r>
            <a:endParaRPr lang="en-US" altLang="zh-CN" sz="3600" b="1" dirty="0">
              <a:solidFill>
                <a:schemeClr val="bg1"/>
              </a:solidFill>
            </a:endParaRPr>
          </a:p>
          <a:p>
            <a:r>
              <a:rPr lang="en-US" altLang="zh-CN" sz="2000" dirty="0">
                <a:solidFill>
                  <a:schemeClr val="bg1"/>
                </a:solidFill>
                <a:latin typeface="微软雅黑" panose="020B0503020204020204" pitchFamily="34" charset="-122"/>
                <a:ea typeface="微软雅黑" panose="020B0503020204020204" pitchFamily="34" charset="-122"/>
              </a:rPr>
              <a:t>Summary and Discussion</a:t>
            </a:r>
            <a:endParaRPr lang="en-US" altLang="zh-CN" sz="2000" dirty="0">
              <a:solidFill>
                <a:schemeClr val="bg1"/>
              </a:solidFill>
              <a:latin typeface="微软雅黑" panose="020B0503020204020204" pitchFamily="34" charset="-122"/>
              <a:ea typeface="微软雅黑" panose="020B0503020204020204" pitchFamily="34" charset="-122"/>
            </a:endParaRPr>
          </a:p>
        </p:txBody>
      </p:sp>
      <p:sp>
        <p:nvSpPr>
          <p:cNvPr id="20" name="文本框 19"/>
          <p:cNvSpPr txBox="1"/>
          <p:nvPr/>
        </p:nvSpPr>
        <p:spPr>
          <a:xfrm>
            <a:off x="6571653" y="3629017"/>
            <a:ext cx="4064000" cy="1848711"/>
          </a:xfrm>
          <a:prstGeom prst="rect">
            <a:avLst/>
          </a:prstGeom>
          <a:noFill/>
        </p:spPr>
        <p:txBody>
          <a:bodyPr wrap="square" rtlCol="0">
            <a:spAutoFit/>
          </a:bodyPr>
          <a:lstStyle/>
          <a:p>
            <a:pPr marL="285750" indent="-285750">
              <a:lnSpc>
                <a:spcPts val="35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研究总结</a:t>
            </a:r>
            <a:endParaRPr lang="en-US" altLang="zh-CN" sz="2400" dirty="0">
              <a:latin typeface="微软雅黑" panose="020B0503020204020204" pitchFamily="34" charset="-122"/>
              <a:ea typeface="微软雅黑" panose="020B0503020204020204" pitchFamily="34" charset="-122"/>
            </a:endParaRPr>
          </a:p>
          <a:p>
            <a:pPr marL="285750" indent="-285750">
              <a:lnSpc>
                <a:spcPts val="35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结果讨论</a:t>
            </a:r>
            <a:endParaRPr lang="en-US" altLang="zh-CN" sz="2400" dirty="0">
              <a:latin typeface="微软雅黑" panose="020B0503020204020204" pitchFamily="34" charset="-122"/>
              <a:ea typeface="微软雅黑" panose="020B0503020204020204" pitchFamily="34" charset="-122"/>
            </a:endParaRPr>
          </a:p>
          <a:p>
            <a:pPr marL="285750" indent="-285750">
              <a:lnSpc>
                <a:spcPts val="35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参考文献</a:t>
            </a:r>
            <a:endParaRPr lang="en-US" altLang="zh-CN" sz="2400" dirty="0">
              <a:latin typeface="微软雅黑" panose="020B0503020204020204" pitchFamily="34" charset="-122"/>
              <a:ea typeface="微软雅黑" panose="020B0503020204020204" pitchFamily="34" charset="-122"/>
            </a:endParaRPr>
          </a:p>
          <a:p>
            <a:pPr marL="285750" indent="-285750">
              <a:lnSpc>
                <a:spcPts val="3500"/>
              </a:lnSpc>
              <a:buFont typeface="Arial" panose="020B0604020202020204" pitchFamily="34" charset="0"/>
              <a:buChar char="•"/>
            </a:pPr>
            <a:endParaRPr lang="en-US" altLang="zh-CN" sz="2400" dirty="0">
              <a:latin typeface="微软雅黑" panose="020B0503020204020204" pitchFamily="34" charset="-122"/>
              <a:ea typeface="微软雅黑" panose="020B0503020204020204" pitchFamily="34" charset="-122"/>
            </a:endParaRPr>
          </a:p>
        </p:txBody>
      </p:sp>
      <p:grpSp>
        <p:nvGrpSpPr>
          <p:cNvPr id="22" name="组合 21"/>
          <p:cNvGrpSpPr/>
          <p:nvPr/>
        </p:nvGrpSpPr>
        <p:grpSpPr>
          <a:xfrm flipH="1">
            <a:off x="10375900" y="6121400"/>
            <a:ext cx="1282700" cy="421640"/>
            <a:chOff x="495300" y="304800"/>
            <a:chExt cx="1282700" cy="421640"/>
          </a:xfrm>
        </p:grpSpPr>
        <p:sp>
          <p:nvSpPr>
            <p:cNvPr id="23" name="矩形: 圆角 22"/>
            <p:cNvSpPr/>
            <p:nvPr/>
          </p:nvSpPr>
          <p:spPr>
            <a:xfrm>
              <a:off x="495300" y="304800"/>
              <a:ext cx="7920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角 23"/>
            <p:cNvSpPr/>
            <p:nvPr/>
          </p:nvSpPr>
          <p:spPr>
            <a:xfrm>
              <a:off x="495300" y="485140"/>
              <a:ext cx="12827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圆角 24"/>
            <p:cNvSpPr/>
            <p:nvPr/>
          </p:nvSpPr>
          <p:spPr>
            <a:xfrm>
              <a:off x="495300" y="665480"/>
              <a:ext cx="5400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 name="文本框 6"/>
          <p:cNvSpPr txBox="1"/>
          <p:nvPr/>
        </p:nvSpPr>
        <p:spPr>
          <a:xfrm>
            <a:off x="542925" y="2650331"/>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目的与意义</a:t>
            </a:r>
            <a:endParaRPr lang="zh-CN" altLang="en-US" sz="2800" b="1" dirty="0">
              <a:latin typeface="微软雅黑" panose="020B0503020204020204" pitchFamily="34" charset="-122"/>
              <a:ea typeface="微软雅黑" panose="020B0503020204020204" pitchFamily="34" charset="-122"/>
            </a:endParaRPr>
          </a:p>
        </p:txBody>
      </p:sp>
      <p:sp>
        <p:nvSpPr>
          <p:cNvPr id="8" name="文本框 7"/>
          <p:cNvSpPr txBox="1"/>
          <p:nvPr/>
        </p:nvSpPr>
        <p:spPr>
          <a:xfrm>
            <a:off x="542925" y="3643312"/>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方法与过程</a:t>
            </a:r>
            <a:endParaRPr lang="zh-CN" altLang="en-US" sz="2800" b="1" dirty="0">
              <a:latin typeface="微软雅黑" panose="020B0503020204020204" pitchFamily="34" charset="-122"/>
              <a:ea typeface="微软雅黑" panose="020B0503020204020204" pitchFamily="34" charset="-122"/>
            </a:endParaRPr>
          </a:p>
        </p:txBody>
      </p:sp>
      <p:sp>
        <p:nvSpPr>
          <p:cNvPr id="9" name="文本框 8"/>
          <p:cNvSpPr txBox="1"/>
          <p:nvPr/>
        </p:nvSpPr>
        <p:spPr>
          <a:xfrm>
            <a:off x="542925" y="4636293"/>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结果与分析</a:t>
            </a:r>
            <a:endParaRPr lang="zh-CN" altLang="en-US" sz="2800" b="1"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542925" y="5629275"/>
            <a:ext cx="2019300"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总结与讨论</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542925" y="1657350"/>
            <a:ext cx="1828800" cy="523220"/>
          </a:xfrm>
          <a:prstGeom prst="rect">
            <a:avLst/>
          </a:prstGeom>
          <a:noFill/>
        </p:spPr>
        <p:txBody>
          <a:bodyPr wrap="square" rtlCol="0">
            <a:spAutoFit/>
          </a:bodyPr>
          <a:lstStyle/>
          <a:p>
            <a:r>
              <a:rPr lang="zh-CN" altLang="en-US" sz="2800" b="1" dirty="0">
                <a:solidFill>
                  <a:sysClr val="windowText" lastClr="000000"/>
                </a:solidFill>
                <a:latin typeface="微软雅黑" panose="020B0503020204020204" pitchFamily="34" charset="-122"/>
                <a:ea typeface="微软雅黑" panose="020B0503020204020204" pitchFamily="34" charset="-122"/>
              </a:rPr>
              <a:t>研究背景</a:t>
            </a:r>
            <a:endParaRPr lang="zh-CN" altLang="en-US" sz="2800" b="1" dirty="0">
              <a:solidFill>
                <a:sysClr val="windowText" lastClr="000000"/>
              </a:solidFill>
              <a:latin typeface="微软雅黑" panose="020B0503020204020204" pitchFamily="34" charset="-122"/>
              <a:ea typeface="微软雅黑" panose="020B0503020204020204" pitchFamily="34" charset="-122"/>
            </a:endParaRPr>
          </a:p>
        </p:txBody>
      </p:sp>
      <p:sp>
        <p:nvSpPr>
          <p:cNvPr id="11" name="矩形 10"/>
          <p:cNvSpPr/>
          <p:nvPr/>
        </p:nvSpPr>
        <p:spPr>
          <a:xfrm>
            <a:off x="-1" y="5522661"/>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直角三角形 11"/>
          <p:cNvSpPr/>
          <p:nvPr/>
        </p:nvSpPr>
        <p:spPr>
          <a:xfrm rot="10800000">
            <a:off x="-2" y="6284661"/>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endParaRPr lang="zh-CN" altLang="en-US" sz="4800" b="1" dirty="0">
              <a:solidFill>
                <a:schemeClr val="accent1"/>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542925" y="2650331"/>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目的与意义</a:t>
            </a:r>
            <a:endParaRPr lang="zh-CN" altLang="en-US" sz="2800" b="1" dirty="0">
              <a:latin typeface="微软雅黑" panose="020B0503020204020204" pitchFamily="34" charset="-122"/>
              <a:ea typeface="微软雅黑" panose="020B0503020204020204" pitchFamily="34" charset="-122"/>
            </a:endParaRPr>
          </a:p>
        </p:txBody>
      </p:sp>
      <p:sp>
        <p:nvSpPr>
          <p:cNvPr id="8" name="文本框 7"/>
          <p:cNvSpPr txBox="1"/>
          <p:nvPr/>
        </p:nvSpPr>
        <p:spPr>
          <a:xfrm>
            <a:off x="542925" y="3643312"/>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方法与过程</a:t>
            </a:r>
            <a:endParaRPr lang="zh-CN" altLang="en-US" sz="2800" b="1" dirty="0">
              <a:latin typeface="微软雅黑" panose="020B0503020204020204" pitchFamily="34" charset="-122"/>
              <a:ea typeface="微软雅黑" panose="020B0503020204020204" pitchFamily="34" charset="-122"/>
            </a:endParaRPr>
          </a:p>
        </p:txBody>
      </p:sp>
      <p:sp>
        <p:nvSpPr>
          <p:cNvPr id="9" name="文本框 8"/>
          <p:cNvSpPr txBox="1"/>
          <p:nvPr/>
        </p:nvSpPr>
        <p:spPr>
          <a:xfrm>
            <a:off x="542925" y="4636293"/>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结果与分析</a:t>
            </a:r>
            <a:endParaRPr lang="zh-CN" altLang="en-US" sz="2800" b="1"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542925" y="5629275"/>
            <a:ext cx="2019300"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总结与讨论</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5" name="矩形 4"/>
          <p:cNvSpPr/>
          <p:nvPr/>
        </p:nvSpPr>
        <p:spPr>
          <a:xfrm>
            <a:off x="3396996" y="797947"/>
            <a:ext cx="8316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3403600" y="162578"/>
            <a:ext cx="45085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研究总结</a:t>
            </a:r>
            <a:endParaRPr lang="zh-CN" altLang="en-US" sz="2800" b="1" dirty="0">
              <a:latin typeface="微软雅黑" panose="020B0503020204020204" pitchFamily="34" charset="-122"/>
              <a:ea typeface="微软雅黑" panose="020B0503020204020204" pitchFamily="34" charset="-122"/>
            </a:endParaRPr>
          </a:p>
        </p:txBody>
      </p:sp>
      <p:sp>
        <p:nvSpPr>
          <p:cNvPr id="52" name="椭圆 51"/>
          <p:cNvSpPr/>
          <p:nvPr/>
        </p:nvSpPr>
        <p:spPr>
          <a:xfrm>
            <a:off x="3588384" y="2821781"/>
            <a:ext cx="2320927" cy="2320927"/>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椭圆 54"/>
          <p:cNvSpPr/>
          <p:nvPr/>
        </p:nvSpPr>
        <p:spPr>
          <a:xfrm>
            <a:off x="3182620" y="2203292"/>
            <a:ext cx="2601096" cy="2601096"/>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七角星 4"/>
          <p:cNvSpPr/>
          <p:nvPr/>
        </p:nvSpPr>
        <p:spPr>
          <a:xfrm>
            <a:off x="3114674" y="2161381"/>
            <a:ext cx="1050290" cy="1050290"/>
          </a:xfrm>
          <a:prstGeom prst="star7">
            <a:avLst>
              <a:gd name="adj" fmla="val 38391"/>
              <a:gd name="hf" fmla="val 102572"/>
              <a:gd name="vf" fmla="val 105210"/>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文本框 63"/>
          <p:cNvSpPr txBox="1"/>
          <p:nvPr/>
        </p:nvSpPr>
        <p:spPr>
          <a:xfrm>
            <a:off x="4176395" y="2763360"/>
            <a:ext cx="1313180" cy="398780"/>
          </a:xfrm>
          <a:prstGeom prst="rect">
            <a:avLst/>
          </a:prstGeom>
          <a:noFill/>
        </p:spPr>
        <p:txBody>
          <a:bodyPr wrap="square" rtlCol="0">
            <a:spAutoFit/>
          </a:bodyPr>
          <a:lstStyle/>
          <a:p>
            <a:pPr algn="dist"/>
            <a:r>
              <a:rPr lang="zh-CN" altLang="en-US" sz="2000" dirty="0">
                <a:solidFill>
                  <a:schemeClr val="bg1"/>
                </a:solidFill>
                <a:latin typeface="微软雅黑" panose="020B0503020204020204" pitchFamily="34" charset="-122"/>
                <a:ea typeface="微软雅黑" panose="020B0503020204020204" pitchFamily="34" charset="-122"/>
              </a:rPr>
              <a:t>添加标题</a:t>
            </a:r>
            <a:endParaRPr lang="zh-CN" altLang="en-US" sz="2000" dirty="0">
              <a:solidFill>
                <a:schemeClr val="bg1"/>
              </a:solidFill>
              <a:latin typeface="微软雅黑" panose="020B0503020204020204" pitchFamily="34" charset="-122"/>
              <a:ea typeface="微软雅黑" panose="020B0503020204020204" pitchFamily="34" charset="-122"/>
            </a:endParaRPr>
          </a:p>
        </p:txBody>
      </p:sp>
      <p:sp>
        <p:nvSpPr>
          <p:cNvPr id="65" name="文本框 64"/>
          <p:cNvSpPr txBox="1"/>
          <p:nvPr/>
        </p:nvSpPr>
        <p:spPr>
          <a:xfrm>
            <a:off x="3370913" y="3297542"/>
            <a:ext cx="2180120" cy="1155065"/>
          </a:xfrm>
          <a:prstGeom prst="rect">
            <a:avLst/>
          </a:prstGeom>
          <a:noFill/>
        </p:spPr>
        <p:txBody>
          <a:bodyPr wrap="square" rtlCol="0">
            <a:noAutofit/>
          </a:bodyPr>
          <a:lstStyle/>
          <a:p>
            <a:r>
              <a:rPr lang="zh-CN" altLang="en-US" sz="1400" dirty="0">
                <a:solidFill>
                  <a:schemeClr val="bg1"/>
                </a:solidFill>
                <a:latin typeface="微软雅黑" panose="020B0503020204020204" pitchFamily="34" charset="-122"/>
                <a:ea typeface="微软雅黑" panose="020B0503020204020204" pitchFamily="34" charset="-122"/>
              </a:rPr>
              <a:t>这里输入正文内容这里输入正文内容这里输入正文内容这里输入正文内容这里输入正文内容</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70" name="椭圆 69"/>
          <p:cNvSpPr/>
          <p:nvPr/>
        </p:nvSpPr>
        <p:spPr>
          <a:xfrm>
            <a:off x="6607863" y="2821781"/>
            <a:ext cx="2320927" cy="2320927"/>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椭圆 70"/>
          <p:cNvSpPr/>
          <p:nvPr/>
        </p:nvSpPr>
        <p:spPr>
          <a:xfrm>
            <a:off x="6202099" y="2203292"/>
            <a:ext cx="2601096" cy="260109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七角星 4"/>
          <p:cNvSpPr/>
          <p:nvPr/>
        </p:nvSpPr>
        <p:spPr>
          <a:xfrm>
            <a:off x="6134153" y="2161381"/>
            <a:ext cx="1050290" cy="1050290"/>
          </a:xfrm>
          <a:prstGeom prst="star7">
            <a:avLst>
              <a:gd name="adj" fmla="val 38391"/>
              <a:gd name="hf" fmla="val 102572"/>
              <a:gd name="vf" fmla="val 105210"/>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文本框 73"/>
          <p:cNvSpPr txBox="1"/>
          <p:nvPr/>
        </p:nvSpPr>
        <p:spPr>
          <a:xfrm>
            <a:off x="7195874" y="2763360"/>
            <a:ext cx="1313180" cy="398780"/>
          </a:xfrm>
          <a:prstGeom prst="rect">
            <a:avLst/>
          </a:prstGeom>
          <a:noFill/>
        </p:spPr>
        <p:txBody>
          <a:bodyPr wrap="square" rtlCol="0">
            <a:spAutoFit/>
          </a:bodyPr>
          <a:lstStyle/>
          <a:p>
            <a:pPr algn="dist"/>
            <a:r>
              <a:rPr lang="zh-CN" altLang="en-US" sz="2000" dirty="0">
                <a:solidFill>
                  <a:schemeClr val="bg1"/>
                </a:solidFill>
                <a:latin typeface="微软雅黑" panose="020B0503020204020204" pitchFamily="34" charset="-122"/>
                <a:ea typeface="微软雅黑" panose="020B0503020204020204" pitchFamily="34" charset="-122"/>
              </a:rPr>
              <a:t>添加标题</a:t>
            </a:r>
            <a:endParaRPr lang="zh-CN" altLang="en-US" sz="2000" dirty="0">
              <a:solidFill>
                <a:schemeClr val="bg1"/>
              </a:solidFill>
              <a:latin typeface="微软雅黑" panose="020B0503020204020204" pitchFamily="34" charset="-122"/>
              <a:ea typeface="微软雅黑" panose="020B0503020204020204" pitchFamily="34" charset="-122"/>
            </a:endParaRPr>
          </a:p>
        </p:txBody>
      </p:sp>
      <p:sp>
        <p:nvSpPr>
          <p:cNvPr id="76" name="椭圆 75"/>
          <p:cNvSpPr/>
          <p:nvPr/>
        </p:nvSpPr>
        <p:spPr>
          <a:xfrm>
            <a:off x="9627342" y="2821781"/>
            <a:ext cx="2320927" cy="2320927"/>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椭圆 76"/>
          <p:cNvSpPr/>
          <p:nvPr/>
        </p:nvSpPr>
        <p:spPr>
          <a:xfrm>
            <a:off x="9221578" y="2203292"/>
            <a:ext cx="2601096" cy="2601096"/>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七角星 4"/>
          <p:cNvSpPr/>
          <p:nvPr/>
        </p:nvSpPr>
        <p:spPr>
          <a:xfrm>
            <a:off x="9153632" y="2161381"/>
            <a:ext cx="1050290" cy="1050290"/>
          </a:xfrm>
          <a:prstGeom prst="star7">
            <a:avLst>
              <a:gd name="adj" fmla="val 38391"/>
              <a:gd name="hf" fmla="val 102572"/>
              <a:gd name="vf" fmla="val 105210"/>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文本框 79"/>
          <p:cNvSpPr txBox="1"/>
          <p:nvPr/>
        </p:nvSpPr>
        <p:spPr>
          <a:xfrm>
            <a:off x="10215353" y="2763360"/>
            <a:ext cx="1313180" cy="398780"/>
          </a:xfrm>
          <a:prstGeom prst="rect">
            <a:avLst/>
          </a:prstGeom>
          <a:noFill/>
        </p:spPr>
        <p:txBody>
          <a:bodyPr wrap="square" rtlCol="0">
            <a:spAutoFit/>
          </a:bodyPr>
          <a:lstStyle/>
          <a:p>
            <a:pPr algn="dist"/>
            <a:r>
              <a:rPr lang="zh-CN" altLang="en-US" sz="2000" dirty="0">
                <a:solidFill>
                  <a:schemeClr val="bg1"/>
                </a:solidFill>
                <a:latin typeface="微软雅黑" panose="020B0503020204020204" pitchFamily="34" charset="-122"/>
                <a:ea typeface="微软雅黑" panose="020B0503020204020204" pitchFamily="34" charset="-122"/>
              </a:rPr>
              <a:t>添加标题</a:t>
            </a:r>
            <a:endParaRPr lang="zh-CN" altLang="en-US" sz="2000" dirty="0">
              <a:solidFill>
                <a:schemeClr val="bg1"/>
              </a:solidFill>
              <a:latin typeface="微软雅黑" panose="020B0503020204020204" pitchFamily="34" charset="-122"/>
              <a:ea typeface="微软雅黑" panose="020B0503020204020204" pitchFamily="34" charset="-122"/>
            </a:endParaRPr>
          </a:p>
        </p:txBody>
      </p:sp>
      <p:sp>
        <p:nvSpPr>
          <p:cNvPr id="86" name="文本框 85"/>
          <p:cNvSpPr txBox="1"/>
          <p:nvPr/>
        </p:nvSpPr>
        <p:spPr>
          <a:xfrm>
            <a:off x="3324028" y="1152180"/>
            <a:ext cx="1681871" cy="923330"/>
          </a:xfrm>
          <a:prstGeom prst="rect">
            <a:avLst/>
          </a:prstGeom>
          <a:noFill/>
        </p:spPr>
        <p:txBody>
          <a:bodyPr wrap="none" rtlCol="0">
            <a:spAutoFit/>
          </a:bodyPr>
          <a:lstStyle/>
          <a:p>
            <a:r>
              <a:rPr lang="en-US" altLang="zh-CN" sz="5400" b="1" dirty="0">
                <a:latin typeface="微软雅黑" panose="020B0503020204020204" pitchFamily="34" charset="-122"/>
                <a:ea typeface="微软雅黑" panose="020B0503020204020204" pitchFamily="34" charset="-122"/>
              </a:rPr>
              <a:t>25%</a:t>
            </a:r>
            <a:endParaRPr lang="zh-CN" altLang="en-US" sz="5400" b="1" dirty="0">
              <a:latin typeface="微软雅黑" panose="020B0503020204020204" pitchFamily="34" charset="-122"/>
              <a:ea typeface="微软雅黑" panose="020B0503020204020204" pitchFamily="34" charset="-122"/>
            </a:endParaRPr>
          </a:p>
        </p:txBody>
      </p:sp>
      <p:sp>
        <p:nvSpPr>
          <p:cNvPr id="87" name="文本框 86"/>
          <p:cNvSpPr txBox="1"/>
          <p:nvPr/>
        </p:nvSpPr>
        <p:spPr>
          <a:xfrm>
            <a:off x="5935863" y="1193898"/>
            <a:ext cx="1681871" cy="923330"/>
          </a:xfrm>
          <a:prstGeom prst="rect">
            <a:avLst/>
          </a:prstGeom>
          <a:noFill/>
        </p:spPr>
        <p:txBody>
          <a:bodyPr wrap="none" rtlCol="0">
            <a:spAutoFit/>
          </a:bodyPr>
          <a:lstStyle/>
          <a:p>
            <a:r>
              <a:rPr lang="en-US" altLang="zh-CN" sz="5400" b="1" dirty="0">
                <a:latin typeface="微软雅黑" panose="020B0503020204020204" pitchFamily="34" charset="-122"/>
                <a:ea typeface="微软雅黑" panose="020B0503020204020204" pitchFamily="34" charset="-122"/>
              </a:rPr>
              <a:t>35%</a:t>
            </a:r>
            <a:endParaRPr lang="zh-CN" altLang="en-US" sz="5400" b="1" dirty="0">
              <a:latin typeface="微软雅黑" panose="020B0503020204020204" pitchFamily="34" charset="-122"/>
              <a:ea typeface="微软雅黑" panose="020B0503020204020204" pitchFamily="34" charset="-122"/>
            </a:endParaRPr>
          </a:p>
        </p:txBody>
      </p:sp>
      <p:sp>
        <p:nvSpPr>
          <p:cNvPr id="88" name="文本框 87"/>
          <p:cNvSpPr txBox="1"/>
          <p:nvPr/>
        </p:nvSpPr>
        <p:spPr>
          <a:xfrm>
            <a:off x="8675752" y="1180368"/>
            <a:ext cx="1681871" cy="923330"/>
          </a:xfrm>
          <a:prstGeom prst="rect">
            <a:avLst/>
          </a:prstGeom>
          <a:noFill/>
        </p:spPr>
        <p:txBody>
          <a:bodyPr wrap="none" rtlCol="0">
            <a:spAutoFit/>
          </a:bodyPr>
          <a:lstStyle/>
          <a:p>
            <a:r>
              <a:rPr lang="en-US" altLang="zh-CN" sz="5400" b="1" dirty="0">
                <a:latin typeface="微软雅黑" panose="020B0503020204020204" pitchFamily="34" charset="-122"/>
                <a:ea typeface="微软雅黑" panose="020B0503020204020204" pitchFamily="34" charset="-122"/>
              </a:rPr>
              <a:t>40%</a:t>
            </a:r>
            <a:endParaRPr lang="zh-CN" altLang="en-US" sz="5400" b="1" dirty="0">
              <a:latin typeface="微软雅黑" panose="020B0503020204020204" pitchFamily="34" charset="-122"/>
              <a:ea typeface="微软雅黑" panose="020B0503020204020204" pitchFamily="34" charset="-122"/>
            </a:endParaRPr>
          </a:p>
        </p:txBody>
      </p:sp>
      <p:sp>
        <p:nvSpPr>
          <p:cNvPr id="96" name="右大括号 95"/>
          <p:cNvSpPr/>
          <p:nvPr/>
        </p:nvSpPr>
        <p:spPr>
          <a:xfrm rot="5400000">
            <a:off x="7481198" y="2503247"/>
            <a:ext cx="273071" cy="5708205"/>
          </a:xfrm>
          <a:prstGeom prst="rightBrace">
            <a:avLst>
              <a:gd name="adj1" fmla="val 70664"/>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9" name="矩形: 圆角 98"/>
          <p:cNvSpPr/>
          <p:nvPr/>
        </p:nvSpPr>
        <p:spPr>
          <a:xfrm>
            <a:off x="3778318" y="5677632"/>
            <a:ext cx="7588182" cy="924226"/>
          </a:xfrm>
          <a:prstGeom prst="round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 name="文本框 99"/>
          <p:cNvSpPr txBox="1"/>
          <p:nvPr/>
        </p:nvSpPr>
        <p:spPr>
          <a:xfrm>
            <a:off x="6438062" y="3270092"/>
            <a:ext cx="2180120" cy="1155065"/>
          </a:xfrm>
          <a:prstGeom prst="rect">
            <a:avLst/>
          </a:prstGeom>
          <a:noFill/>
        </p:spPr>
        <p:txBody>
          <a:bodyPr wrap="square" rtlCol="0">
            <a:noAutofit/>
          </a:bodyPr>
          <a:lstStyle/>
          <a:p>
            <a:r>
              <a:rPr lang="zh-CN" altLang="en-US" sz="1400" dirty="0">
                <a:solidFill>
                  <a:schemeClr val="bg1"/>
                </a:solidFill>
                <a:latin typeface="微软雅黑" panose="020B0503020204020204" pitchFamily="34" charset="-122"/>
                <a:ea typeface="微软雅黑" panose="020B0503020204020204" pitchFamily="34" charset="-122"/>
              </a:rPr>
              <a:t>这里输入正文内容这里输入正文内容这里输入正文内容这里输入正文内容这里输入正文内容</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101" name="文本框 100"/>
          <p:cNvSpPr txBox="1"/>
          <p:nvPr/>
        </p:nvSpPr>
        <p:spPr>
          <a:xfrm>
            <a:off x="9438365" y="3240951"/>
            <a:ext cx="2180120" cy="1155065"/>
          </a:xfrm>
          <a:prstGeom prst="rect">
            <a:avLst/>
          </a:prstGeom>
          <a:noFill/>
        </p:spPr>
        <p:txBody>
          <a:bodyPr wrap="square" rtlCol="0">
            <a:noAutofit/>
          </a:bodyPr>
          <a:lstStyle/>
          <a:p>
            <a:r>
              <a:rPr lang="zh-CN" altLang="en-US" sz="1400" dirty="0">
                <a:solidFill>
                  <a:schemeClr val="bg1"/>
                </a:solidFill>
                <a:latin typeface="微软雅黑" panose="020B0503020204020204" pitchFamily="34" charset="-122"/>
                <a:ea typeface="微软雅黑" panose="020B0503020204020204" pitchFamily="34" charset="-122"/>
              </a:rPr>
              <a:t>这里输入正文内容这里输入正文内容这里输入正文内容这里输入正文内容这里输入正文内容</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102" name="文本框 101"/>
          <p:cNvSpPr txBox="1"/>
          <p:nvPr/>
        </p:nvSpPr>
        <p:spPr>
          <a:xfrm>
            <a:off x="4717273" y="5770413"/>
            <a:ext cx="6556307" cy="738664"/>
          </a:xfrm>
          <a:prstGeom prst="rect">
            <a:avLst/>
          </a:prstGeom>
          <a:noFill/>
        </p:spPr>
        <p:txBody>
          <a:bodyPr wrap="square" rtlCol="0">
            <a:spAutoFit/>
          </a:bodyPr>
          <a:lstStyle/>
          <a:p>
            <a:r>
              <a:rPr lang="zh-CN" altLang="en-US" sz="1400" dirty="0">
                <a:solidFill>
                  <a:schemeClr val="bg1"/>
                </a:solidFill>
              </a:rPr>
              <a:t>这里输入正文内容这里输入正文内容这里输入正文内容这里输入正文内容这里输入正文内容这里输入正文内容这里输入正文内容这里输入正文内容这里输入正文内容这里输入正文内容</a:t>
            </a:r>
            <a:endParaRPr lang="zh-CN" altLang="en-US" sz="1400" dirty="0">
              <a:solidFill>
                <a:schemeClr val="bg1"/>
              </a:solidFill>
            </a:endParaRPr>
          </a:p>
        </p:txBody>
      </p:sp>
      <p:sp>
        <p:nvSpPr>
          <p:cNvPr id="103" name="文本框 102"/>
          <p:cNvSpPr txBox="1"/>
          <p:nvPr/>
        </p:nvSpPr>
        <p:spPr>
          <a:xfrm>
            <a:off x="4146964" y="5961995"/>
            <a:ext cx="707248" cy="381000"/>
          </a:xfrm>
          <a:prstGeom prst="rect">
            <a:avLst/>
          </a:prstGeom>
          <a:noFill/>
        </p:spPr>
        <p:txBody>
          <a:bodyPr wrap="square" rtlCol="0">
            <a:spAutoFit/>
          </a:bodyPr>
          <a:lstStyle/>
          <a:p>
            <a:r>
              <a:rPr lang="zh-CN" altLang="en-US" dirty="0">
                <a:solidFill>
                  <a:schemeClr val="bg1"/>
                </a:solidFill>
              </a:rPr>
              <a:t>总结</a:t>
            </a:r>
            <a:endParaRPr lang="zh-CN" altLang="en-US" dirty="0">
              <a:solidFill>
                <a:schemeClr val="bg1"/>
              </a:solidFill>
            </a:endParaRPr>
          </a:p>
        </p:txBody>
      </p:sp>
      <p:sp>
        <p:nvSpPr>
          <p:cNvPr id="106" name="图片 9" descr="21543030"/>
          <p:cNvSpPr/>
          <p:nvPr/>
        </p:nvSpPr>
        <p:spPr>
          <a:xfrm flipV="1">
            <a:off x="3387585" y="2481288"/>
            <a:ext cx="419563" cy="419222"/>
          </a:xfrm>
          <a:custGeom>
            <a:avLst/>
            <a:gdLst>
              <a:gd name="connsiteX0" fmla="*/ 334079 w 419563"/>
              <a:gd name="connsiteY0" fmla="*/ 333852 h 419222"/>
              <a:gd name="connsiteX1" fmla="*/ 208530 w 419563"/>
              <a:gd name="connsiteY1" fmla="*/ 385859 h 419222"/>
              <a:gd name="connsiteX2" fmla="*/ 83111 w 419563"/>
              <a:gd name="connsiteY2" fmla="*/ 333852 h 419222"/>
              <a:gd name="connsiteX3" fmla="*/ 82993 w 419563"/>
              <a:gd name="connsiteY3" fmla="*/ 333852 h 419222"/>
              <a:gd name="connsiteX4" fmla="*/ 31103 w 419563"/>
              <a:gd name="connsiteY4" fmla="*/ 208433 h 419222"/>
              <a:gd name="connsiteX5" fmla="*/ 83111 w 419563"/>
              <a:gd name="connsiteY5" fmla="*/ 82778 h 419222"/>
              <a:gd name="connsiteX6" fmla="*/ 208530 w 419563"/>
              <a:gd name="connsiteY6" fmla="*/ 30771 h 419222"/>
              <a:gd name="connsiteX7" fmla="*/ 348846 w 419563"/>
              <a:gd name="connsiteY7" fmla="*/ 30771 h 419222"/>
              <a:gd name="connsiteX8" fmla="*/ 348846 w 419563"/>
              <a:gd name="connsiteY8" fmla="*/ 94225 h 419222"/>
              <a:gd name="connsiteX9" fmla="*/ 351942 w 419563"/>
              <a:gd name="connsiteY9" fmla="*/ 103738 h 419222"/>
              <a:gd name="connsiteX10" fmla="*/ 377255 w 419563"/>
              <a:gd name="connsiteY10" fmla="*/ 153340 h 419222"/>
              <a:gd name="connsiteX11" fmla="*/ 386075 w 419563"/>
              <a:gd name="connsiteY11" fmla="*/ 208433 h 419222"/>
              <a:gd name="connsiteX12" fmla="*/ 334994 w 419563"/>
              <a:gd name="connsiteY12" fmla="*/ 333171 h 419222"/>
              <a:gd name="connsiteX13" fmla="*/ 334079 w 419563"/>
              <a:gd name="connsiteY13" fmla="*/ 333852 h 419222"/>
              <a:gd name="connsiteX14" fmla="*/ 104070 w 419563"/>
              <a:gd name="connsiteY14" fmla="*/ 147148 h 419222"/>
              <a:gd name="connsiteX15" fmla="*/ 313107 w 419563"/>
              <a:gd name="connsiteY15" fmla="*/ 147148 h 419222"/>
              <a:gd name="connsiteX16" fmla="*/ 322841 w 419563"/>
              <a:gd name="connsiteY16" fmla="*/ 156660 h 419222"/>
              <a:gd name="connsiteX17" fmla="*/ 313107 w 419563"/>
              <a:gd name="connsiteY17" fmla="*/ 166395 h 419222"/>
              <a:gd name="connsiteX18" fmla="*/ 104070 w 419563"/>
              <a:gd name="connsiteY18" fmla="*/ 166395 h 419222"/>
              <a:gd name="connsiteX19" fmla="*/ 94218 w 419563"/>
              <a:gd name="connsiteY19" fmla="*/ 156660 h 419222"/>
              <a:gd name="connsiteX20" fmla="*/ 104070 w 419563"/>
              <a:gd name="connsiteY20" fmla="*/ 147148 h 419222"/>
              <a:gd name="connsiteX21" fmla="*/ 104070 w 419563"/>
              <a:gd name="connsiteY21" fmla="*/ 198697 h 419222"/>
              <a:gd name="connsiteX22" fmla="*/ 313107 w 419563"/>
              <a:gd name="connsiteY22" fmla="*/ 198697 h 419222"/>
              <a:gd name="connsiteX23" fmla="*/ 322841 w 419563"/>
              <a:gd name="connsiteY23" fmla="*/ 208433 h 419222"/>
              <a:gd name="connsiteX24" fmla="*/ 313107 w 419563"/>
              <a:gd name="connsiteY24" fmla="*/ 217932 h 419222"/>
              <a:gd name="connsiteX25" fmla="*/ 104070 w 419563"/>
              <a:gd name="connsiteY25" fmla="*/ 217932 h 419222"/>
              <a:gd name="connsiteX26" fmla="*/ 94218 w 419563"/>
              <a:gd name="connsiteY26" fmla="*/ 208433 h 419222"/>
              <a:gd name="connsiteX27" fmla="*/ 104070 w 419563"/>
              <a:gd name="connsiteY27" fmla="*/ 198697 h 419222"/>
              <a:gd name="connsiteX28" fmla="*/ 104070 w 419563"/>
              <a:gd name="connsiteY28" fmla="*/ 250235 h 419222"/>
              <a:gd name="connsiteX29" fmla="*/ 313107 w 419563"/>
              <a:gd name="connsiteY29" fmla="*/ 250235 h 419222"/>
              <a:gd name="connsiteX30" fmla="*/ 322841 w 419563"/>
              <a:gd name="connsiteY30" fmla="*/ 259971 h 419222"/>
              <a:gd name="connsiteX31" fmla="*/ 313107 w 419563"/>
              <a:gd name="connsiteY31" fmla="*/ 269482 h 419222"/>
              <a:gd name="connsiteX32" fmla="*/ 104070 w 419563"/>
              <a:gd name="connsiteY32" fmla="*/ 269482 h 419222"/>
              <a:gd name="connsiteX33" fmla="*/ 94218 w 419563"/>
              <a:gd name="connsiteY33" fmla="*/ 259971 h 419222"/>
              <a:gd name="connsiteX34" fmla="*/ 104070 w 419563"/>
              <a:gd name="connsiteY34" fmla="*/ 250235 h 419222"/>
              <a:gd name="connsiteX35" fmla="*/ 208530 w 419563"/>
              <a:gd name="connsiteY35" fmla="*/ 417927 h 419222"/>
              <a:gd name="connsiteX36" fmla="*/ 356986 w 419563"/>
              <a:gd name="connsiteY36" fmla="*/ 356654 h 419222"/>
              <a:gd name="connsiteX37" fmla="*/ 357665 w 419563"/>
              <a:gd name="connsiteY37" fmla="*/ 355845 h 419222"/>
              <a:gd name="connsiteX38" fmla="*/ 418260 w 419563"/>
              <a:gd name="connsiteY38" fmla="*/ 208433 h 419222"/>
              <a:gd name="connsiteX39" fmla="*/ 408065 w 419563"/>
              <a:gd name="connsiteY39" fmla="*/ 143253 h 419222"/>
              <a:gd name="connsiteX40" fmla="*/ 381031 w 419563"/>
              <a:gd name="connsiteY40" fmla="*/ 89194 h 419222"/>
              <a:gd name="connsiteX41" fmla="*/ 381031 w 419563"/>
              <a:gd name="connsiteY41" fmla="*/ 14513 h 419222"/>
              <a:gd name="connsiteX42" fmla="*/ 364997 w 419563"/>
              <a:gd name="connsiteY42" fmla="*/ -1296 h 419222"/>
              <a:gd name="connsiteX43" fmla="*/ 364541 w 419563"/>
              <a:gd name="connsiteY43" fmla="*/ -1296 h 419222"/>
              <a:gd name="connsiteX44" fmla="*/ 208530 w 419563"/>
              <a:gd name="connsiteY44" fmla="*/ -1296 h 419222"/>
              <a:gd name="connsiteX45" fmla="*/ 60203 w 419563"/>
              <a:gd name="connsiteY45" fmla="*/ 59987 h 419222"/>
              <a:gd name="connsiteX46" fmla="*/ 60203 w 419563"/>
              <a:gd name="connsiteY46" fmla="*/ 60094 h 419222"/>
              <a:gd name="connsiteX47" fmla="*/ 60203 w 419563"/>
              <a:gd name="connsiteY47" fmla="*/ 59987 h 419222"/>
              <a:gd name="connsiteX48" fmla="*/ -1304 w 419563"/>
              <a:gd name="connsiteY48" fmla="*/ 208433 h 419222"/>
              <a:gd name="connsiteX49" fmla="*/ 60203 w 419563"/>
              <a:gd name="connsiteY49" fmla="*/ 356654 h 419222"/>
              <a:gd name="connsiteX50" fmla="*/ 208530 w 419563"/>
              <a:gd name="connsiteY50" fmla="*/ 417927 h 419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419563" h="419222">
                <a:moveTo>
                  <a:pt x="334079" y="333852"/>
                </a:moveTo>
                <a:cubicBezTo>
                  <a:pt x="301999" y="365932"/>
                  <a:pt x="257559" y="385859"/>
                  <a:pt x="208530" y="385859"/>
                </a:cubicBezTo>
                <a:cubicBezTo>
                  <a:pt x="159620" y="385859"/>
                  <a:pt x="115179" y="365932"/>
                  <a:pt x="83111" y="333852"/>
                </a:cubicBezTo>
                <a:lnTo>
                  <a:pt x="82993" y="333852"/>
                </a:lnTo>
                <a:cubicBezTo>
                  <a:pt x="50926" y="301785"/>
                  <a:pt x="31103" y="257449"/>
                  <a:pt x="31103" y="208433"/>
                </a:cubicBezTo>
                <a:cubicBezTo>
                  <a:pt x="31103" y="159404"/>
                  <a:pt x="51148" y="114963"/>
                  <a:pt x="83111" y="82778"/>
                </a:cubicBezTo>
                <a:cubicBezTo>
                  <a:pt x="115179" y="50932"/>
                  <a:pt x="159398" y="30771"/>
                  <a:pt x="208530" y="30771"/>
                </a:cubicBezTo>
                <a:lnTo>
                  <a:pt x="348846" y="30771"/>
                </a:lnTo>
                <a:lnTo>
                  <a:pt x="348846" y="94225"/>
                </a:lnTo>
                <a:cubicBezTo>
                  <a:pt x="348846" y="97663"/>
                  <a:pt x="349762" y="100875"/>
                  <a:pt x="351942" y="103738"/>
                </a:cubicBezTo>
                <a:cubicBezTo>
                  <a:pt x="362827" y="118517"/>
                  <a:pt x="371530" y="135241"/>
                  <a:pt x="377255" y="153340"/>
                </a:cubicBezTo>
                <a:cubicBezTo>
                  <a:pt x="382978" y="170512"/>
                  <a:pt x="386075" y="189066"/>
                  <a:pt x="386075" y="208433"/>
                </a:cubicBezTo>
                <a:cubicBezTo>
                  <a:pt x="386075" y="257108"/>
                  <a:pt x="366487" y="301209"/>
                  <a:pt x="334994" y="333171"/>
                </a:cubicBezTo>
                <a:lnTo>
                  <a:pt x="334079" y="333852"/>
                </a:lnTo>
                <a:moveTo>
                  <a:pt x="104070" y="147148"/>
                </a:moveTo>
                <a:lnTo>
                  <a:pt x="313107" y="147148"/>
                </a:lnTo>
                <a:cubicBezTo>
                  <a:pt x="318491" y="147148"/>
                  <a:pt x="322841" y="151275"/>
                  <a:pt x="322841" y="156660"/>
                </a:cubicBezTo>
                <a:cubicBezTo>
                  <a:pt x="322841" y="162043"/>
                  <a:pt x="318491" y="166395"/>
                  <a:pt x="313107" y="166395"/>
                </a:cubicBezTo>
                <a:lnTo>
                  <a:pt x="104070" y="166395"/>
                </a:lnTo>
                <a:cubicBezTo>
                  <a:pt x="98570" y="166395"/>
                  <a:pt x="94218" y="162043"/>
                  <a:pt x="94218" y="156660"/>
                </a:cubicBezTo>
                <a:cubicBezTo>
                  <a:pt x="94218" y="151275"/>
                  <a:pt x="98570" y="147148"/>
                  <a:pt x="104070" y="147148"/>
                </a:cubicBezTo>
                <a:moveTo>
                  <a:pt x="104070" y="198697"/>
                </a:moveTo>
                <a:lnTo>
                  <a:pt x="313107" y="198697"/>
                </a:lnTo>
                <a:cubicBezTo>
                  <a:pt x="318491" y="198697"/>
                  <a:pt x="322841" y="203048"/>
                  <a:pt x="322841" y="208433"/>
                </a:cubicBezTo>
                <a:cubicBezTo>
                  <a:pt x="322841" y="213698"/>
                  <a:pt x="318491" y="217932"/>
                  <a:pt x="313107" y="217932"/>
                </a:cubicBezTo>
                <a:lnTo>
                  <a:pt x="104070" y="217932"/>
                </a:lnTo>
                <a:cubicBezTo>
                  <a:pt x="98570" y="217932"/>
                  <a:pt x="94218" y="213698"/>
                  <a:pt x="94218" y="208433"/>
                </a:cubicBezTo>
                <a:cubicBezTo>
                  <a:pt x="94218" y="203048"/>
                  <a:pt x="98570" y="198697"/>
                  <a:pt x="104070" y="198697"/>
                </a:cubicBezTo>
                <a:moveTo>
                  <a:pt x="104070" y="250235"/>
                </a:moveTo>
                <a:lnTo>
                  <a:pt x="313107" y="250235"/>
                </a:lnTo>
                <a:cubicBezTo>
                  <a:pt x="318491" y="250235"/>
                  <a:pt x="322841" y="254703"/>
                  <a:pt x="322841" y="259971"/>
                </a:cubicBezTo>
                <a:cubicBezTo>
                  <a:pt x="322841" y="265354"/>
                  <a:pt x="318491" y="269482"/>
                  <a:pt x="313107" y="269482"/>
                </a:cubicBezTo>
                <a:lnTo>
                  <a:pt x="104070" y="269482"/>
                </a:lnTo>
                <a:cubicBezTo>
                  <a:pt x="98570" y="269482"/>
                  <a:pt x="94218" y="265354"/>
                  <a:pt x="94218" y="259971"/>
                </a:cubicBezTo>
                <a:cubicBezTo>
                  <a:pt x="94218" y="254703"/>
                  <a:pt x="98570" y="250235"/>
                  <a:pt x="104070" y="250235"/>
                </a:cubicBezTo>
                <a:moveTo>
                  <a:pt x="208530" y="417927"/>
                </a:moveTo>
                <a:cubicBezTo>
                  <a:pt x="266377" y="417927"/>
                  <a:pt x="318844" y="394678"/>
                  <a:pt x="356986" y="356654"/>
                </a:cubicBezTo>
                <a:lnTo>
                  <a:pt x="357665" y="355845"/>
                </a:lnTo>
                <a:cubicBezTo>
                  <a:pt x="395234" y="317819"/>
                  <a:pt x="418260" y="265705"/>
                  <a:pt x="418260" y="208433"/>
                </a:cubicBezTo>
                <a:cubicBezTo>
                  <a:pt x="418260" y="185749"/>
                  <a:pt x="414718" y="163873"/>
                  <a:pt x="408065" y="143253"/>
                </a:cubicBezTo>
                <a:cubicBezTo>
                  <a:pt x="401651" y="123784"/>
                  <a:pt x="392491" y="105684"/>
                  <a:pt x="381031" y="89194"/>
                </a:cubicBezTo>
                <a:lnTo>
                  <a:pt x="381031" y="14513"/>
                </a:lnTo>
                <a:cubicBezTo>
                  <a:pt x="381031" y="5799"/>
                  <a:pt x="373818" y="-1296"/>
                  <a:pt x="364997" y="-1296"/>
                </a:cubicBezTo>
                <a:lnTo>
                  <a:pt x="364541" y="-1296"/>
                </a:lnTo>
                <a:lnTo>
                  <a:pt x="208530" y="-1296"/>
                </a:lnTo>
                <a:cubicBezTo>
                  <a:pt x="150812" y="-1296"/>
                  <a:pt x="98346" y="22068"/>
                  <a:pt x="60203" y="59987"/>
                </a:cubicBezTo>
                <a:lnTo>
                  <a:pt x="60203" y="60094"/>
                </a:lnTo>
                <a:lnTo>
                  <a:pt x="60203" y="59987"/>
                </a:lnTo>
                <a:cubicBezTo>
                  <a:pt x="22285" y="98014"/>
                  <a:pt x="-1304" y="150466"/>
                  <a:pt x="-1304" y="208433"/>
                </a:cubicBezTo>
                <a:cubicBezTo>
                  <a:pt x="-1304" y="266163"/>
                  <a:pt x="22285" y="318617"/>
                  <a:pt x="60203" y="356654"/>
                </a:cubicBezTo>
                <a:cubicBezTo>
                  <a:pt x="98112" y="394678"/>
                  <a:pt x="150812" y="417927"/>
                  <a:pt x="208530" y="417927"/>
                </a:cubicBezTo>
              </a:path>
            </a:pathLst>
          </a:custGeom>
          <a:solidFill>
            <a:schemeClr val="accent1"/>
          </a:solidFill>
          <a:ln w="156" cap="flat">
            <a:noFill/>
            <a:prstDash val="solid"/>
            <a:miter/>
          </a:ln>
        </p:spPr>
        <p:txBody>
          <a:bodyPr rtlCol="0" anchor="ctr"/>
          <a:lstStyle/>
          <a:p>
            <a:endParaRPr lang="zh-CN" altLang="en-US"/>
          </a:p>
        </p:txBody>
      </p:sp>
      <p:sp>
        <p:nvSpPr>
          <p:cNvPr id="107" name="图片 8" descr="21543018"/>
          <p:cNvSpPr/>
          <p:nvPr/>
        </p:nvSpPr>
        <p:spPr>
          <a:xfrm flipV="1">
            <a:off x="6460431" y="2473273"/>
            <a:ext cx="388901" cy="493605"/>
          </a:xfrm>
          <a:custGeom>
            <a:avLst/>
            <a:gdLst>
              <a:gd name="connsiteX0" fmla="*/ 120653 w 388901"/>
              <a:gd name="connsiteY0" fmla="*/ 117147 h 493605"/>
              <a:gd name="connsiteX1" fmla="*/ 120653 w 388901"/>
              <a:gd name="connsiteY1" fmla="*/ 78344 h 493605"/>
              <a:gd name="connsiteX2" fmla="*/ 151921 w 388901"/>
              <a:gd name="connsiteY2" fmla="*/ 78344 h 493605"/>
              <a:gd name="connsiteX3" fmla="*/ 170921 w 388901"/>
              <a:gd name="connsiteY3" fmla="*/ 59203 h 493605"/>
              <a:gd name="connsiteX4" fmla="*/ 170921 w 388901"/>
              <a:gd name="connsiteY4" fmla="*/ 58943 h 493605"/>
              <a:gd name="connsiteX5" fmla="*/ 177380 w 388901"/>
              <a:gd name="connsiteY5" fmla="*/ 43446 h 493605"/>
              <a:gd name="connsiteX6" fmla="*/ 177380 w 388901"/>
              <a:gd name="connsiteY6" fmla="*/ 43171 h 493605"/>
              <a:gd name="connsiteX7" fmla="*/ 193015 w 388901"/>
              <a:gd name="connsiteY7" fmla="*/ 36698 h 493605"/>
              <a:gd name="connsiteX8" fmla="*/ 208647 w 388901"/>
              <a:gd name="connsiteY8" fmla="*/ 42896 h 493605"/>
              <a:gd name="connsiteX9" fmla="*/ 208924 w 388901"/>
              <a:gd name="connsiteY9" fmla="*/ 43171 h 493605"/>
              <a:gd name="connsiteX10" fmla="*/ 215382 w 388901"/>
              <a:gd name="connsiteY10" fmla="*/ 58943 h 493605"/>
              <a:gd name="connsiteX11" fmla="*/ 215382 w 388901"/>
              <a:gd name="connsiteY11" fmla="*/ 59203 h 493605"/>
              <a:gd name="connsiteX12" fmla="*/ 234246 w 388901"/>
              <a:gd name="connsiteY12" fmla="*/ 78344 h 493605"/>
              <a:gd name="connsiteX13" fmla="*/ 265512 w 388901"/>
              <a:gd name="connsiteY13" fmla="*/ 78344 h 493605"/>
              <a:gd name="connsiteX14" fmla="*/ 265512 w 388901"/>
              <a:gd name="connsiteY14" fmla="*/ 117147 h 493605"/>
              <a:gd name="connsiteX15" fmla="*/ 193015 w 388901"/>
              <a:gd name="connsiteY15" fmla="*/ 103140 h 493605"/>
              <a:gd name="connsiteX16" fmla="*/ 120653 w 388901"/>
              <a:gd name="connsiteY16" fmla="*/ 117147 h 493605"/>
              <a:gd name="connsiteX17" fmla="*/ 303512 w 388901"/>
              <a:gd name="connsiteY17" fmla="*/ 137498 h 493605"/>
              <a:gd name="connsiteX18" fmla="*/ 303512 w 388901"/>
              <a:gd name="connsiteY18" fmla="*/ 59203 h 493605"/>
              <a:gd name="connsiteX19" fmla="*/ 284513 w 388901"/>
              <a:gd name="connsiteY19" fmla="*/ 40204 h 493605"/>
              <a:gd name="connsiteX20" fmla="*/ 284113 w 388901"/>
              <a:gd name="connsiteY20" fmla="*/ 40204 h 493605"/>
              <a:gd name="connsiteX21" fmla="*/ 250154 w 388901"/>
              <a:gd name="connsiteY21" fmla="*/ 40204 h 493605"/>
              <a:gd name="connsiteX22" fmla="*/ 235596 w 388901"/>
              <a:gd name="connsiteY22" fmla="*/ 16358 h 493605"/>
              <a:gd name="connsiteX23" fmla="*/ 193015 w 388901"/>
              <a:gd name="connsiteY23" fmla="*/ -1301 h 493605"/>
              <a:gd name="connsiteX24" fmla="*/ 150707 w 388901"/>
              <a:gd name="connsiteY24" fmla="*/ 16358 h 493605"/>
              <a:gd name="connsiteX25" fmla="*/ 135752 w 388901"/>
              <a:gd name="connsiteY25" fmla="*/ 40204 h 493605"/>
              <a:gd name="connsiteX26" fmla="*/ 101514 w 388901"/>
              <a:gd name="connsiteY26" fmla="*/ 40204 h 493605"/>
              <a:gd name="connsiteX27" fmla="*/ 82790 w 388901"/>
              <a:gd name="connsiteY27" fmla="*/ 59203 h 493605"/>
              <a:gd name="connsiteX28" fmla="*/ 82790 w 388901"/>
              <a:gd name="connsiteY28" fmla="*/ 59606 h 493605"/>
              <a:gd name="connsiteX29" fmla="*/ 82790 w 388901"/>
              <a:gd name="connsiteY29" fmla="*/ 137498 h 493605"/>
              <a:gd name="connsiteX30" fmla="*/ 55427 w 388901"/>
              <a:gd name="connsiteY30" fmla="*/ 160143 h 493605"/>
              <a:gd name="connsiteX31" fmla="*/ -1299 w 388901"/>
              <a:gd name="connsiteY31" fmla="*/ 297715 h 493605"/>
              <a:gd name="connsiteX32" fmla="*/ 55427 w 388901"/>
              <a:gd name="connsiteY32" fmla="*/ 435301 h 493605"/>
              <a:gd name="connsiteX33" fmla="*/ 193015 w 388901"/>
              <a:gd name="connsiteY33" fmla="*/ 492304 h 493605"/>
              <a:gd name="connsiteX34" fmla="*/ 330599 w 388901"/>
              <a:gd name="connsiteY34" fmla="*/ 435301 h 493605"/>
              <a:gd name="connsiteX35" fmla="*/ 387602 w 388901"/>
              <a:gd name="connsiteY35" fmla="*/ 297715 h 493605"/>
              <a:gd name="connsiteX36" fmla="*/ 330599 w 388901"/>
              <a:gd name="connsiteY36" fmla="*/ 160143 h 493605"/>
              <a:gd name="connsiteX37" fmla="*/ 303512 w 388901"/>
              <a:gd name="connsiteY37" fmla="*/ 137498 h 493605"/>
              <a:gd name="connsiteX38" fmla="*/ 201099 w 388901"/>
              <a:gd name="connsiteY38" fmla="*/ 278852 h 493605"/>
              <a:gd name="connsiteX39" fmla="*/ 185066 w 388901"/>
              <a:gd name="connsiteY39" fmla="*/ 278852 h 493605"/>
              <a:gd name="connsiteX40" fmla="*/ 164452 w 388901"/>
              <a:gd name="connsiteY40" fmla="*/ 292457 h 493605"/>
              <a:gd name="connsiteX41" fmla="*/ 140192 w 388901"/>
              <a:gd name="connsiteY41" fmla="*/ 297177 h 493605"/>
              <a:gd name="connsiteX42" fmla="*/ 115933 w 388901"/>
              <a:gd name="connsiteY42" fmla="*/ 292457 h 493605"/>
              <a:gd name="connsiteX43" fmla="*/ 95459 w 388901"/>
              <a:gd name="connsiteY43" fmla="*/ 278852 h 493605"/>
              <a:gd name="connsiteX44" fmla="*/ 79561 w 388901"/>
              <a:gd name="connsiteY44" fmla="*/ 278852 h 493605"/>
              <a:gd name="connsiteX45" fmla="*/ 79561 w 388901"/>
              <a:gd name="connsiteY45" fmla="*/ 295024 h 493605"/>
              <a:gd name="connsiteX46" fmla="*/ 107311 w 388901"/>
              <a:gd name="connsiteY46" fmla="*/ 313349 h 493605"/>
              <a:gd name="connsiteX47" fmla="*/ 140192 w 388901"/>
              <a:gd name="connsiteY47" fmla="*/ 320082 h 493605"/>
              <a:gd name="connsiteX48" fmla="*/ 173336 w 388901"/>
              <a:gd name="connsiteY48" fmla="*/ 313349 h 493605"/>
              <a:gd name="connsiteX49" fmla="*/ 193015 w 388901"/>
              <a:gd name="connsiteY49" fmla="*/ 301895 h 493605"/>
              <a:gd name="connsiteX50" fmla="*/ 212953 w 388901"/>
              <a:gd name="connsiteY50" fmla="*/ 313349 h 493605"/>
              <a:gd name="connsiteX51" fmla="*/ 245710 w 388901"/>
              <a:gd name="connsiteY51" fmla="*/ 320082 h 493605"/>
              <a:gd name="connsiteX52" fmla="*/ 278717 w 388901"/>
              <a:gd name="connsiteY52" fmla="*/ 313349 h 493605"/>
              <a:gd name="connsiteX53" fmla="*/ 306740 w 388901"/>
              <a:gd name="connsiteY53" fmla="*/ 295024 h 493605"/>
              <a:gd name="connsiteX54" fmla="*/ 306740 w 388901"/>
              <a:gd name="connsiteY54" fmla="*/ 278852 h 493605"/>
              <a:gd name="connsiteX55" fmla="*/ 290846 w 388901"/>
              <a:gd name="connsiteY55" fmla="*/ 278852 h 493605"/>
              <a:gd name="connsiteX56" fmla="*/ 270094 w 388901"/>
              <a:gd name="connsiteY56" fmla="*/ 292457 h 493605"/>
              <a:gd name="connsiteX57" fmla="*/ 245710 w 388901"/>
              <a:gd name="connsiteY57" fmla="*/ 297177 h 493605"/>
              <a:gd name="connsiteX58" fmla="*/ 221579 w 388901"/>
              <a:gd name="connsiteY58" fmla="*/ 292457 h 493605"/>
              <a:gd name="connsiteX59" fmla="*/ 201099 w 388901"/>
              <a:gd name="connsiteY59" fmla="*/ 278852 h 493605"/>
              <a:gd name="connsiteX60" fmla="*/ 274136 w 388901"/>
              <a:gd name="connsiteY60" fmla="*/ 163771 h 493605"/>
              <a:gd name="connsiteX61" fmla="*/ 274412 w 388901"/>
              <a:gd name="connsiteY61" fmla="*/ 163771 h 493605"/>
              <a:gd name="connsiteX62" fmla="*/ 274675 w 388901"/>
              <a:gd name="connsiteY62" fmla="*/ 164047 h 493605"/>
              <a:gd name="connsiteX63" fmla="*/ 274950 w 388901"/>
              <a:gd name="connsiteY63" fmla="*/ 164047 h 493605"/>
              <a:gd name="connsiteX64" fmla="*/ 303788 w 388901"/>
              <a:gd name="connsiteY64" fmla="*/ 186952 h 493605"/>
              <a:gd name="connsiteX65" fmla="*/ 349738 w 388901"/>
              <a:gd name="connsiteY65" fmla="*/ 297715 h 493605"/>
              <a:gd name="connsiteX66" fmla="*/ 303788 w 388901"/>
              <a:gd name="connsiteY66" fmla="*/ 408492 h 493605"/>
              <a:gd name="connsiteX67" fmla="*/ 193015 w 388901"/>
              <a:gd name="connsiteY67" fmla="*/ 454440 h 493605"/>
              <a:gd name="connsiteX68" fmla="*/ 82514 w 388901"/>
              <a:gd name="connsiteY68" fmla="*/ 408492 h 493605"/>
              <a:gd name="connsiteX69" fmla="*/ 36441 w 388901"/>
              <a:gd name="connsiteY69" fmla="*/ 297715 h 493605"/>
              <a:gd name="connsiteX70" fmla="*/ 82514 w 388901"/>
              <a:gd name="connsiteY70" fmla="*/ 186952 h 493605"/>
              <a:gd name="connsiteX71" fmla="*/ 111090 w 388901"/>
              <a:gd name="connsiteY71" fmla="*/ 164047 h 493605"/>
              <a:gd name="connsiteX72" fmla="*/ 111628 w 388901"/>
              <a:gd name="connsiteY72" fmla="*/ 164047 h 493605"/>
              <a:gd name="connsiteX73" fmla="*/ 111891 w 388901"/>
              <a:gd name="connsiteY73" fmla="*/ 163771 h 493605"/>
              <a:gd name="connsiteX74" fmla="*/ 112167 w 388901"/>
              <a:gd name="connsiteY74" fmla="*/ 163771 h 493605"/>
              <a:gd name="connsiteX75" fmla="*/ 193015 w 388901"/>
              <a:gd name="connsiteY75" fmla="*/ 141142 h 493605"/>
              <a:gd name="connsiteX76" fmla="*/ 274136 w 388901"/>
              <a:gd name="connsiteY76" fmla="*/ 163771 h 493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388901" h="493605">
                <a:moveTo>
                  <a:pt x="120653" y="117147"/>
                </a:moveTo>
                <a:lnTo>
                  <a:pt x="120653" y="78344"/>
                </a:lnTo>
                <a:lnTo>
                  <a:pt x="151921" y="78344"/>
                </a:lnTo>
                <a:cubicBezTo>
                  <a:pt x="162421" y="78344"/>
                  <a:pt x="170921" y="69858"/>
                  <a:pt x="170921" y="59203"/>
                </a:cubicBezTo>
                <a:lnTo>
                  <a:pt x="170921" y="58943"/>
                </a:lnTo>
                <a:cubicBezTo>
                  <a:pt x="170921" y="52870"/>
                  <a:pt x="173336" y="47214"/>
                  <a:pt x="177380" y="43446"/>
                </a:cubicBezTo>
                <a:lnTo>
                  <a:pt x="177380" y="43171"/>
                </a:lnTo>
                <a:cubicBezTo>
                  <a:pt x="181299" y="39266"/>
                  <a:pt x="187081" y="36698"/>
                  <a:pt x="193015" y="36698"/>
                </a:cubicBezTo>
                <a:cubicBezTo>
                  <a:pt x="199209" y="36698"/>
                  <a:pt x="204745" y="39266"/>
                  <a:pt x="208647" y="42896"/>
                </a:cubicBezTo>
                <a:lnTo>
                  <a:pt x="208924" y="43171"/>
                </a:lnTo>
                <a:cubicBezTo>
                  <a:pt x="212691" y="47214"/>
                  <a:pt x="215382" y="52607"/>
                  <a:pt x="215382" y="58943"/>
                </a:cubicBezTo>
                <a:lnTo>
                  <a:pt x="215382" y="59203"/>
                </a:lnTo>
                <a:cubicBezTo>
                  <a:pt x="215382" y="69858"/>
                  <a:pt x="223744" y="78344"/>
                  <a:pt x="234246" y="78344"/>
                </a:cubicBezTo>
                <a:lnTo>
                  <a:pt x="265512" y="78344"/>
                </a:lnTo>
                <a:lnTo>
                  <a:pt x="265512" y="117147"/>
                </a:lnTo>
                <a:cubicBezTo>
                  <a:pt x="243007" y="108121"/>
                  <a:pt x="218886" y="103140"/>
                  <a:pt x="193015" y="103140"/>
                </a:cubicBezTo>
                <a:cubicBezTo>
                  <a:pt x="167680" y="103140"/>
                  <a:pt x="143020" y="108121"/>
                  <a:pt x="120653" y="117147"/>
                </a:cubicBezTo>
                <a:moveTo>
                  <a:pt x="303512" y="137498"/>
                </a:moveTo>
                <a:lnTo>
                  <a:pt x="303512" y="59203"/>
                </a:lnTo>
                <a:cubicBezTo>
                  <a:pt x="303512" y="48967"/>
                  <a:pt x="295026" y="40204"/>
                  <a:pt x="284513" y="40204"/>
                </a:cubicBezTo>
                <a:lnTo>
                  <a:pt x="284113" y="40204"/>
                </a:lnTo>
                <a:lnTo>
                  <a:pt x="250154" y="40204"/>
                </a:lnTo>
                <a:cubicBezTo>
                  <a:pt x="247448" y="31042"/>
                  <a:pt x="242329" y="23094"/>
                  <a:pt x="235596" y="16358"/>
                </a:cubicBezTo>
                <a:cubicBezTo>
                  <a:pt x="224819" y="5445"/>
                  <a:pt x="209724" y="-1301"/>
                  <a:pt x="193015" y="-1301"/>
                </a:cubicBezTo>
                <a:cubicBezTo>
                  <a:pt x="176579" y="-1301"/>
                  <a:pt x="161484" y="5445"/>
                  <a:pt x="150707" y="16358"/>
                </a:cubicBezTo>
                <a:cubicBezTo>
                  <a:pt x="143959" y="23094"/>
                  <a:pt x="138978" y="31182"/>
                  <a:pt x="135752" y="40204"/>
                </a:cubicBezTo>
                <a:lnTo>
                  <a:pt x="101514" y="40204"/>
                </a:lnTo>
                <a:cubicBezTo>
                  <a:pt x="91138" y="40204"/>
                  <a:pt x="82790" y="48967"/>
                  <a:pt x="82790" y="59203"/>
                </a:cubicBezTo>
                <a:lnTo>
                  <a:pt x="82790" y="59606"/>
                </a:lnTo>
                <a:lnTo>
                  <a:pt x="82790" y="137498"/>
                </a:lnTo>
                <a:cubicBezTo>
                  <a:pt x="73090" y="144232"/>
                  <a:pt x="63927" y="151642"/>
                  <a:pt x="55427" y="160143"/>
                </a:cubicBezTo>
                <a:cubicBezTo>
                  <a:pt x="20130" y="195301"/>
                  <a:pt x="-1299" y="243955"/>
                  <a:pt x="-1299" y="297715"/>
                </a:cubicBezTo>
                <a:cubicBezTo>
                  <a:pt x="-1299" y="351487"/>
                  <a:pt x="20130" y="400128"/>
                  <a:pt x="55427" y="435301"/>
                </a:cubicBezTo>
                <a:cubicBezTo>
                  <a:pt x="90738" y="470611"/>
                  <a:pt x="139253" y="492304"/>
                  <a:pt x="193015" y="492304"/>
                </a:cubicBezTo>
                <a:cubicBezTo>
                  <a:pt x="246787" y="492304"/>
                  <a:pt x="295427" y="470611"/>
                  <a:pt x="330599" y="435301"/>
                </a:cubicBezTo>
                <a:cubicBezTo>
                  <a:pt x="365897" y="400128"/>
                  <a:pt x="387602" y="351487"/>
                  <a:pt x="387602" y="297715"/>
                </a:cubicBezTo>
                <a:cubicBezTo>
                  <a:pt x="387602" y="243955"/>
                  <a:pt x="365897" y="195301"/>
                  <a:pt x="330599" y="160143"/>
                </a:cubicBezTo>
                <a:cubicBezTo>
                  <a:pt x="322375" y="151642"/>
                  <a:pt x="313213" y="144232"/>
                  <a:pt x="303512" y="137498"/>
                </a:cubicBezTo>
                <a:moveTo>
                  <a:pt x="201099" y="278852"/>
                </a:moveTo>
                <a:cubicBezTo>
                  <a:pt x="196795" y="274270"/>
                  <a:pt x="189508" y="274270"/>
                  <a:pt x="185066" y="278852"/>
                </a:cubicBezTo>
                <a:cubicBezTo>
                  <a:pt x="179133" y="284509"/>
                  <a:pt x="172122" y="289367"/>
                  <a:pt x="164452" y="292457"/>
                </a:cubicBezTo>
                <a:cubicBezTo>
                  <a:pt x="157178" y="295702"/>
                  <a:pt x="148954" y="297177"/>
                  <a:pt x="140192" y="297177"/>
                </a:cubicBezTo>
                <a:cubicBezTo>
                  <a:pt x="131568" y="297177"/>
                  <a:pt x="123344" y="295702"/>
                  <a:pt x="115933" y="292457"/>
                </a:cubicBezTo>
                <a:cubicBezTo>
                  <a:pt x="108387" y="289367"/>
                  <a:pt x="101255" y="284509"/>
                  <a:pt x="95459" y="278852"/>
                </a:cubicBezTo>
                <a:cubicBezTo>
                  <a:pt x="91013" y="274270"/>
                  <a:pt x="83867" y="274270"/>
                  <a:pt x="79561" y="278852"/>
                </a:cubicBezTo>
                <a:cubicBezTo>
                  <a:pt x="74842" y="283295"/>
                  <a:pt x="74842" y="290442"/>
                  <a:pt x="79561" y="295024"/>
                </a:cubicBezTo>
                <a:cubicBezTo>
                  <a:pt x="87232" y="302709"/>
                  <a:pt x="96809" y="309167"/>
                  <a:pt x="107311" y="313349"/>
                </a:cubicBezTo>
                <a:cubicBezTo>
                  <a:pt x="117425" y="317791"/>
                  <a:pt x="128601" y="320082"/>
                  <a:pt x="140192" y="320082"/>
                </a:cubicBezTo>
                <a:cubicBezTo>
                  <a:pt x="151784" y="320082"/>
                  <a:pt x="162960" y="317791"/>
                  <a:pt x="173336" y="313349"/>
                </a:cubicBezTo>
                <a:cubicBezTo>
                  <a:pt x="180346" y="310382"/>
                  <a:pt x="187081" y="306615"/>
                  <a:pt x="193015" y="301895"/>
                </a:cubicBezTo>
                <a:cubicBezTo>
                  <a:pt x="199209" y="306615"/>
                  <a:pt x="205957" y="310382"/>
                  <a:pt x="212953" y="313349"/>
                </a:cubicBezTo>
                <a:cubicBezTo>
                  <a:pt x="223068" y="317791"/>
                  <a:pt x="234246" y="320082"/>
                  <a:pt x="245710" y="320082"/>
                </a:cubicBezTo>
                <a:cubicBezTo>
                  <a:pt x="257426" y="320082"/>
                  <a:pt x="268617" y="317791"/>
                  <a:pt x="278717" y="313349"/>
                </a:cubicBezTo>
                <a:cubicBezTo>
                  <a:pt x="289494" y="309167"/>
                  <a:pt x="298794" y="302709"/>
                  <a:pt x="306740" y="295024"/>
                </a:cubicBezTo>
                <a:cubicBezTo>
                  <a:pt x="311200" y="290442"/>
                  <a:pt x="311200" y="283295"/>
                  <a:pt x="306740" y="278852"/>
                </a:cubicBezTo>
                <a:cubicBezTo>
                  <a:pt x="302439" y="274270"/>
                  <a:pt x="295026" y="274270"/>
                  <a:pt x="290846" y="278852"/>
                </a:cubicBezTo>
                <a:cubicBezTo>
                  <a:pt x="284787" y="284509"/>
                  <a:pt x="277917" y="289367"/>
                  <a:pt x="270094" y="292457"/>
                </a:cubicBezTo>
                <a:cubicBezTo>
                  <a:pt x="262683" y="295702"/>
                  <a:pt x="254735" y="297177"/>
                  <a:pt x="245710" y="297177"/>
                </a:cubicBezTo>
                <a:cubicBezTo>
                  <a:pt x="237349" y="297177"/>
                  <a:pt x="229123" y="295702"/>
                  <a:pt x="221579" y="292457"/>
                </a:cubicBezTo>
                <a:cubicBezTo>
                  <a:pt x="213905" y="289367"/>
                  <a:pt x="206894" y="284509"/>
                  <a:pt x="201099" y="278852"/>
                </a:cubicBezTo>
                <a:moveTo>
                  <a:pt x="274136" y="163771"/>
                </a:moveTo>
                <a:lnTo>
                  <a:pt x="274412" y="163771"/>
                </a:lnTo>
                <a:lnTo>
                  <a:pt x="274675" y="164047"/>
                </a:lnTo>
                <a:lnTo>
                  <a:pt x="274950" y="164047"/>
                </a:lnTo>
                <a:cubicBezTo>
                  <a:pt x="285452" y="170518"/>
                  <a:pt x="295166" y="178330"/>
                  <a:pt x="303788" y="186952"/>
                </a:cubicBezTo>
                <a:cubicBezTo>
                  <a:pt x="332352" y="215378"/>
                  <a:pt x="349738" y="254455"/>
                  <a:pt x="349738" y="297715"/>
                </a:cubicBezTo>
                <a:cubicBezTo>
                  <a:pt x="349738" y="340974"/>
                  <a:pt x="332352" y="380053"/>
                  <a:pt x="303788" y="408492"/>
                </a:cubicBezTo>
                <a:cubicBezTo>
                  <a:pt x="275351" y="436778"/>
                  <a:pt x="236272" y="454440"/>
                  <a:pt x="193015" y="454440"/>
                </a:cubicBezTo>
                <a:cubicBezTo>
                  <a:pt x="149755" y="454440"/>
                  <a:pt x="110677" y="436778"/>
                  <a:pt x="82514" y="408492"/>
                </a:cubicBezTo>
                <a:cubicBezTo>
                  <a:pt x="54226" y="380053"/>
                  <a:pt x="36441" y="340974"/>
                  <a:pt x="36441" y="297715"/>
                </a:cubicBezTo>
                <a:cubicBezTo>
                  <a:pt x="36441" y="254455"/>
                  <a:pt x="54226" y="215378"/>
                  <a:pt x="82514" y="186952"/>
                </a:cubicBezTo>
                <a:cubicBezTo>
                  <a:pt x="90876" y="178330"/>
                  <a:pt x="100575" y="170518"/>
                  <a:pt x="111090" y="164047"/>
                </a:cubicBezTo>
                <a:lnTo>
                  <a:pt x="111628" y="164047"/>
                </a:lnTo>
                <a:lnTo>
                  <a:pt x="111891" y="163771"/>
                </a:lnTo>
                <a:lnTo>
                  <a:pt x="112167" y="163771"/>
                </a:lnTo>
                <a:cubicBezTo>
                  <a:pt x="135612" y="149489"/>
                  <a:pt x="163375" y="141142"/>
                  <a:pt x="193015" y="141142"/>
                </a:cubicBezTo>
                <a:cubicBezTo>
                  <a:pt x="222928" y="141142"/>
                  <a:pt x="250417" y="149489"/>
                  <a:pt x="274136" y="163771"/>
                </a:cubicBezTo>
              </a:path>
            </a:pathLst>
          </a:custGeom>
          <a:solidFill>
            <a:schemeClr val="accent1"/>
          </a:solidFill>
          <a:ln w="184" cap="flat">
            <a:noFill/>
            <a:prstDash val="solid"/>
            <a:miter/>
          </a:ln>
        </p:spPr>
        <p:txBody>
          <a:bodyPr rtlCol="0" anchor="ctr"/>
          <a:lstStyle/>
          <a:p>
            <a:endParaRPr lang="zh-CN" altLang="en-US"/>
          </a:p>
        </p:txBody>
      </p:sp>
      <p:sp>
        <p:nvSpPr>
          <p:cNvPr id="108" name="图片 7" descr="21543004"/>
          <p:cNvSpPr/>
          <p:nvPr/>
        </p:nvSpPr>
        <p:spPr>
          <a:xfrm flipV="1">
            <a:off x="9363438" y="2511127"/>
            <a:ext cx="591204" cy="452335"/>
          </a:xfrm>
          <a:custGeom>
            <a:avLst/>
            <a:gdLst>
              <a:gd name="connsiteX0" fmla="*/ 203342 w 591204"/>
              <a:gd name="connsiteY0" fmla="*/ 222036 h 452335"/>
              <a:gd name="connsiteX1" fmla="*/ 140912 w 591204"/>
              <a:gd name="connsiteY1" fmla="*/ 177738 h 452335"/>
              <a:gd name="connsiteX2" fmla="*/ 154439 w 591204"/>
              <a:gd name="connsiteY2" fmla="*/ 151582 h 452335"/>
              <a:gd name="connsiteX3" fmla="*/ 156418 w 591204"/>
              <a:gd name="connsiteY3" fmla="*/ 152106 h 452335"/>
              <a:gd name="connsiteX4" fmla="*/ 158383 w 591204"/>
              <a:gd name="connsiteY4" fmla="*/ 152767 h 452335"/>
              <a:gd name="connsiteX5" fmla="*/ 162072 w 591204"/>
              <a:gd name="connsiteY5" fmla="*/ 154478 h 452335"/>
              <a:gd name="connsiteX6" fmla="*/ 175747 w 591204"/>
              <a:gd name="connsiteY6" fmla="*/ 146980 h 452335"/>
              <a:gd name="connsiteX7" fmla="*/ 244222 w 591204"/>
              <a:gd name="connsiteY7" fmla="*/ 45754 h 452335"/>
              <a:gd name="connsiteX8" fmla="*/ 373839 w 591204"/>
              <a:gd name="connsiteY8" fmla="*/ 45754 h 452335"/>
              <a:gd name="connsiteX9" fmla="*/ 442327 w 591204"/>
              <a:gd name="connsiteY9" fmla="*/ 146980 h 452335"/>
              <a:gd name="connsiteX10" fmla="*/ 455869 w 591204"/>
              <a:gd name="connsiteY10" fmla="*/ 154478 h 452335"/>
              <a:gd name="connsiteX11" fmla="*/ 459811 w 591204"/>
              <a:gd name="connsiteY11" fmla="*/ 152767 h 452335"/>
              <a:gd name="connsiteX12" fmla="*/ 461522 w 591204"/>
              <a:gd name="connsiteY12" fmla="*/ 152106 h 452335"/>
              <a:gd name="connsiteX13" fmla="*/ 463622 w 591204"/>
              <a:gd name="connsiteY13" fmla="*/ 151582 h 452335"/>
              <a:gd name="connsiteX14" fmla="*/ 477300 w 591204"/>
              <a:gd name="connsiteY14" fmla="*/ 177738 h 452335"/>
              <a:gd name="connsiteX15" fmla="*/ 414719 w 591204"/>
              <a:gd name="connsiteY15" fmla="*/ 222036 h 452335"/>
              <a:gd name="connsiteX16" fmla="*/ 203342 w 591204"/>
              <a:gd name="connsiteY16" fmla="*/ 222036 h 452335"/>
              <a:gd name="connsiteX17" fmla="*/ 205981 w 591204"/>
              <a:gd name="connsiteY17" fmla="*/ 322213 h 452335"/>
              <a:gd name="connsiteX18" fmla="*/ 170740 w 591204"/>
              <a:gd name="connsiteY18" fmla="*/ 308537 h 452335"/>
              <a:gd name="connsiteX19" fmla="*/ 170740 w 591204"/>
              <a:gd name="connsiteY19" fmla="*/ 251489 h 452335"/>
              <a:gd name="connsiteX20" fmla="*/ 195980 w 591204"/>
              <a:gd name="connsiteY20" fmla="*/ 258059 h 452335"/>
              <a:gd name="connsiteX21" fmla="*/ 421961 w 591204"/>
              <a:gd name="connsiteY21" fmla="*/ 258059 h 452335"/>
              <a:gd name="connsiteX22" fmla="*/ 447456 w 591204"/>
              <a:gd name="connsiteY22" fmla="*/ 251489 h 452335"/>
              <a:gd name="connsiteX23" fmla="*/ 447456 w 591204"/>
              <a:gd name="connsiteY23" fmla="*/ 308537 h 452335"/>
              <a:gd name="connsiteX24" fmla="*/ 412229 w 591204"/>
              <a:gd name="connsiteY24" fmla="*/ 322213 h 452335"/>
              <a:gd name="connsiteX25" fmla="*/ 205981 w 591204"/>
              <a:gd name="connsiteY25" fmla="*/ 322213 h 452335"/>
              <a:gd name="connsiteX26" fmla="*/ 309038 w 591204"/>
              <a:gd name="connsiteY26" fmla="*/ 412388 h 452335"/>
              <a:gd name="connsiteX27" fmla="*/ 95549 w 591204"/>
              <a:gd name="connsiteY27" fmla="*/ 320234 h 452335"/>
              <a:gd name="connsiteX28" fmla="*/ 148395 w 591204"/>
              <a:gd name="connsiteY28" fmla="*/ 300124 h 452335"/>
              <a:gd name="connsiteX29" fmla="*/ 148395 w 591204"/>
              <a:gd name="connsiteY29" fmla="*/ 308537 h 452335"/>
              <a:gd name="connsiteX30" fmla="*/ 200852 w 591204"/>
              <a:gd name="connsiteY30" fmla="*/ 343507 h 452335"/>
              <a:gd name="connsiteX31" fmla="*/ 417358 w 591204"/>
              <a:gd name="connsiteY31" fmla="*/ 343507 h 452335"/>
              <a:gd name="connsiteX32" fmla="*/ 469665 w 591204"/>
              <a:gd name="connsiteY32" fmla="*/ 308537 h 452335"/>
              <a:gd name="connsiteX33" fmla="*/ 469665 w 591204"/>
              <a:gd name="connsiteY33" fmla="*/ 300124 h 452335"/>
              <a:gd name="connsiteX34" fmla="*/ 522379 w 591204"/>
              <a:gd name="connsiteY34" fmla="*/ 320234 h 452335"/>
              <a:gd name="connsiteX35" fmla="*/ 309038 w 591204"/>
              <a:gd name="connsiteY35" fmla="*/ 412388 h 452335"/>
              <a:gd name="connsiteX36" fmla="*/ 37450 w 591204"/>
              <a:gd name="connsiteY36" fmla="*/ 230451 h 452335"/>
              <a:gd name="connsiteX37" fmla="*/ 37450 w 591204"/>
              <a:gd name="connsiteY37" fmla="*/ 230194 h 452335"/>
              <a:gd name="connsiteX38" fmla="*/ 33641 w 591204"/>
              <a:gd name="connsiteY38" fmla="*/ 221511 h 452335"/>
              <a:gd name="connsiteX39" fmla="*/ 46253 w 591204"/>
              <a:gd name="connsiteY39" fmla="*/ 208630 h 452335"/>
              <a:gd name="connsiteX40" fmla="*/ 46389 w 591204"/>
              <a:gd name="connsiteY40" fmla="*/ 208630 h 452335"/>
              <a:gd name="connsiteX41" fmla="*/ 46522 w 591204"/>
              <a:gd name="connsiteY41" fmla="*/ 208630 h 452335"/>
              <a:gd name="connsiteX42" fmla="*/ 46779 w 591204"/>
              <a:gd name="connsiteY42" fmla="*/ 208630 h 452335"/>
              <a:gd name="connsiteX43" fmla="*/ 59405 w 591204"/>
              <a:gd name="connsiteY43" fmla="*/ 221511 h 452335"/>
              <a:gd name="connsiteX44" fmla="*/ 55716 w 591204"/>
              <a:gd name="connsiteY44" fmla="*/ 230194 h 452335"/>
              <a:gd name="connsiteX45" fmla="*/ 55595 w 591204"/>
              <a:gd name="connsiteY45" fmla="*/ 230451 h 452335"/>
              <a:gd name="connsiteX46" fmla="*/ 37450 w 591204"/>
              <a:gd name="connsiteY46" fmla="*/ 230451 h 452335"/>
              <a:gd name="connsiteX47" fmla="*/ 230696 w 591204"/>
              <a:gd name="connsiteY47" fmla="*/ 28279 h 452335"/>
              <a:gd name="connsiteX48" fmla="*/ 158127 w 591204"/>
              <a:gd name="connsiteY48" fmla="*/ 129763 h 452335"/>
              <a:gd name="connsiteX49" fmla="*/ 154439 w 591204"/>
              <a:gd name="connsiteY49" fmla="*/ 129237 h 452335"/>
              <a:gd name="connsiteX50" fmla="*/ 118687 w 591204"/>
              <a:gd name="connsiteY50" fmla="*/ 177738 h 452335"/>
              <a:gd name="connsiteX51" fmla="*/ 132095 w 591204"/>
              <a:gd name="connsiteY51" fmla="*/ 215602 h 452335"/>
              <a:gd name="connsiteX52" fmla="*/ 131838 w 591204"/>
              <a:gd name="connsiteY52" fmla="*/ 218482 h 452335"/>
              <a:gd name="connsiteX53" fmla="*/ 131703 w 591204"/>
              <a:gd name="connsiteY53" fmla="*/ 266860 h 452335"/>
              <a:gd name="connsiteX54" fmla="*/ 57696 w 591204"/>
              <a:gd name="connsiteY54" fmla="*/ 295263 h 452335"/>
              <a:gd name="connsiteX55" fmla="*/ 57696 w 591204"/>
              <a:gd name="connsiteY55" fmla="*/ 254505 h 452335"/>
              <a:gd name="connsiteX56" fmla="*/ 81616 w 591204"/>
              <a:gd name="connsiteY56" fmla="*/ 221511 h 452335"/>
              <a:gd name="connsiteX57" fmla="*/ 72947 w 591204"/>
              <a:gd name="connsiteY57" fmla="*/ 198115 h 452335"/>
              <a:gd name="connsiteX58" fmla="*/ 93057 w 591204"/>
              <a:gd name="connsiteY58" fmla="*/ 163011 h 452335"/>
              <a:gd name="connsiteX59" fmla="*/ 89247 w 591204"/>
              <a:gd name="connsiteY59" fmla="*/ 147638 h 452335"/>
              <a:gd name="connsiteX60" fmla="*/ 73861 w 591204"/>
              <a:gd name="connsiteY60" fmla="*/ 152106 h 452335"/>
              <a:gd name="connsiteX61" fmla="*/ 57696 w 591204"/>
              <a:gd name="connsiteY61" fmla="*/ 179714 h 452335"/>
              <a:gd name="connsiteX62" fmla="*/ 57696 w 591204"/>
              <a:gd name="connsiteY62" fmla="*/ 147368 h 452335"/>
              <a:gd name="connsiteX63" fmla="*/ 46522 w 591204"/>
              <a:gd name="connsiteY63" fmla="*/ 136467 h 452335"/>
              <a:gd name="connsiteX64" fmla="*/ 35350 w 591204"/>
              <a:gd name="connsiteY64" fmla="*/ 147368 h 452335"/>
              <a:gd name="connsiteX65" fmla="*/ 35350 w 591204"/>
              <a:gd name="connsiteY65" fmla="*/ 179714 h 452335"/>
              <a:gd name="connsiteX66" fmla="*/ 19305 w 591204"/>
              <a:gd name="connsiteY66" fmla="*/ 152106 h 452335"/>
              <a:gd name="connsiteX67" fmla="*/ 4322 w 591204"/>
              <a:gd name="connsiteY67" fmla="*/ 147638 h 452335"/>
              <a:gd name="connsiteX68" fmla="*/ 124 w 591204"/>
              <a:gd name="connsiteY68" fmla="*/ 163011 h 452335"/>
              <a:gd name="connsiteX69" fmla="*/ 20234 w 591204"/>
              <a:gd name="connsiteY69" fmla="*/ 198115 h 452335"/>
              <a:gd name="connsiteX70" fmla="*/ 11419 w 591204"/>
              <a:gd name="connsiteY70" fmla="*/ 221511 h 452335"/>
              <a:gd name="connsiteX71" fmla="*/ 35350 w 591204"/>
              <a:gd name="connsiteY71" fmla="*/ 254505 h 452335"/>
              <a:gd name="connsiteX72" fmla="*/ 35350 w 591204"/>
              <a:gd name="connsiteY72" fmla="*/ 304456 h 452335"/>
              <a:gd name="connsiteX73" fmla="*/ 29307 w 591204"/>
              <a:gd name="connsiteY73" fmla="*/ 325887 h 452335"/>
              <a:gd name="connsiteX74" fmla="*/ 39160 w 591204"/>
              <a:gd name="connsiteY74" fmla="*/ 336265 h 452335"/>
              <a:gd name="connsiteX75" fmla="*/ 39429 w 591204"/>
              <a:gd name="connsiteY75" fmla="*/ 336265 h 452335"/>
              <a:gd name="connsiteX76" fmla="*/ 301810 w 591204"/>
              <a:gd name="connsiteY76" fmla="*/ 449580 h 452335"/>
              <a:gd name="connsiteX77" fmla="*/ 309038 w 591204"/>
              <a:gd name="connsiteY77" fmla="*/ 451035 h 452335"/>
              <a:gd name="connsiteX78" fmla="*/ 316401 w 591204"/>
              <a:gd name="connsiteY78" fmla="*/ 449580 h 452335"/>
              <a:gd name="connsiteX79" fmla="*/ 578646 w 591204"/>
              <a:gd name="connsiteY79" fmla="*/ 336265 h 452335"/>
              <a:gd name="connsiteX80" fmla="*/ 588631 w 591204"/>
              <a:gd name="connsiteY80" fmla="*/ 325887 h 452335"/>
              <a:gd name="connsiteX81" fmla="*/ 578257 w 591204"/>
              <a:gd name="connsiteY81" fmla="*/ 301967 h 452335"/>
              <a:gd name="connsiteX82" fmla="*/ 486237 w 591204"/>
              <a:gd name="connsiteY82" fmla="*/ 266860 h 452335"/>
              <a:gd name="connsiteX83" fmla="*/ 486237 w 591204"/>
              <a:gd name="connsiteY83" fmla="*/ 218482 h 452335"/>
              <a:gd name="connsiteX84" fmla="*/ 485967 w 591204"/>
              <a:gd name="connsiteY84" fmla="*/ 215602 h 452335"/>
              <a:gd name="connsiteX85" fmla="*/ 499375 w 591204"/>
              <a:gd name="connsiteY85" fmla="*/ 177738 h 452335"/>
              <a:gd name="connsiteX86" fmla="*/ 463622 w 591204"/>
              <a:gd name="connsiteY86" fmla="*/ 129237 h 452335"/>
              <a:gd name="connsiteX87" fmla="*/ 459947 w 591204"/>
              <a:gd name="connsiteY87" fmla="*/ 129763 h 452335"/>
              <a:gd name="connsiteX88" fmla="*/ 387517 w 591204"/>
              <a:gd name="connsiteY88" fmla="*/ 28279 h 452335"/>
              <a:gd name="connsiteX89" fmla="*/ 230696 w 591204"/>
              <a:gd name="connsiteY89" fmla="*/ 28279 h 452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591204" h="452335">
                <a:moveTo>
                  <a:pt x="203342" y="222036"/>
                </a:moveTo>
                <a:cubicBezTo>
                  <a:pt x="177054" y="216652"/>
                  <a:pt x="140912" y="211778"/>
                  <a:pt x="140912" y="177738"/>
                </a:cubicBezTo>
                <a:cubicBezTo>
                  <a:pt x="140912" y="171424"/>
                  <a:pt x="144061" y="151582"/>
                  <a:pt x="154439" y="151582"/>
                </a:cubicBezTo>
                <a:cubicBezTo>
                  <a:pt x="155233" y="151582"/>
                  <a:pt x="155894" y="151839"/>
                  <a:pt x="156418" y="152106"/>
                </a:cubicBezTo>
                <a:cubicBezTo>
                  <a:pt x="157212" y="152106"/>
                  <a:pt x="157858" y="152365"/>
                  <a:pt x="158383" y="152767"/>
                </a:cubicBezTo>
                <a:cubicBezTo>
                  <a:pt x="159311" y="153550"/>
                  <a:pt x="160753" y="154208"/>
                  <a:pt x="162072" y="154478"/>
                </a:cubicBezTo>
                <a:cubicBezTo>
                  <a:pt x="168116" y="156443"/>
                  <a:pt x="174161" y="152887"/>
                  <a:pt x="175747" y="146980"/>
                </a:cubicBezTo>
                <a:cubicBezTo>
                  <a:pt x="187310" y="107148"/>
                  <a:pt x="211755" y="71261"/>
                  <a:pt x="244222" y="45754"/>
                </a:cubicBezTo>
                <a:cubicBezTo>
                  <a:pt x="286289" y="12504"/>
                  <a:pt x="331908" y="12504"/>
                  <a:pt x="373839" y="45754"/>
                </a:cubicBezTo>
                <a:cubicBezTo>
                  <a:pt x="406183" y="71261"/>
                  <a:pt x="430898" y="107148"/>
                  <a:pt x="442327" y="146980"/>
                </a:cubicBezTo>
                <a:cubicBezTo>
                  <a:pt x="443902" y="152887"/>
                  <a:pt x="450080" y="156443"/>
                  <a:pt x="455869" y="154478"/>
                </a:cubicBezTo>
                <a:cubicBezTo>
                  <a:pt x="457578" y="154208"/>
                  <a:pt x="458629" y="153550"/>
                  <a:pt x="459811" y="152767"/>
                </a:cubicBezTo>
                <a:cubicBezTo>
                  <a:pt x="460474" y="152365"/>
                  <a:pt x="460996" y="152106"/>
                  <a:pt x="461522" y="152106"/>
                </a:cubicBezTo>
                <a:cubicBezTo>
                  <a:pt x="462183" y="151839"/>
                  <a:pt x="462843" y="151582"/>
                  <a:pt x="463622" y="151582"/>
                </a:cubicBezTo>
                <a:cubicBezTo>
                  <a:pt x="473880" y="151582"/>
                  <a:pt x="477300" y="171424"/>
                  <a:pt x="477300" y="177738"/>
                </a:cubicBezTo>
                <a:cubicBezTo>
                  <a:pt x="477300" y="211778"/>
                  <a:pt x="440888" y="216652"/>
                  <a:pt x="414719" y="222036"/>
                </a:cubicBezTo>
                <a:cubicBezTo>
                  <a:pt x="348343" y="235578"/>
                  <a:pt x="269733" y="235578"/>
                  <a:pt x="203342" y="222036"/>
                </a:cubicBezTo>
                <a:moveTo>
                  <a:pt x="205981" y="322213"/>
                </a:moveTo>
                <a:cubicBezTo>
                  <a:pt x="184160" y="317084"/>
                  <a:pt x="170740" y="311955"/>
                  <a:pt x="170740" y="308537"/>
                </a:cubicBezTo>
                <a:lnTo>
                  <a:pt x="170740" y="251489"/>
                </a:lnTo>
                <a:cubicBezTo>
                  <a:pt x="178238" y="253979"/>
                  <a:pt x="186786" y="256350"/>
                  <a:pt x="195980" y="258059"/>
                </a:cubicBezTo>
                <a:cubicBezTo>
                  <a:pt x="267362" y="272906"/>
                  <a:pt x="350833" y="272906"/>
                  <a:pt x="421961" y="258059"/>
                </a:cubicBezTo>
                <a:cubicBezTo>
                  <a:pt x="431424" y="256350"/>
                  <a:pt x="439837" y="253979"/>
                  <a:pt x="447456" y="251489"/>
                </a:cubicBezTo>
                <a:lnTo>
                  <a:pt x="447456" y="308537"/>
                </a:lnTo>
                <a:cubicBezTo>
                  <a:pt x="447456" y="311955"/>
                  <a:pt x="434048" y="317084"/>
                  <a:pt x="412229" y="322213"/>
                </a:cubicBezTo>
                <a:cubicBezTo>
                  <a:pt x="348343" y="336535"/>
                  <a:pt x="269733" y="336535"/>
                  <a:pt x="205981" y="322213"/>
                </a:cubicBezTo>
                <a:moveTo>
                  <a:pt x="309038" y="412388"/>
                </a:moveTo>
                <a:lnTo>
                  <a:pt x="95549" y="320234"/>
                </a:lnTo>
                <a:lnTo>
                  <a:pt x="148395" y="300124"/>
                </a:lnTo>
                <a:lnTo>
                  <a:pt x="148395" y="308537"/>
                </a:lnTo>
                <a:cubicBezTo>
                  <a:pt x="148395" y="323908"/>
                  <a:pt x="168384" y="336145"/>
                  <a:pt x="200852" y="343507"/>
                </a:cubicBezTo>
                <a:cubicBezTo>
                  <a:pt x="268290" y="358745"/>
                  <a:pt x="350052" y="358745"/>
                  <a:pt x="417358" y="343507"/>
                </a:cubicBezTo>
                <a:cubicBezTo>
                  <a:pt x="449553" y="336145"/>
                  <a:pt x="469665" y="323908"/>
                  <a:pt x="469665" y="308537"/>
                </a:cubicBezTo>
                <a:lnTo>
                  <a:pt x="469665" y="300124"/>
                </a:lnTo>
                <a:lnTo>
                  <a:pt x="522379" y="320234"/>
                </a:lnTo>
                <a:lnTo>
                  <a:pt x="309038" y="412388"/>
                </a:lnTo>
                <a:moveTo>
                  <a:pt x="37450" y="230451"/>
                </a:moveTo>
                <a:lnTo>
                  <a:pt x="37450" y="230194"/>
                </a:lnTo>
                <a:cubicBezTo>
                  <a:pt x="35081" y="228215"/>
                  <a:pt x="33641" y="224929"/>
                  <a:pt x="33641" y="221511"/>
                </a:cubicBezTo>
                <a:cubicBezTo>
                  <a:pt x="33641" y="214149"/>
                  <a:pt x="39295" y="208898"/>
                  <a:pt x="46253" y="208630"/>
                </a:cubicBezTo>
                <a:lnTo>
                  <a:pt x="46389" y="208630"/>
                </a:lnTo>
                <a:lnTo>
                  <a:pt x="46522" y="208630"/>
                </a:lnTo>
                <a:lnTo>
                  <a:pt x="46779" y="208630"/>
                </a:lnTo>
                <a:cubicBezTo>
                  <a:pt x="53751" y="208898"/>
                  <a:pt x="59405" y="214149"/>
                  <a:pt x="59405" y="221511"/>
                </a:cubicBezTo>
                <a:cubicBezTo>
                  <a:pt x="59405" y="224929"/>
                  <a:pt x="57965" y="228215"/>
                  <a:pt x="55716" y="230194"/>
                </a:cubicBezTo>
                <a:lnTo>
                  <a:pt x="55595" y="230451"/>
                </a:lnTo>
                <a:cubicBezTo>
                  <a:pt x="50860" y="235310"/>
                  <a:pt x="42311" y="235310"/>
                  <a:pt x="37450" y="230451"/>
                </a:cubicBezTo>
                <a:moveTo>
                  <a:pt x="230696" y="28279"/>
                </a:moveTo>
                <a:cubicBezTo>
                  <a:pt x="197689" y="54044"/>
                  <a:pt x="171669" y="89931"/>
                  <a:pt x="158127" y="129763"/>
                </a:cubicBezTo>
                <a:cubicBezTo>
                  <a:pt x="156808" y="129237"/>
                  <a:pt x="155758" y="129237"/>
                  <a:pt x="154439" y="129237"/>
                </a:cubicBezTo>
                <a:cubicBezTo>
                  <a:pt x="129994" y="129237"/>
                  <a:pt x="118687" y="157358"/>
                  <a:pt x="118687" y="177738"/>
                </a:cubicBezTo>
                <a:cubicBezTo>
                  <a:pt x="118687" y="191144"/>
                  <a:pt x="122901" y="205734"/>
                  <a:pt x="132095" y="215602"/>
                </a:cubicBezTo>
                <a:cubicBezTo>
                  <a:pt x="131838" y="216516"/>
                  <a:pt x="131703" y="217313"/>
                  <a:pt x="131838" y="218482"/>
                </a:cubicBezTo>
                <a:lnTo>
                  <a:pt x="131703" y="266860"/>
                </a:lnTo>
                <a:lnTo>
                  <a:pt x="57696" y="295263"/>
                </a:lnTo>
                <a:lnTo>
                  <a:pt x="57696" y="254505"/>
                </a:lnTo>
                <a:cubicBezTo>
                  <a:pt x="71763" y="249900"/>
                  <a:pt x="81616" y="236238"/>
                  <a:pt x="81616" y="221511"/>
                </a:cubicBezTo>
                <a:cubicBezTo>
                  <a:pt x="81616" y="212438"/>
                  <a:pt x="78331" y="204161"/>
                  <a:pt x="72947" y="198115"/>
                </a:cubicBezTo>
                <a:lnTo>
                  <a:pt x="93057" y="163011"/>
                </a:lnTo>
                <a:cubicBezTo>
                  <a:pt x="96087" y="157626"/>
                  <a:pt x="94242" y="150790"/>
                  <a:pt x="89247" y="147638"/>
                </a:cubicBezTo>
                <a:cubicBezTo>
                  <a:pt x="83729" y="144746"/>
                  <a:pt x="77025" y="146710"/>
                  <a:pt x="73861" y="152106"/>
                </a:cubicBezTo>
                <a:lnTo>
                  <a:pt x="57696" y="179714"/>
                </a:lnTo>
                <a:lnTo>
                  <a:pt x="57696" y="147368"/>
                </a:lnTo>
                <a:cubicBezTo>
                  <a:pt x="57696" y="141324"/>
                  <a:pt x="52567" y="136467"/>
                  <a:pt x="46522" y="136467"/>
                </a:cubicBezTo>
                <a:cubicBezTo>
                  <a:pt x="40479" y="136467"/>
                  <a:pt x="35350" y="141324"/>
                  <a:pt x="35350" y="147368"/>
                </a:cubicBezTo>
                <a:lnTo>
                  <a:pt x="35350" y="179714"/>
                </a:lnTo>
                <a:lnTo>
                  <a:pt x="19305" y="152106"/>
                </a:lnTo>
                <a:cubicBezTo>
                  <a:pt x="16424" y="146710"/>
                  <a:pt x="9587" y="144746"/>
                  <a:pt x="4322" y="147638"/>
                </a:cubicBezTo>
                <a:cubicBezTo>
                  <a:pt x="-1196" y="150790"/>
                  <a:pt x="-2771" y="157626"/>
                  <a:pt x="124" y="163011"/>
                </a:cubicBezTo>
                <a:lnTo>
                  <a:pt x="20234" y="198115"/>
                </a:lnTo>
                <a:cubicBezTo>
                  <a:pt x="14836" y="204161"/>
                  <a:pt x="11419" y="212438"/>
                  <a:pt x="11419" y="221511"/>
                </a:cubicBezTo>
                <a:cubicBezTo>
                  <a:pt x="11419" y="236238"/>
                  <a:pt x="21284" y="249900"/>
                  <a:pt x="35350" y="254505"/>
                </a:cubicBezTo>
                <a:lnTo>
                  <a:pt x="35350" y="304456"/>
                </a:lnTo>
                <a:cubicBezTo>
                  <a:pt x="29037" y="309331"/>
                  <a:pt x="26412" y="317744"/>
                  <a:pt x="29307" y="325887"/>
                </a:cubicBezTo>
                <a:cubicBezTo>
                  <a:pt x="31016" y="330626"/>
                  <a:pt x="34826" y="334300"/>
                  <a:pt x="39160" y="336265"/>
                </a:cubicBezTo>
                <a:lnTo>
                  <a:pt x="39429" y="336265"/>
                </a:lnTo>
                <a:lnTo>
                  <a:pt x="301810" y="449580"/>
                </a:lnTo>
                <a:cubicBezTo>
                  <a:pt x="304177" y="450508"/>
                  <a:pt x="306669" y="451035"/>
                  <a:pt x="309038" y="451035"/>
                </a:cubicBezTo>
                <a:cubicBezTo>
                  <a:pt x="311526" y="451035"/>
                  <a:pt x="313897" y="450508"/>
                  <a:pt x="316401" y="449580"/>
                </a:cubicBezTo>
                <a:lnTo>
                  <a:pt x="578646" y="336265"/>
                </a:lnTo>
                <a:cubicBezTo>
                  <a:pt x="583114" y="334300"/>
                  <a:pt x="586925" y="330626"/>
                  <a:pt x="588631" y="325887"/>
                </a:cubicBezTo>
                <a:cubicBezTo>
                  <a:pt x="592321" y="316292"/>
                  <a:pt x="587717" y="305387"/>
                  <a:pt x="578257" y="301967"/>
                </a:cubicBezTo>
                <a:lnTo>
                  <a:pt x="486237" y="266860"/>
                </a:lnTo>
                <a:lnTo>
                  <a:pt x="486237" y="218482"/>
                </a:lnTo>
                <a:cubicBezTo>
                  <a:pt x="486237" y="217313"/>
                  <a:pt x="486237" y="216516"/>
                  <a:pt x="485967" y="215602"/>
                </a:cubicBezTo>
                <a:cubicBezTo>
                  <a:pt x="495444" y="205734"/>
                  <a:pt x="499375" y="191144"/>
                  <a:pt x="499375" y="177738"/>
                </a:cubicBezTo>
                <a:cubicBezTo>
                  <a:pt x="499375" y="157358"/>
                  <a:pt x="488080" y="129237"/>
                  <a:pt x="463622" y="129237"/>
                </a:cubicBezTo>
                <a:cubicBezTo>
                  <a:pt x="462317" y="129237"/>
                  <a:pt x="461255" y="129237"/>
                  <a:pt x="459947" y="129763"/>
                </a:cubicBezTo>
                <a:cubicBezTo>
                  <a:pt x="446271" y="89931"/>
                  <a:pt x="420252" y="54044"/>
                  <a:pt x="387517" y="28279"/>
                </a:cubicBezTo>
                <a:cubicBezTo>
                  <a:pt x="337171" y="-11160"/>
                  <a:pt x="280906" y="-11160"/>
                  <a:pt x="230696" y="28279"/>
                </a:cubicBezTo>
              </a:path>
            </a:pathLst>
          </a:custGeom>
          <a:solidFill>
            <a:schemeClr val="accent1"/>
          </a:solidFill>
          <a:ln w="222" cap="flat">
            <a:noFill/>
            <a:prstDash val="solid"/>
            <a:miter/>
          </a:ln>
        </p:spPr>
        <p:txBody>
          <a:bodyPr rtlCol="0" anchor="ctr"/>
          <a:lstStyle/>
          <a:p>
            <a:endParaRPr lang="zh-CN" altLang="en-US"/>
          </a:p>
        </p:txBody>
      </p:sp>
      <p:grpSp>
        <p:nvGrpSpPr>
          <p:cNvPr id="109" name="图形 104" descr="活动总结"/>
          <p:cNvGrpSpPr/>
          <p:nvPr/>
        </p:nvGrpSpPr>
        <p:grpSpPr>
          <a:xfrm>
            <a:off x="3924086" y="5991476"/>
            <a:ext cx="299034" cy="322038"/>
            <a:chOff x="3924086" y="5991476"/>
            <a:chExt cx="299034" cy="322038"/>
          </a:xfrm>
          <a:solidFill>
            <a:schemeClr val="bg1"/>
          </a:solidFill>
        </p:grpSpPr>
        <p:sp>
          <p:nvSpPr>
            <p:cNvPr id="110" name="任意多边形: 形状 109"/>
            <p:cNvSpPr/>
            <p:nvPr/>
          </p:nvSpPr>
          <p:spPr>
            <a:xfrm>
              <a:off x="4073606" y="5991476"/>
              <a:ext cx="115014" cy="322038"/>
            </a:xfrm>
            <a:custGeom>
              <a:avLst/>
              <a:gdLst>
                <a:gd name="connsiteX0" fmla="*/ 14372 w 115014"/>
                <a:gd name="connsiteY0" fmla="*/ 84015 h 322038"/>
                <a:gd name="connsiteX1" fmla="*/ 100629 w 115014"/>
                <a:gd name="connsiteY1" fmla="*/ 84015 h 322038"/>
                <a:gd name="connsiteX2" fmla="*/ 0 w 115014"/>
                <a:gd name="connsiteY2" fmla="*/ 0 h 322038"/>
                <a:gd name="connsiteX3" fmla="*/ 0 w 115014"/>
                <a:gd name="connsiteY3" fmla="*/ 70006 h 322038"/>
                <a:gd name="connsiteX4" fmla="*/ 14372 w 115014"/>
                <a:gd name="connsiteY4" fmla="*/ 84015 h 322038"/>
                <a:gd name="connsiteX5" fmla="*/ 20105 w 115014"/>
                <a:gd name="connsiteY5" fmla="*/ 292641 h 322038"/>
                <a:gd name="connsiteX6" fmla="*/ 18686 w 115014"/>
                <a:gd name="connsiteY6" fmla="*/ 292641 h 322038"/>
                <a:gd name="connsiteX7" fmla="*/ 7185 w 115014"/>
                <a:gd name="connsiteY7" fmla="*/ 322038 h 322038"/>
                <a:gd name="connsiteX8" fmla="*/ 37373 w 115014"/>
                <a:gd name="connsiteY8" fmla="*/ 313635 h 322038"/>
                <a:gd name="connsiteX9" fmla="*/ 38802 w 115014"/>
                <a:gd name="connsiteY9" fmla="*/ 313635 h 322038"/>
                <a:gd name="connsiteX10" fmla="*/ 115014 w 115014"/>
                <a:gd name="connsiteY10" fmla="*/ 249235 h 322038"/>
                <a:gd name="connsiteX11" fmla="*/ 94874 w 115014"/>
                <a:gd name="connsiteY11" fmla="*/ 228228 h 322038"/>
                <a:gd name="connsiteX12" fmla="*/ 20105 w 115014"/>
                <a:gd name="connsiteY12" fmla="*/ 292641 h 322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014" h="322038">
                  <a:moveTo>
                    <a:pt x="14372" y="84015"/>
                  </a:moveTo>
                  <a:lnTo>
                    <a:pt x="100629" y="84015"/>
                  </a:lnTo>
                  <a:lnTo>
                    <a:pt x="0" y="0"/>
                  </a:lnTo>
                  <a:lnTo>
                    <a:pt x="0" y="70006"/>
                  </a:lnTo>
                  <a:cubicBezTo>
                    <a:pt x="-11" y="78409"/>
                    <a:pt x="5733" y="84015"/>
                    <a:pt x="14372" y="84015"/>
                  </a:cubicBezTo>
                  <a:moveTo>
                    <a:pt x="20105" y="292641"/>
                  </a:moveTo>
                  <a:lnTo>
                    <a:pt x="18686" y="292641"/>
                  </a:lnTo>
                  <a:lnTo>
                    <a:pt x="7185" y="322038"/>
                  </a:lnTo>
                  <a:lnTo>
                    <a:pt x="37373" y="313635"/>
                  </a:lnTo>
                  <a:lnTo>
                    <a:pt x="38802" y="313635"/>
                  </a:lnTo>
                  <a:lnTo>
                    <a:pt x="115014" y="249235"/>
                  </a:lnTo>
                  <a:lnTo>
                    <a:pt x="94874" y="228228"/>
                  </a:lnTo>
                  <a:lnTo>
                    <a:pt x="20105" y="292641"/>
                  </a:lnTo>
                </a:path>
              </a:pathLst>
            </a:custGeom>
            <a:solidFill>
              <a:schemeClr val="bg1"/>
            </a:solidFill>
            <a:ln w="1228" cap="flat">
              <a:noFill/>
              <a:prstDash val="solid"/>
              <a:miter/>
            </a:ln>
          </p:spPr>
          <p:txBody>
            <a:bodyPr rtlCol="0" anchor="ctr"/>
            <a:lstStyle/>
            <a:p>
              <a:endParaRPr lang="zh-CN" altLang="en-US"/>
            </a:p>
          </p:txBody>
        </p:sp>
        <p:sp>
          <p:nvSpPr>
            <p:cNvPr id="111" name="任意多边形: 形状 110"/>
            <p:cNvSpPr/>
            <p:nvPr/>
          </p:nvSpPr>
          <p:spPr>
            <a:xfrm>
              <a:off x="3924086" y="5991476"/>
              <a:ext cx="299034" cy="322038"/>
            </a:xfrm>
            <a:custGeom>
              <a:avLst/>
              <a:gdLst>
                <a:gd name="connsiteX0" fmla="*/ 255392 w 299034"/>
                <a:gd name="connsiteY0" fmla="*/ 98011 h 322038"/>
                <a:gd name="connsiteX1" fmla="*/ 156082 w 299034"/>
                <a:gd name="connsiteY1" fmla="*/ 98011 h 322038"/>
                <a:gd name="connsiteX2" fmla="*/ 141886 w 299034"/>
                <a:gd name="connsiteY2" fmla="*/ 84015 h 322038"/>
                <a:gd name="connsiteX3" fmla="*/ 141886 w 299034"/>
                <a:gd name="connsiteY3" fmla="*/ 0 h 322038"/>
                <a:gd name="connsiteX4" fmla="*/ 28380 w 299034"/>
                <a:gd name="connsiteY4" fmla="*/ 0 h 322038"/>
                <a:gd name="connsiteX5" fmla="*/ 0 w 299034"/>
                <a:gd name="connsiteY5" fmla="*/ 28005 h 322038"/>
                <a:gd name="connsiteX6" fmla="*/ 0 w 299034"/>
                <a:gd name="connsiteY6" fmla="*/ 294045 h 322038"/>
                <a:gd name="connsiteX7" fmla="*/ 28380 w 299034"/>
                <a:gd name="connsiteY7" fmla="*/ 322038 h 322038"/>
                <a:gd name="connsiteX8" fmla="*/ 110684 w 299034"/>
                <a:gd name="connsiteY8" fmla="*/ 322038 h 322038"/>
                <a:gd name="connsiteX9" fmla="*/ 255392 w 299034"/>
                <a:gd name="connsiteY9" fmla="*/ 180621 h 322038"/>
                <a:gd name="connsiteX10" fmla="*/ 255392 w 299034"/>
                <a:gd name="connsiteY10" fmla="*/ 98011 h 322038"/>
                <a:gd name="connsiteX11" fmla="*/ 163186 w 299034"/>
                <a:gd name="connsiteY11" fmla="*/ 182026 h 322038"/>
                <a:gd name="connsiteX12" fmla="*/ 49667 w 299034"/>
                <a:gd name="connsiteY12" fmla="*/ 182026 h 322038"/>
                <a:gd name="connsiteX13" fmla="*/ 42563 w 299034"/>
                <a:gd name="connsiteY13" fmla="*/ 175015 h 322038"/>
                <a:gd name="connsiteX14" fmla="*/ 49667 w 299034"/>
                <a:gd name="connsiteY14" fmla="*/ 168017 h 322038"/>
                <a:gd name="connsiteX15" fmla="*/ 163186 w 299034"/>
                <a:gd name="connsiteY15" fmla="*/ 168017 h 322038"/>
                <a:gd name="connsiteX16" fmla="*/ 170278 w 299034"/>
                <a:gd name="connsiteY16" fmla="*/ 175015 h 322038"/>
                <a:gd name="connsiteX17" fmla="*/ 163186 w 299034"/>
                <a:gd name="connsiteY17" fmla="*/ 182026 h 322038"/>
                <a:gd name="connsiteX18" fmla="*/ 205749 w 299034"/>
                <a:gd name="connsiteY18" fmla="*/ 140025 h 322038"/>
                <a:gd name="connsiteX19" fmla="*/ 49667 w 299034"/>
                <a:gd name="connsiteY19" fmla="*/ 140025 h 322038"/>
                <a:gd name="connsiteX20" fmla="*/ 42563 w 299034"/>
                <a:gd name="connsiteY20" fmla="*/ 133026 h 322038"/>
                <a:gd name="connsiteX21" fmla="*/ 49667 w 299034"/>
                <a:gd name="connsiteY21" fmla="*/ 126028 h 322038"/>
                <a:gd name="connsiteX22" fmla="*/ 205749 w 299034"/>
                <a:gd name="connsiteY22" fmla="*/ 126028 h 322038"/>
                <a:gd name="connsiteX23" fmla="*/ 212854 w 299034"/>
                <a:gd name="connsiteY23" fmla="*/ 133026 h 322038"/>
                <a:gd name="connsiteX24" fmla="*/ 205749 w 299034"/>
                <a:gd name="connsiteY24" fmla="*/ 140025 h 322038"/>
                <a:gd name="connsiteX25" fmla="*/ 297967 w 299034"/>
                <a:gd name="connsiteY25" fmla="*/ 218432 h 322038"/>
                <a:gd name="connsiteX26" fmla="*/ 286618 w 299034"/>
                <a:gd name="connsiteY26" fmla="*/ 204425 h 322038"/>
                <a:gd name="connsiteX27" fmla="*/ 282361 w 299034"/>
                <a:gd name="connsiteY27" fmla="*/ 204425 h 322038"/>
                <a:gd name="connsiteX28" fmla="*/ 268178 w 299034"/>
                <a:gd name="connsiteY28" fmla="*/ 215625 h 322038"/>
                <a:gd name="connsiteX29" fmla="*/ 268178 w 299034"/>
                <a:gd name="connsiteY29" fmla="*/ 219814 h 322038"/>
                <a:gd name="connsiteX30" fmla="*/ 279538 w 299034"/>
                <a:gd name="connsiteY30" fmla="*/ 233822 h 322038"/>
                <a:gd name="connsiteX31" fmla="*/ 283784 w 299034"/>
                <a:gd name="connsiteY31" fmla="*/ 233822 h 322038"/>
                <a:gd name="connsiteX32" fmla="*/ 297967 w 299034"/>
                <a:gd name="connsiteY32" fmla="*/ 222623 h 322038"/>
                <a:gd name="connsiteX33" fmla="*/ 297967 w 299034"/>
                <a:gd name="connsiteY33" fmla="*/ 218432 h 322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99034" h="322038">
                  <a:moveTo>
                    <a:pt x="255392" y="98011"/>
                  </a:moveTo>
                  <a:lnTo>
                    <a:pt x="156082" y="98011"/>
                  </a:lnTo>
                  <a:cubicBezTo>
                    <a:pt x="147567" y="98011"/>
                    <a:pt x="141886" y="92405"/>
                    <a:pt x="141886" y="84015"/>
                  </a:cubicBezTo>
                  <a:lnTo>
                    <a:pt x="141886" y="0"/>
                  </a:lnTo>
                  <a:lnTo>
                    <a:pt x="28380" y="0"/>
                  </a:lnTo>
                  <a:cubicBezTo>
                    <a:pt x="12725" y="45"/>
                    <a:pt x="46" y="12557"/>
                    <a:pt x="0" y="28005"/>
                  </a:cubicBezTo>
                  <a:lnTo>
                    <a:pt x="0" y="294045"/>
                  </a:lnTo>
                  <a:cubicBezTo>
                    <a:pt x="52" y="309487"/>
                    <a:pt x="12730" y="321993"/>
                    <a:pt x="28380" y="322038"/>
                  </a:cubicBezTo>
                  <a:lnTo>
                    <a:pt x="110684" y="322038"/>
                  </a:lnTo>
                  <a:lnTo>
                    <a:pt x="255392" y="180621"/>
                  </a:lnTo>
                  <a:lnTo>
                    <a:pt x="255392" y="98011"/>
                  </a:lnTo>
                  <a:moveTo>
                    <a:pt x="163186" y="182026"/>
                  </a:moveTo>
                  <a:lnTo>
                    <a:pt x="49667" y="182026"/>
                  </a:lnTo>
                  <a:cubicBezTo>
                    <a:pt x="45410" y="182026"/>
                    <a:pt x="42563" y="179229"/>
                    <a:pt x="42563" y="175015"/>
                  </a:cubicBezTo>
                  <a:cubicBezTo>
                    <a:pt x="42563" y="170815"/>
                    <a:pt x="45410" y="168017"/>
                    <a:pt x="49667" y="168017"/>
                  </a:cubicBezTo>
                  <a:lnTo>
                    <a:pt x="163186" y="168017"/>
                  </a:lnTo>
                  <a:cubicBezTo>
                    <a:pt x="167431" y="168017"/>
                    <a:pt x="170278" y="170815"/>
                    <a:pt x="170278" y="175015"/>
                  </a:cubicBezTo>
                  <a:cubicBezTo>
                    <a:pt x="170278" y="179229"/>
                    <a:pt x="166009" y="182026"/>
                    <a:pt x="163186" y="182026"/>
                  </a:cubicBezTo>
                  <a:moveTo>
                    <a:pt x="205749" y="140025"/>
                  </a:moveTo>
                  <a:lnTo>
                    <a:pt x="49667" y="140025"/>
                  </a:lnTo>
                  <a:cubicBezTo>
                    <a:pt x="45410" y="140025"/>
                    <a:pt x="42563" y="137227"/>
                    <a:pt x="42563" y="133026"/>
                  </a:cubicBezTo>
                  <a:cubicBezTo>
                    <a:pt x="42563" y="128824"/>
                    <a:pt x="45410" y="126028"/>
                    <a:pt x="49667" y="126028"/>
                  </a:cubicBezTo>
                  <a:lnTo>
                    <a:pt x="205749" y="126028"/>
                  </a:lnTo>
                  <a:cubicBezTo>
                    <a:pt x="209983" y="126028"/>
                    <a:pt x="212854" y="128824"/>
                    <a:pt x="212854" y="133026"/>
                  </a:cubicBezTo>
                  <a:cubicBezTo>
                    <a:pt x="212841" y="137216"/>
                    <a:pt x="208572" y="140025"/>
                    <a:pt x="205749" y="140025"/>
                  </a:cubicBezTo>
                  <a:moveTo>
                    <a:pt x="297967" y="218432"/>
                  </a:moveTo>
                  <a:lnTo>
                    <a:pt x="286618" y="204425"/>
                  </a:lnTo>
                  <a:cubicBezTo>
                    <a:pt x="285195" y="203032"/>
                    <a:pt x="283784" y="203032"/>
                    <a:pt x="282361" y="204425"/>
                  </a:cubicBezTo>
                  <a:lnTo>
                    <a:pt x="268178" y="215625"/>
                  </a:lnTo>
                  <a:cubicBezTo>
                    <a:pt x="266766" y="217028"/>
                    <a:pt x="266766" y="218432"/>
                    <a:pt x="268178" y="219814"/>
                  </a:cubicBezTo>
                  <a:lnTo>
                    <a:pt x="279538" y="233822"/>
                  </a:lnTo>
                  <a:cubicBezTo>
                    <a:pt x="280950" y="235227"/>
                    <a:pt x="282361" y="235227"/>
                    <a:pt x="283784" y="233822"/>
                  </a:cubicBezTo>
                  <a:lnTo>
                    <a:pt x="297967" y="222623"/>
                  </a:lnTo>
                  <a:cubicBezTo>
                    <a:pt x="299390" y="222634"/>
                    <a:pt x="299390" y="219814"/>
                    <a:pt x="297967" y="218432"/>
                  </a:cubicBezTo>
                </a:path>
              </a:pathLst>
            </a:custGeom>
            <a:solidFill>
              <a:schemeClr val="bg1"/>
            </a:solidFill>
            <a:ln w="1228" cap="flat">
              <a:noFill/>
              <a:prstDash val="solid"/>
              <a:miter/>
            </a:ln>
          </p:spPr>
          <p:txBody>
            <a:bodyPr rtlCol="0" anchor="ctr"/>
            <a:lstStyle/>
            <a:p>
              <a:endParaRPr lang="zh-CN" altLang="en-US"/>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542925" y="1657350"/>
            <a:ext cx="1828800" cy="523220"/>
          </a:xfrm>
          <a:prstGeom prst="rect">
            <a:avLst/>
          </a:prstGeom>
          <a:noFill/>
        </p:spPr>
        <p:txBody>
          <a:bodyPr wrap="square" rtlCol="0">
            <a:spAutoFit/>
          </a:bodyPr>
          <a:lstStyle/>
          <a:p>
            <a:r>
              <a:rPr lang="zh-CN" altLang="en-US" sz="2800" b="1" dirty="0">
                <a:solidFill>
                  <a:sysClr val="windowText" lastClr="000000"/>
                </a:solidFill>
                <a:latin typeface="微软雅黑" panose="020B0503020204020204" pitchFamily="34" charset="-122"/>
                <a:ea typeface="微软雅黑" panose="020B0503020204020204" pitchFamily="34" charset="-122"/>
              </a:rPr>
              <a:t>研究背景</a:t>
            </a:r>
            <a:endParaRPr lang="zh-CN" altLang="en-US" sz="2800" b="1" dirty="0">
              <a:solidFill>
                <a:sysClr val="windowText" lastClr="000000"/>
              </a:solidFill>
              <a:latin typeface="微软雅黑" panose="020B0503020204020204" pitchFamily="34" charset="-122"/>
              <a:ea typeface="微软雅黑" panose="020B0503020204020204" pitchFamily="34" charset="-122"/>
            </a:endParaRPr>
          </a:p>
        </p:txBody>
      </p:sp>
      <p:sp>
        <p:nvSpPr>
          <p:cNvPr id="11" name="矩形 10"/>
          <p:cNvSpPr/>
          <p:nvPr/>
        </p:nvSpPr>
        <p:spPr>
          <a:xfrm>
            <a:off x="-1" y="5522661"/>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直角三角形 11"/>
          <p:cNvSpPr/>
          <p:nvPr/>
        </p:nvSpPr>
        <p:spPr>
          <a:xfrm rot="10800000">
            <a:off x="-2" y="6284661"/>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endParaRPr lang="zh-CN" altLang="en-US" sz="4800" b="1" dirty="0">
              <a:solidFill>
                <a:schemeClr val="accent1"/>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542925" y="2650331"/>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目的与意义</a:t>
            </a:r>
            <a:endParaRPr lang="zh-CN" altLang="en-US" sz="2800" b="1" dirty="0">
              <a:latin typeface="微软雅黑" panose="020B0503020204020204" pitchFamily="34" charset="-122"/>
              <a:ea typeface="微软雅黑" panose="020B0503020204020204" pitchFamily="34" charset="-122"/>
            </a:endParaRPr>
          </a:p>
        </p:txBody>
      </p:sp>
      <p:sp>
        <p:nvSpPr>
          <p:cNvPr id="8" name="文本框 7"/>
          <p:cNvSpPr txBox="1"/>
          <p:nvPr/>
        </p:nvSpPr>
        <p:spPr>
          <a:xfrm>
            <a:off x="542925" y="3643312"/>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方法与过程</a:t>
            </a:r>
            <a:endParaRPr lang="zh-CN" altLang="en-US" sz="2800" b="1" dirty="0">
              <a:latin typeface="微软雅黑" panose="020B0503020204020204" pitchFamily="34" charset="-122"/>
              <a:ea typeface="微软雅黑" panose="020B0503020204020204" pitchFamily="34" charset="-122"/>
            </a:endParaRPr>
          </a:p>
        </p:txBody>
      </p:sp>
      <p:sp>
        <p:nvSpPr>
          <p:cNvPr id="9" name="文本框 8"/>
          <p:cNvSpPr txBox="1"/>
          <p:nvPr/>
        </p:nvSpPr>
        <p:spPr>
          <a:xfrm>
            <a:off x="542925" y="4636293"/>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结果与分析</a:t>
            </a:r>
            <a:endParaRPr lang="zh-CN" altLang="en-US" sz="2800" b="1"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542925" y="5629275"/>
            <a:ext cx="2019300"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总结与讨论</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5" name="矩形 4"/>
          <p:cNvSpPr/>
          <p:nvPr/>
        </p:nvSpPr>
        <p:spPr>
          <a:xfrm>
            <a:off x="3396996" y="797947"/>
            <a:ext cx="8316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3403600" y="162578"/>
            <a:ext cx="45085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研究总结</a:t>
            </a:r>
            <a:endParaRPr lang="zh-CN" altLang="en-US" sz="2800" b="1" dirty="0">
              <a:latin typeface="微软雅黑" panose="020B0503020204020204" pitchFamily="34" charset="-122"/>
              <a:ea typeface="微软雅黑" panose="020B0503020204020204" pitchFamily="34" charset="-122"/>
            </a:endParaRPr>
          </a:p>
        </p:txBody>
      </p:sp>
      <p:sp>
        <p:nvSpPr>
          <p:cNvPr id="13" name="矩形 12"/>
          <p:cNvSpPr/>
          <p:nvPr/>
        </p:nvSpPr>
        <p:spPr>
          <a:xfrm>
            <a:off x="6400800" y="1952625"/>
            <a:ext cx="5305427" cy="1711325"/>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图片 14"/>
          <p:cNvPicPr>
            <a:picLocks noChangeAspect="1"/>
          </p:cNvPicPr>
          <p:nvPr/>
        </p:nvPicPr>
        <p:blipFill>
          <a:blip r:embed="rId1" cstate="email"/>
          <a:srcRect/>
          <a:stretch>
            <a:fillRect/>
          </a:stretch>
        </p:blipFill>
        <p:spPr>
          <a:xfrm>
            <a:off x="3292474" y="1643312"/>
            <a:ext cx="2803525" cy="1868466"/>
          </a:xfrm>
          <a:prstGeom prst="rect">
            <a:avLst/>
          </a:prstGeom>
          <a:effectLst>
            <a:outerShdw blurRad="63500" sx="102000" sy="102000" algn="ctr" rotWithShape="0">
              <a:prstClr val="black">
                <a:alpha val="40000"/>
              </a:prstClr>
            </a:outerShdw>
          </a:effectLst>
        </p:spPr>
      </p:pic>
      <p:sp>
        <p:nvSpPr>
          <p:cNvPr id="17" name="矩形 16"/>
          <p:cNvSpPr/>
          <p:nvPr/>
        </p:nvSpPr>
        <p:spPr>
          <a:xfrm>
            <a:off x="6400800" y="1320800"/>
            <a:ext cx="2209800" cy="510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这里填写标题</a:t>
            </a:r>
            <a:endParaRPr lang="zh-CN" altLang="en-US" dirty="0"/>
          </a:p>
        </p:txBody>
      </p:sp>
      <p:sp>
        <p:nvSpPr>
          <p:cNvPr id="18" name="矩形: 圆角 17"/>
          <p:cNvSpPr/>
          <p:nvPr/>
        </p:nvSpPr>
        <p:spPr>
          <a:xfrm>
            <a:off x="6940551" y="2077472"/>
            <a:ext cx="1276350" cy="298450"/>
          </a:xfrm>
          <a:prstGeom prst="roundRect">
            <a:avLst>
              <a:gd name="adj" fmla="val 50000"/>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rPr>
              <a:t>主要内容</a:t>
            </a:r>
            <a:endParaRPr lang="zh-CN" altLang="en-US" sz="1400" dirty="0">
              <a:solidFill>
                <a:schemeClr val="bg1"/>
              </a:solidFill>
            </a:endParaRPr>
          </a:p>
        </p:txBody>
      </p:sp>
      <p:sp>
        <p:nvSpPr>
          <p:cNvPr id="19" name="文本框 18"/>
          <p:cNvSpPr txBox="1"/>
          <p:nvPr/>
        </p:nvSpPr>
        <p:spPr>
          <a:xfrm>
            <a:off x="6880225" y="2492375"/>
            <a:ext cx="4768849" cy="1169551"/>
          </a:xfrm>
          <a:prstGeom prst="rect">
            <a:avLst/>
          </a:prstGeom>
          <a:noFill/>
        </p:spPr>
        <p:txBody>
          <a:bodyPr wrap="square" rtlCol="0">
            <a:spAutoFit/>
          </a:bodyPr>
          <a:lstStyle/>
          <a:p>
            <a:r>
              <a:rPr lang="zh-CN" altLang="en-US" sz="1400" dirty="0"/>
              <a:t>这里填写正文内容这里填写正文内容这里填写正文内容这里填写正文内容这里填写正文内容这里填写正文内容这里填写正文内容这里填写正文内容这里填写正文内容这里填写正文内容</a:t>
            </a:r>
            <a:endParaRPr lang="zh-CN" altLang="en-US" sz="1400" dirty="0"/>
          </a:p>
          <a:p>
            <a:endParaRPr lang="zh-CN" altLang="en-US" sz="1400" dirty="0"/>
          </a:p>
        </p:txBody>
      </p:sp>
      <p:pic>
        <p:nvPicPr>
          <p:cNvPr id="24" name="图片 23"/>
          <p:cNvPicPr>
            <a:picLocks noChangeAspect="1"/>
          </p:cNvPicPr>
          <p:nvPr/>
        </p:nvPicPr>
        <p:blipFill>
          <a:blip r:embed="rId2" cstate="email"/>
          <a:srcRect/>
          <a:stretch>
            <a:fillRect/>
          </a:stretch>
        </p:blipFill>
        <p:spPr>
          <a:xfrm>
            <a:off x="9132889" y="4380084"/>
            <a:ext cx="2670969" cy="1783264"/>
          </a:xfrm>
          <a:prstGeom prst="rect">
            <a:avLst/>
          </a:prstGeom>
          <a:effectLst>
            <a:outerShdw blurRad="63500" sx="102000" sy="102000" algn="ctr" rotWithShape="0">
              <a:prstClr val="black">
                <a:alpha val="40000"/>
              </a:prstClr>
            </a:outerShdw>
          </a:effectLst>
        </p:spPr>
      </p:pic>
      <p:cxnSp>
        <p:nvCxnSpPr>
          <p:cNvPr id="25" name="直接连接符 24"/>
          <p:cNvCxnSpPr/>
          <p:nvPr/>
        </p:nvCxnSpPr>
        <p:spPr>
          <a:xfrm>
            <a:off x="8707438" y="1575850"/>
            <a:ext cx="299878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6" name="矩形 25"/>
          <p:cNvSpPr/>
          <p:nvPr/>
        </p:nvSpPr>
        <p:spPr>
          <a:xfrm>
            <a:off x="3292476" y="4731966"/>
            <a:ext cx="5414962" cy="1711325"/>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p:cNvSpPr/>
          <p:nvPr/>
        </p:nvSpPr>
        <p:spPr>
          <a:xfrm>
            <a:off x="3292474" y="4082392"/>
            <a:ext cx="2209800" cy="510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这里填写标题</a:t>
            </a:r>
            <a:endParaRPr lang="zh-CN" altLang="en-US" dirty="0"/>
          </a:p>
        </p:txBody>
      </p:sp>
      <p:sp>
        <p:nvSpPr>
          <p:cNvPr id="28" name="矩形: 圆角 27"/>
          <p:cNvSpPr/>
          <p:nvPr/>
        </p:nvSpPr>
        <p:spPr>
          <a:xfrm>
            <a:off x="3832226" y="4856813"/>
            <a:ext cx="1276350" cy="298450"/>
          </a:xfrm>
          <a:prstGeom prst="roundRect">
            <a:avLst>
              <a:gd name="adj" fmla="val 50000"/>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rPr>
              <a:t>主要内容</a:t>
            </a:r>
            <a:endParaRPr lang="zh-CN" altLang="en-US" sz="1400" dirty="0">
              <a:solidFill>
                <a:schemeClr val="bg1"/>
              </a:solidFill>
            </a:endParaRPr>
          </a:p>
        </p:txBody>
      </p:sp>
      <p:sp>
        <p:nvSpPr>
          <p:cNvPr id="29" name="文本框 28"/>
          <p:cNvSpPr txBox="1"/>
          <p:nvPr/>
        </p:nvSpPr>
        <p:spPr>
          <a:xfrm>
            <a:off x="3771900" y="5271716"/>
            <a:ext cx="4838699" cy="1169551"/>
          </a:xfrm>
          <a:prstGeom prst="rect">
            <a:avLst/>
          </a:prstGeom>
          <a:noFill/>
        </p:spPr>
        <p:txBody>
          <a:bodyPr wrap="square" rtlCol="0">
            <a:spAutoFit/>
          </a:bodyPr>
          <a:lstStyle/>
          <a:p>
            <a:r>
              <a:rPr lang="zh-CN" altLang="en-US" sz="1400" dirty="0"/>
              <a:t>这里填写正文内容这里填写正文内容这里填写正文内容这里填写正文内容这里填写正文内容这里填写正文内容这里填写正文内容这里填写正文内容这里填写正文内容这里填写正文内容</a:t>
            </a:r>
            <a:endParaRPr lang="zh-CN" altLang="en-US" sz="1400" dirty="0"/>
          </a:p>
          <a:p>
            <a:endParaRPr lang="zh-CN" altLang="en-US" sz="1400" dirty="0"/>
          </a:p>
        </p:txBody>
      </p:sp>
      <p:cxnSp>
        <p:nvCxnSpPr>
          <p:cNvPr id="34" name="直接连接符 33"/>
          <p:cNvCxnSpPr/>
          <p:nvPr/>
        </p:nvCxnSpPr>
        <p:spPr>
          <a:xfrm>
            <a:off x="5691187" y="4315216"/>
            <a:ext cx="3033712"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40" name="图形 19" descr="订阅内容"/>
          <p:cNvSpPr/>
          <p:nvPr/>
        </p:nvSpPr>
        <p:spPr>
          <a:xfrm>
            <a:off x="6581775" y="2077472"/>
            <a:ext cx="298451" cy="298451"/>
          </a:xfrm>
          <a:custGeom>
            <a:avLst/>
            <a:gdLst>
              <a:gd name="connsiteX0" fmla="*/ 183584 w 298451"/>
              <a:gd name="connsiteY0" fmla="*/ 291510 h 298451"/>
              <a:gd name="connsiteX1" fmla="*/ 42906 w 298451"/>
              <a:gd name="connsiteY1" fmla="*/ 291510 h 298451"/>
              <a:gd name="connsiteX2" fmla="*/ 12567 w 298451"/>
              <a:gd name="connsiteY2" fmla="*/ 279313 h 298451"/>
              <a:gd name="connsiteX3" fmla="*/ 0 w 298451"/>
              <a:gd name="connsiteY3" fmla="*/ 249866 h 298451"/>
              <a:gd name="connsiteX4" fmla="*/ 0 w 298451"/>
              <a:gd name="connsiteY4" fmla="*/ 41644 h 298451"/>
              <a:gd name="connsiteX5" fmla="*/ 42906 w 298451"/>
              <a:gd name="connsiteY5" fmla="*/ 0 h 298451"/>
              <a:gd name="connsiteX6" fmla="*/ 193079 w 298451"/>
              <a:gd name="connsiteY6" fmla="*/ 0 h 298451"/>
              <a:gd name="connsiteX7" fmla="*/ 223417 w 298451"/>
              <a:gd name="connsiteY7" fmla="*/ 12198 h 298451"/>
              <a:gd name="connsiteX8" fmla="*/ 235985 w 298451"/>
              <a:gd name="connsiteY8" fmla="*/ 41644 h 298451"/>
              <a:gd name="connsiteX9" fmla="*/ 235985 w 298451"/>
              <a:gd name="connsiteY9" fmla="*/ 159636 h 298451"/>
              <a:gd name="connsiteX10" fmla="*/ 177088 w 298451"/>
              <a:gd name="connsiteY10" fmla="*/ 187400 h 298451"/>
              <a:gd name="connsiteX11" fmla="*/ 53633 w 298451"/>
              <a:gd name="connsiteY11" fmla="*/ 187400 h 298451"/>
              <a:gd name="connsiteX12" fmla="*/ 42906 w 298451"/>
              <a:gd name="connsiteY12" fmla="*/ 197811 h 298451"/>
              <a:gd name="connsiteX13" fmla="*/ 53633 w 298451"/>
              <a:gd name="connsiteY13" fmla="*/ 208223 h 298451"/>
              <a:gd name="connsiteX14" fmla="*/ 164841 w 298451"/>
              <a:gd name="connsiteY14" fmla="*/ 208223 h 298451"/>
              <a:gd name="connsiteX15" fmla="*/ 159636 w 298451"/>
              <a:gd name="connsiteY15" fmla="*/ 235985 h 298451"/>
              <a:gd name="connsiteX16" fmla="*/ 183584 w 298451"/>
              <a:gd name="connsiteY16" fmla="*/ 291510 h 298451"/>
              <a:gd name="connsiteX17" fmla="*/ 182351 w 298451"/>
              <a:gd name="connsiteY17" fmla="*/ 62466 h 298451"/>
              <a:gd name="connsiteX18" fmla="*/ 117992 w 298451"/>
              <a:gd name="connsiteY18" fmla="*/ 62466 h 298451"/>
              <a:gd name="connsiteX19" fmla="*/ 107265 w 298451"/>
              <a:gd name="connsiteY19" fmla="*/ 72878 h 298451"/>
              <a:gd name="connsiteX20" fmla="*/ 117992 w 298451"/>
              <a:gd name="connsiteY20" fmla="*/ 83289 h 298451"/>
              <a:gd name="connsiteX21" fmla="*/ 182351 w 298451"/>
              <a:gd name="connsiteY21" fmla="*/ 83289 h 298451"/>
              <a:gd name="connsiteX22" fmla="*/ 193079 w 298451"/>
              <a:gd name="connsiteY22" fmla="*/ 72878 h 298451"/>
              <a:gd name="connsiteX23" fmla="*/ 182351 w 298451"/>
              <a:gd name="connsiteY23" fmla="*/ 62466 h 298451"/>
              <a:gd name="connsiteX24" fmla="*/ 182351 w 298451"/>
              <a:gd name="connsiteY24" fmla="*/ 104111 h 298451"/>
              <a:gd name="connsiteX25" fmla="*/ 53633 w 298451"/>
              <a:gd name="connsiteY25" fmla="*/ 104111 h 298451"/>
              <a:gd name="connsiteX26" fmla="*/ 42906 w 298451"/>
              <a:gd name="connsiteY26" fmla="*/ 114522 h 298451"/>
              <a:gd name="connsiteX27" fmla="*/ 53633 w 298451"/>
              <a:gd name="connsiteY27" fmla="*/ 124933 h 298451"/>
              <a:gd name="connsiteX28" fmla="*/ 182351 w 298451"/>
              <a:gd name="connsiteY28" fmla="*/ 124933 h 298451"/>
              <a:gd name="connsiteX29" fmla="*/ 193079 w 298451"/>
              <a:gd name="connsiteY29" fmla="*/ 114522 h 298451"/>
              <a:gd name="connsiteX30" fmla="*/ 182351 w 298451"/>
              <a:gd name="connsiteY30" fmla="*/ 104111 h 298451"/>
              <a:gd name="connsiteX31" fmla="*/ 182351 w 298451"/>
              <a:gd name="connsiteY31" fmla="*/ 145756 h 298451"/>
              <a:gd name="connsiteX32" fmla="*/ 53633 w 298451"/>
              <a:gd name="connsiteY32" fmla="*/ 145756 h 298451"/>
              <a:gd name="connsiteX33" fmla="*/ 42906 w 298451"/>
              <a:gd name="connsiteY33" fmla="*/ 156166 h 298451"/>
              <a:gd name="connsiteX34" fmla="*/ 53633 w 298451"/>
              <a:gd name="connsiteY34" fmla="*/ 166578 h 298451"/>
              <a:gd name="connsiteX35" fmla="*/ 182351 w 298451"/>
              <a:gd name="connsiteY35" fmla="*/ 166578 h 298451"/>
              <a:gd name="connsiteX36" fmla="*/ 193079 w 298451"/>
              <a:gd name="connsiteY36" fmla="*/ 156166 h 298451"/>
              <a:gd name="connsiteX37" fmla="*/ 182351 w 298451"/>
              <a:gd name="connsiteY37" fmla="*/ 145756 h 298451"/>
              <a:gd name="connsiteX38" fmla="*/ 235985 w 298451"/>
              <a:gd name="connsiteY38" fmla="*/ 298451 h 298451"/>
              <a:gd name="connsiteX39" fmla="*/ 173518 w 298451"/>
              <a:gd name="connsiteY39" fmla="*/ 235985 h 298451"/>
              <a:gd name="connsiteX40" fmla="*/ 235985 w 298451"/>
              <a:gd name="connsiteY40" fmla="*/ 173518 h 298451"/>
              <a:gd name="connsiteX41" fmla="*/ 298451 w 298451"/>
              <a:gd name="connsiteY41" fmla="*/ 235985 h 298451"/>
              <a:gd name="connsiteX42" fmla="*/ 235985 w 298451"/>
              <a:gd name="connsiteY42" fmla="*/ 298451 h 298451"/>
              <a:gd name="connsiteX43" fmla="*/ 221271 w 298451"/>
              <a:gd name="connsiteY43" fmla="*/ 208222 h 298451"/>
              <a:gd name="connsiteX44" fmla="*/ 215162 w 298451"/>
              <a:gd name="connsiteY44" fmla="*/ 214331 h 298451"/>
              <a:gd name="connsiteX45" fmla="*/ 215162 w 298451"/>
              <a:gd name="connsiteY45" fmla="*/ 264411 h 298451"/>
              <a:gd name="connsiteX46" fmla="*/ 216056 w 298451"/>
              <a:gd name="connsiteY46" fmla="*/ 267592 h 298451"/>
              <a:gd name="connsiteX47" fmla="*/ 224453 w 298451"/>
              <a:gd name="connsiteY47" fmla="*/ 269626 h 298451"/>
              <a:gd name="connsiteX48" fmla="*/ 235985 w 298451"/>
              <a:gd name="connsiteY48" fmla="*/ 262594 h 298451"/>
              <a:gd name="connsiteX49" fmla="*/ 247516 w 298451"/>
              <a:gd name="connsiteY49" fmla="*/ 269626 h 298451"/>
              <a:gd name="connsiteX50" fmla="*/ 250698 w 298451"/>
              <a:gd name="connsiteY50" fmla="*/ 270520 h 298451"/>
              <a:gd name="connsiteX51" fmla="*/ 256807 w 298451"/>
              <a:gd name="connsiteY51" fmla="*/ 264411 h 298451"/>
              <a:gd name="connsiteX52" fmla="*/ 256807 w 298451"/>
              <a:gd name="connsiteY52" fmla="*/ 214331 h 298451"/>
              <a:gd name="connsiteX53" fmla="*/ 250698 w 298451"/>
              <a:gd name="connsiteY53" fmla="*/ 208222 h 298451"/>
              <a:gd name="connsiteX54" fmla="*/ 221271 w 298451"/>
              <a:gd name="connsiteY54" fmla="*/ 208222 h 298451"/>
              <a:gd name="connsiteX55" fmla="*/ 233010 w 298451"/>
              <a:gd name="connsiteY55" fmla="*/ 230089 h 298451"/>
              <a:gd name="connsiteX56" fmla="*/ 233010 w 298451"/>
              <a:gd name="connsiteY56" fmla="*/ 223693 h 298451"/>
              <a:gd name="connsiteX57" fmla="*/ 235985 w 298451"/>
              <a:gd name="connsiteY57" fmla="*/ 220717 h 298451"/>
              <a:gd name="connsiteX58" fmla="*/ 238959 w 298451"/>
              <a:gd name="connsiteY58" fmla="*/ 223693 h 298451"/>
              <a:gd name="connsiteX59" fmla="*/ 238959 w 298451"/>
              <a:gd name="connsiteY59" fmla="*/ 230089 h 298451"/>
              <a:gd name="connsiteX60" fmla="*/ 244829 w 298451"/>
              <a:gd name="connsiteY60" fmla="*/ 230089 h 298451"/>
              <a:gd name="connsiteX61" fmla="*/ 247883 w 298451"/>
              <a:gd name="connsiteY61" fmla="*/ 233144 h 298451"/>
              <a:gd name="connsiteX62" fmla="*/ 247883 w 298451"/>
              <a:gd name="connsiteY62" fmla="*/ 233283 h 298451"/>
              <a:gd name="connsiteX63" fmla="*/ 244829 w 298451"/>
              <a:gd name="connsiteY63" fmla="*/ 236337 h 298451"/>
              <a:gd name="connsiteX64" fmla="*/ 238959 w 298451"/>
              <a:gd name="connsiteY64" fmla="*/ 236337 h 298451"/>
              <a:gd name="connsiteX65" fmla="*/ 238959 w 298451"/>
              <a:gd name="connsiteY65" fmla="*/ 242735 h 298451"/>
              <a:gd name="connsiteX66" fmla="*/ 235985 w 298451"/>
              <a:gd name="connsiteY66" fmla="*/ 245709 h 298451"/>
              <a:gd name="connsiteX67" fmla="*/ 233010 w 298451"/>
              <a:gd name="connsiteY67" fmla="*/ 242735 h 298451"/>
              <a:gd name="connsiteX68" fmla="*/ 233010 w 298451"/>
              <a:gd name="connsiteY68" fmla="*/ 236337 h 298451"/>
              <a:gd name="connsiteX69" fmla="*/ 227141 w 298451"/>
              <a:gd name="connsiteY69" fmla="*/ 236337 h 298451"/>
              <a:gd name="connsiteX70" fmla="*/ 224087 w 298451"/>
              <a:gd name="connsiteY70" fmla="*/ 233283 h 298451"/>
              <a:gd name="connsiteX71" fmla="*/ 224087 w 298451"/>
              <a:gd name="connsiteY71" fmla="*/ 233144 h 298451"/>
              <a:gd name="connsiteX72" fmla="*/ 227141 w 298451"/>
              <a:gd name="connsiteY72" fmla="*/ 230089 h 298451"/>
              <a:gd name="connsiteX73" fmla="*/ 233010 w 298451"/>
              <a:gd name="connsiteY73" fmla="*/ 230089 h 298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298451" h="298451">
                <a:moveTo>
                  <a:pt x="183584" y="291510"/>
                </a:moveTo>
                <a:lnTo>
                  <a:pt x="42906" y="291510"/>
                </a:lnTo>
                <a:cubicBezTo>
                  <a:pt x="31528" y="291510"/>
                  <a:pt x="20613" y="287124"/>
                  <a:pt x="12567" y="279313"/>
                </a:cubicBezTo>
                <a:cubicBezTo>
                  <a:pt x="4520" y="271504"/>
                  <a:pt x="0" y="260911"/>
                  <a:pt x="0" y="249866"/>
                </a:cubicBezTo>
                <a:lnTo>
                  <a:pt x="0" y="41644"/>
                </a:lnTo>
                <a:cubicBezTo>
                  <a:pt x="0" y="18645"/>
                  <a:pt x="19210" y="0"/>
                  <a:pt x="42906" y="0"/>
                </a:cubicBezTo>
                <a:lnTo>
                  <a:pt x="193079" y="0"/>
                </a:lnTo>
                <a:cubicBezTo>
                  <a:pt x="204459" y="0"/>
                  <a:pt x="215372" y="4387"/>
                  <a:pt x="223417" y="12198"/>
                </a:cubicBezTo>
                <a:cubicBezTo>
                  <a:pt x="231465" y="20007"/>
                  <a:pt x="235985" y="30600"/>
                  <a:pt x="235985" y="41644"/>
                </a:cubicBezTo>
                <a:lnTo>
                  <a:pt x="235985" y="159636"/>
                </a:lnTo>
                <a:cubicBezTo>
                  <a:pt x="212276" y="159636"/>
                  <a:pt x="191091" y="170444"/>
                  <a:pt x="177088" y="187400"/>
                </a:cubicBezTo>
                <a:lnTo>
                  <a:pt x="53633" y="187400"/>
                </a:lnTo>
                <a:cubicBezTo>
                  <a:pt x="47708" y="187400"/>
                  <a:pt x="42906" y="192061"/>
                  <a:pt x="42906" y="197811"/>
                </a:cubicBezTo>
                <a:cubicBezTo>
                  <a:pt x="42906" y="203560"/>
                  <a:pt x="47708" y="208223"/>
                  <a:pt x="53633" y="208223"/>
                </a:cubicBezTo>
                <a:lnTo>
                  <a:pt x="164841" y="208223"/>
                </a:lnTo>
                <a:cubicBezTo>
                  <a:pt x="161481" y="216827"/>
                  <a:pt x="159636" y="226190"/>
                  <a:pt x="159636" y="235985"/>
                </a:cubicBezTo>
                <a:cubicBezTo>
                  <a:pt x="159636" y="257863"/>
                  <a:pt x="168838" y="277591"/>
                  <a:pt x="183584" y="291510"/>
                </a:cubicBezTo>
                <a:moveTo>
                  <a:pt x="182351" y="62466"/>
                </a:moveTo>
                <a:lnTo>
                  <a:pt x="117992" y="62466"/>
                </a:lnTo>
                <a:cubicBezTo>
                  <a:pt x="112069" y="62466"/>
                  <a:pt x="107265" y="67127"/>
                  <a:pt x="107265" y="72878"/>
                </a:cubicBezTo>
                <a:cubicBezTo>
                  <a:pt x="107265" y="78627"/>
                  <a:pt x="112069" y="83289"/>
                  <a:pt x="117992" y="83289"/>
                </a:cubicBezTo>
                <a:lnTo>
                  <a:pt x="182351" y="83289"/>
                </a:lnTo>
                <a:cubicBezTo>
                  <a:pt x="188276" y="83289"/>
                  <a:pt x="193079" y="78627"/>
                  <a:pt x="193079" y="72878"/>
                </a:cubicBezTo>
                <a:cubicBezTo>
                  <a:pt x="193079" y="67127"/>
                  <a:pt x="188276" y="62466"/>
                  <a:pt x="182351" y="62466"/>
                </a:cubicBezTo>
                <a:moveTo>
                  <a:pt x="182351" y="104111"/>
                </a:moveTo>
                <a:lnTo>
                  <a:pt x="53633" y="104111"/>
                </a:lnTo>
                <a:cubicBezTo>
                  <a:pt x="47708" y="104111"/>
                  <a:pt x="42906" y="108773"/>
                  <a:pt x="42906" y="114522"/>
                </a:cubicBezTo>
                <a:cubicBezTo>
                  <a:pt x="42906" y="120272"/>
                  <a:pt x="47708" y="124933"/>
                  <a:pt x="53633" y="124933"/>
                </a:cubicBezTo>
                <a:lnTo>
                  <a:pt x="182351" y="124933"/>
                </a:lnTo>
                <a:cubicBezTo>
                  <a:pt x="188276" y="124933"/>
                  <a:pt x="193079" y="120272"/>
                  <a:pt x="193079" y="114522"/>
                </a:cubicBezTo>
                <a:cubicBezTo>
                  <a:pt x="193079" y="108773"/>
                  <a:pt x="188276" y="104111"/>
                  <a:pt x="182351" y="104111"/>
                </a:cubicBezTo>
                <a:moveTo>
                  <a:pt x="182351" y="145756"/>
                </a:moveTo>
                <a:lnTo>
                  <a:pt x="53633" y="145756"/>
                </a:lnTo>
                <a:cubicBezTo>
                  <a:pt x="47708" y="145756"/>
                  <a:pt x="42906" y="150417"/>
                  <a:pt x="42906" y="156166"/>
                </a:cubicBezTo>
                <a:cubicBezTo>
                  <a:pt x="42906" y="161917"/>
                  <a:pt x="47708" y="166578"/>
                  <a:pt x="53633" y="166578"/>
                </a:cubicBezTo>
                <a:lnTo>
                  <a:pt x="182351" y="166578"/>
                </a:lnTo>
                <a:cubicBezTo>
                  <a:pt x="188276" y="166578"/>
                  <a:pt x="193079" y="161917"/>
                  <a:pt x="193079" y="156166"/>
                </a:cubicBezTo>
                <a:cubicBezTo>
                  <a:pt x="193079" y="150417"/>
                  <a:pt x="188276" y="145756"/>
                  <a:pt x="182351" y="145756"/>
                </a:cubicBezTo>
                <a:moveTo>
                  <a:pt x="235985" y="298451"/>
                </a:moveTo>
                <a:cubicBezTo>
                  <a:pt x="201485" y="298451"/>
                  <a:pt x="173518" y="270484"/>
                  <a:pt x="173518" y="235985"/>
                </a:cubicBezTo>
                <a:cubicBezTo>
                  <a:pt x="173518" y="201485"/>
                  <a:pt x="201485" y="173518"/>
                  <a:pt x="235985" y="173518"/>
                </a:cubicBezTo>
                <a:cubicBezTo>
                  <a:pt x="270484" y="173518"/>
                  <a:pt x="298451" y="201485"/>
                  <a:pt x="298451" y="235985"/>
                </a:cubicBezTo>
                <a:cubicBezTo>
                  <a:pt x="298451" y="270484"/>
                  <a:pt x="270484" y="298451"/>
                  <a:pt x="235985" y="298451"/>
                </a:cubicBezTo>
                <a:moveTo>
                  <a:pt x="221271" y="208222"/>
                </a:moveTo>
                <a:cubicBezTo>
                  <a:pt x="217897" y="208222"/>
                  <a:pt x="215162" y="210957"/>
                  <a:pt x="215162" y="214331"/>
                </a:cubicBezTo>
                <a:lnTo>
                  <a:pt x="215162" y="264411"/>
                </a:lnTo>
                <a:cubicBezTo>
                  <a:pt x="215162" y="265533"/>
                  <a:pt x="215471" y="266633"/>
                  <a:pt x="216056" y="267592"/>
                </a:cubicBezTo>
                <a:cubicBezTo>
                  <a:pt x="217813" y="270472"/>
                  <a:pt x="221572" y="271383"/>
                  <a:pt x="224453" y="269626"/>
                </a:cubicBezTo>
                <a:lnTo>
                  <a:pt x="235985" y="262594"/>
                </a:lnTo>
                <a:lnTo>
                  <a:pt x="247516" y="269626"/>
                </a:lnTo>
                <a:cubicBezTo>
                  <a:pt x="248474" y="270211"/>
                  <a:pt x="249575" y="270520"/>
                  <a:pt x="250698" y="270520"/>
                </a:cubicBezTo>
                <a:cubicBezTo>
                  <a:pt x="254072" y="270520"/>
                  <a:pt x="256807" y="267785"/>
                  <a:pt x="256807" y="264411"/>
                </a:cubicBezTo>
                <a:lnTo>
                  <a:pt x="256807" y="214331"/>
                </a:lnTo>
                <a:cubicBezTo>
                  <a:pt x="256807" y="210957"/>
                  <a:pt x="254072" y="208222"/>
                  <a:pt x="250698" y="208222"/>
                </a:cubicBezTo>
                <a:lnTo>
                  <a:pt x="221271" y="208222"/>
                </a:lnTo>
                <a:moveTo>
                  <a:pt x="233010" y="230089"/>
                </a:moveTo>
                <a:lnTo>
                  <a:pt x="233010" y="223693"/>
                </a:lnTo>
                <a:cubicBezTo>
                  <a:pt x="233010" y="222050"/>
                  <a:pt x="234342" y="220717"/>
                  <a:pt x="235985" y="220717"/>
                </a:cubicBezTo>
                <a:cubicBezTo>
                  <a:pt x="237628" y="220717"/>
                  <a:pt x="238959" y="222050"/>
                  <a:pt x="238959" y="223693"/>
                </a:cubicBezTo>
                <a:lnTo>
                  <a:pt x="238959" y="230089"/>
                </a:lnTo>
                <a:lnTo>
                  <a:pt x="244829" y="230089"/>
                </a:lnTo>
                <a:cubicBezTo>
                  <a:pt x="246516" y="230089"/>
                  <a:pt x="247883" y="231457"/>
                  <a:pt x="247883" y="233144"/>
                </a:cubicBezTo>
                <a:lnTo>
                  <a:pt x="247883" y="233283"/>
                </a:lnTo>
                <a:cubicBezTo>
                  <a:pt x="247883" y="234970"/>
                  <a:pt x="246516" y="236337"/>
                  <a:pt x="244829" y="236337"/>
                </a:cubicBezTo>
                <a:lnTo>
                  <a:pt x="238959" y="236337"/>
                </a:lnTo>
                <a:lnTo>
                  <a:pt x="238959" y="242735"/>
                </a:lnTo>
                <a:cubicBezTo>
                  <a:pt x="238959" y="244378"/>
                  <a:pt x="237628" y="245709"/>
                  <a:pt x="235985" y="245709"/>
                </a:cubicBezTo>
                <a:cubicBezTo>
                  <a:pt x="234342" y="245709"/>
                  <a:pt x="233010" y="244378"/>
                  <a:pt x="233010" y="242735"/>
                </a:cubicBezTo>
                <a:lnTo>
                  <a:pt x="233010" y="236337"/>
                </a:lnTo>
                <a:lnTo>
                  <a:pt x="227141" y="236337"/>
                </a:lnTo>
                <a:cubicBezTo>
                  <a:pt x="225454" y="236337"/>
                  <a:pt x="224087" y="234970"/>
                  <a:pt x="224087" y="233283"/>
                </a:cubicBezTo>
                <a:lnTo>
                  <a:pt x="224087" y="233144"/>
                </a:lnTo>
                <a:cubicBezTo>
                  <a:pt x="224087" y="231457"/>
                  <a:pt x="225454" y="230089"/>
                  <a:pt x="227141" y="230089"/>
                </a:cubicBezTo>
                <a:lnTo>
                  <a:pt x="233010" y="230089"/>
                </a:lnTo>
              </a:path>
            </a:pathLst>
          </a:custGeom>
          <a:solidFill>
            <a:schemeClr val="accent1">
              <a:lumMod val="60000"/>
              <a:lumOff val="40000"/>
            </a:schemeClr>
          </a:solidFill>
          <a:ln w="1153" cap="flat">
            <a:noFill/>
            <a:prstDash val="solid"/>
            <a:miter/>
          </a:ln>
        </p:spPr>
        <p:txBody>
          <a:bodyPr rtlCol="0" anchor="ctr"/>
          <a:lstStyle/>
          <a:p>
            <a:endParaRPr lang="zh-CN" altLang="en-US"/>
          </a:p>
        </p:txBody>
      </p:sp>
      <p:sp>
        <p:nvSpPr>
          <p:cNvPr id="41" name="图形 29" descr="订阅内容"/>
          <p:cNvSpPr/>
          <p:nvPr/>
        </p:nvSpPr>
        <p:spPr>
          <a:xfrm>
            <a:off x="3473450" y="4856813"/>
            <a:ext cx="298451" cy="298451"/>
          </a:xfrm>
          <a:custGeom>
            <a:avLst/>
            <a:gdLst>
              <a:gd name="connsiteX0" fmla="*/ 183584 w 298451"/>
              <a:gd name="connsiteY0" fmla="*/ 291510 h 298451"/>
              <a:gd name="connsiteX1" fmla="*/ 42906 w 298451"/>
              <a:gd name="connsiteY1" fmla="*/ 291510 h 298451"/>
              <a:gd name="connsiteX2" fmla="*/ 12567 w 298451"/>
              <a:gd name="connsiteY2" fmla="*/ 279313 h 298451"/>
              <a:gd name="connsiteX3" fmla="*/ 0 w 298451"/>
              <a:gd name="connsiteY3" fmla="*/ 249866 h 298451"/>
              <a:gd name="connsiteX4" fmla="*/ 0 w 298451"/>
              <a:gd name="connsiteY4" fmla="*/ 41644 h 298451"/>
              <a:gd name="connsiteX5" fmla="*/ 42906 w 298451"/>
              <a:gd name="connsiteY5" fmla="*/ 0 h 298451"/>
              <a:gd name="connsiteX6" fmla="*/ 193079 w 298451"/>
              <a:gd name="connsiteY6" fmla="*/ 0 h 298451"/>
              <a:gd name="connsiteX7" fmla="*/ 223417 w 298451"/>
              <a:gd name="connsiteY7" fmla="*/ 12198 h 298451"/>
              <a:gd name="connsiteX8" fmla="*/ 235985 w 298451"/>
              <a:gd name="connsiteY8" fmla="*/ 41644 h 298451"/>
              <a:gd name="connsiteX9" fmla="*/ 235985 w 298451"/>
              <a:gd name="connsiteY9" fmla="*/ 159636 h 298451"/>
              <a:gd name="connsiteX10" fmla="*/ 177088 w 298451"/>
              <a:gd name="connsiteY10" fmla="*/ 187400 h 298451"/>
              <a:gd name="connsiteX11" fmla="*/ 53633 w 298451"/>
              <a:gd name="connsiteY11" fmla="*/ 187400 h 298451"/>
              <a:gd name="connsiteX12" fmla="*/ 42906 w 298451"/>
              <a:gd name="connsiteY12" fmla="*/ 197811 h 298451"/>
              <a:gd name="connsiteX13" fmla="*/ 53633 w 298451"/>
              <a:gd name="connsiteY13" fmla="*/ 208223 h 298451"/>
              <a:gd name="connsiteX14" fmla="*/ 164841 w 298451"/>
              <a:gd name="connsiteY14" fmla="*/ 208223 h 298451"/>
              <a:gd name="connsiteX15" fmla="*/ 159636 w 298451"/>
              <a:gd name="connsiteY15" fmla="*/ 235985 h 298451"/>
              <a:gd name="connsiteX16" fmla="*/ 183584 w 298451"/>
              <a:gd name="connsiteY16" fmla="*/ 291510 h 298451"/>
              <a:gd name="connsiteX17" fmla="*/ 182351 w 298451"/>
              <a:gd name="connsiteY17" fmla="*/ 62466 h 298451"/>
              <a:gd name="connsiteX18" fmla="*/ 117992 w 298451"/>
              <a:gd name="connsiteY18" fmla="*/ 62466 h 298451"/>
              <a:gd name="connsiteX19" fmla="*/ 107265 w 298451"/>
              <a:gd name="connsiteY19" fmla="*/ 72878 h 298451"/>
              <a:gd name="connsiteX20" fmla="*/ 117992 w 298451"/>
              <a:gd name="connsiteY20" fmla="*/ 83289 h 298451"/>
              <a:gd name="connsiteX21" fmla="*/ 182351 w 298451"/>
              <a:gd name="connsiteY21" fmla="*/ 83289 h 298451"/>
              <a:gd name="connsiteX22" fmla="*/ 193079 w 298451"/>
              <a:gd name="connsiteY22" fmla="*/ 72878 h 298451"/>
              <a:gd name="connsiteX23" fmla="*/ 182351 w 298451"/>
              <a:gd name="connsiteY23" fmla="*/ 62466 h 298451"/>
              <a:gd name="connsiteX24" fmla="*/ 182351 w 298451"/>
              <a:gd name="connsiteY24" fmla="*/ 104111 h 298451"/>
              <a:gd name="connsiteX25" fmla="*/ 53633 w 298451"/>
              <a:gd name="connsiteY25" fmla="*/ 104111 h 298451"/>
              <a:gd name="connsiteX26" fmla="*/ 42906 w 298451"/>
              <a:gd name="connsiteY26" fmla="*/ 114522 h 298451"/>
              <a:gd name="connsiteX27" fmla="*/ 53633 w 298451"/>
              <a:gd name="connsiteY27" fmla="*/ 124933 h 298451"/>
              <a:gd name="connsiteX28" fmla="*/ 182351 w 298451"/>
              <a:gd name="connsiteY28" fmla="*/ 124933 h 298451"/>
              <a:gd name="connsiteX29" fmla="*/ 193079 w 298451"/>
              <a:gd name="connsiteY29" fmla="*/ 114522 h 298451"/>
              <a:gd name="connsiteX30" fmla="*/ 182351 w 298451"/>
              <a:gd name="connsiteY30" fmla="*/ 104111 h 298451"/>
              <a:gd name="connsiteX31" fmla="*/ 182351 w 298451"/>
              <a:gd name="connsiteY31" fmla="*/ 145756 h 298451"/>
              <a:gd name="connsiteX32" fmla="*/ 53633 w 298451"/>
              <a:gd name="connsiteY32" fmla="*/ 145756 h 298451"/>
              <a:gd name="connsiteX33" fmla="*/ 42906 w 298451"/>
              <a:gd name="connsiteY33" fmla="*/ 156166 h 298451"/>
              <a:gd name="connsiteX34" fmla="*/ 53633 w 298451"/>
              <a:gd name="connsiteY34" fmla="*/ 166578 h 298451"/>
              <a:gd name="connsiteX35" fmla="*/ 182351 w 298451"/>
              <a:gd name="connsiteY35" fmla="*/ 166578 h 298451"/>
              <a:gd name="connsiteX36" fmla="*/ 193079 w 298451"/>
              <a:gd name="connsiteY36" fmla="*/ 156166 h 298451"/>
              <a:gd name="connsiteX37" fmla="*/ 182351 w 298451"/>
              <a:gd name="connsiteY37" fmla="*/ 145756 h 298451"/>
              <a:gd name="connsiteX38" fmla="*/ 235985 w 298451"/>
              <a:gd name="connsiteY38" fmla="*/ 298451 h 298451"/>
              <a:gd name="connsiteX39" fmla="*/ 173518 w 298451"/>
              <a:gd name="connsiteY39" fmla="*/ 235985 h 298451"/>
              <a:gd name="connsiteX40" fmla="*/ 235985 w 298451"/>
              <a:gd name="connsiteY40" fmla="*/ 173518 h 298451"/>
              <a:gd name="connsiteX41" fmla="*/ 298451 w 298451"/>
              <a:gd name="connsiteY41" fmla="*/ 235985 h 298451"/>
              <a:gd name="connsiteX42" fmla="*/ 235985 w 298451"/>
              <a:gd name="connsiteY42" fmla="*/ 298451 h 298451"/>
              <a:gd name="connsiteX43" fmla="*/ 221271 w 298451"/>
              <a:gd name="connsiteY43" fmla="*/ 208222 h 298451"/>
              <a:gd name="connsiteX44" fmla="*/ 215162 w 298451"/>
              <a:gd name="connsiteY44" fmla="*/ 214331 h 298451"/>
              <a:gd name="connsiteX45" fmla="*/ 215162 w 298451"/>
              <a:gd name="connsiteY45" fmla="*/ 264411 h 298451"/>
              <a:gd name="connsiteX46" fmla="*/ 216056 w 298451"/>
              <a:gd name="connsiteY46" fmla="*/ 267592 h 298451"/>
              <a:gd name="connsiteX47" fmla="*/ 224453 w 298451"/>
              <a:gd name="connsiteY47" fmla="*/ 269626 h 298451"/>
              <a:gd name="connsiteX48" fmla="*/ 235985 w 298451"/>
              <a:gd name="connsiteY48" fmla="*/ 262594 h 298451"/>
              <a:gd name="connsiteX49" fmla="*/ 247516 w 298451"/>
              <a:gd name="connsiteY49" fmla="*/ 269626 h 298451"/>
              <a:gd name="connsiteX50" fmla="*/ 250698 w 298451"/>
              <a:gd name="connsiteY50" fmla="*/ 270520 h 298451"/>
              <a:gd name="connsiteX51" fmla="*/ 256807 w 298451"/>
              <a:gd name="connsiteY51" fmla="*/ 264411 h 298451"/>
              <a:gd name="connsiteX52" fmla="*/ 256807 w 298451"/>
              <a:gd name="connsiteY52" fmla="*/ 214331 h 298451"/>
              <a:gd name="connsiteX53" fmla="*/ 250698 w 298451"/>
              <a:gd name="connsiteY53" fmla="*/ 208222 h 298451"/>
              <a:gd name="connsiteX54" fmla="*/ 221271 w 298451"/>
              <a:gd name="connsiteY54" fmla="*/ 208222 h 298451"/>
              <a:gd name="connsiteX55" fmla="*/ 233010 w 298451"/>
              <a:gd name="connsiteY55" fmla="*/ 230089 h 298451"/>
              <a:gd name="connsiteX56" fmla="*/ 233010 w 298451"/>
              <a:gd name="connsiteY56" fmla="*/ 223693 h 298451"/>
              <a:gd name="connsiteX57" fmla="*/ 235985 w 298451"/>
              <a:gd name="connsiteY57" fmla="*/ 220717 h 298451"/>
              <a:gd name="connsiteX58" fmla="*/ 238959 w 298451"/>
              <a:gd name="connsiteY58" fmla="*/ 223693 h 298451"/>
              <a:gd name="connsiteX59" fmla="*/ 238959 w 298451"/>
              <a:gd name="connsiteY59" fmla="*/ 230089 h 298451"/>
              <a:gd name="connsiteX60" fmla="*/ 244829 w 298451"/>
              <a:gd name="connsiteY60" fmla="*/ 230089 h 298451"/>
              <a:gd name="connsiteX61" fmla="*/ 247883 w 298451"/>
              <a:gd name="connsiteY61" fmla="*/ 233144 h 298451"/>
              <a:gd name="connsiteX62" fmla="*/ 247883 w 298451"/>
              <a:gd name="connsiteY62" fmla="*/ 233283 h 298451"/>
              <a:gd name="connsiteX63" fmla="*/ 244829 w 298451"/>
              <a:gd name="connsiteY63" fmla="*/ 236337 h 298451"/>
              <a:gd name="connsiteX64" fmla="*/ 238959 w 298451"/>
              <a:gd name="connsiteY64" fmla="*/ 236337 h 298451"/>
              <a:gd name="connsiteX65" fmla="*/ 238959 w 298451"/>
              <a:gd name="connsiteY65" fmla="*/ 242735 h 298451"/>
              <a:gd name="connsiteX66" fmla="*/ 235985 w 298451"/>
              <a:gd name="connsiteY66" fmla="*/ 245709 h 298451"/>
              <a:gd name="connsiteX67" fmla="*/ 233010 w 298451"/>
              <a:gd name="connsiteY67" fmla="*/ 242735 h 298451"/>
              <a:gd name="connsiteX68" fmla="*/ 233010 w 298451"/>
              <a:gd name="connsiteY68" fmla="*/ 236337 h 298451"/>
              <a:gd name="connsiteX69" fmla="*/ 227141 w 298451"/>
              <a:gd name="connsiteY69" fmla="*/ 236337 h 298451"/>
              <a:gd name="connsiteX70" fmla="*/ 224087 w 298451"/>
              <a:gd name="connsiteY70" fmla="*/ 233283 h 298451"/>
              <a:gd name="connsiteX71" fmla="*/ 224087 w 298451"/>
              <a:gd name="connsiteY71" fmla="*/ 233144 h 298451"/>
              <a:gd name="connsiteX72" fmla="*/ 227141 w 298451"/>
              <a:gd name="connsiteY72" fmla="*/ 230089 h 298451"/>
              <a:gd name="connsiteX73" fmla="*/ 233010 w 298451"/>
              <a:gd name="connsiteY73" fmla="*/ 230089 h 298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298451" h="298451">
                <a:moveTo>
                  <a:pt x="183584" y="291510"/>
                </a:moveTo>
                <a:lnTo>
                  <a:pt x="42906" y="291510"/>
                </a:lnTo>
                <a:cubicBezTo>
                  <a:pt x="31528" y="291510"/>
                  <a:pt x="20613" y="287124"/>
                  <a:pt x="12567" y="279313"/>
                </a:cubicBezTo>
                <a:cubicBezTo>
                  <a:pt x="4520" y="271504"/>
                  <a:pt x="0" y="260911"/>
                  <a:pt x="0" y="249866"/>
                </a:cubicBezTo>
                <a:lnTo>
                  <a:pt x="0" y="41644"/>
                </a:lnTo>
                <a:cubicBezTo>
                  <a:pt x="0" y="18645"/>
                  <a:pt x="19210" y="0"/>
                  <a:pt x="42906" y="0"/>
                </a:cubicBezTo>
                <a:lnTo>
                  <a:pt x="193079" y="0"/>
                </a:lnTo>
                <a:cubicBezTo>
                  <a:pt x="204459" y="0"/>
                  <a:pt x="215372" y="4387"/>
                  <a:pt x="223417" y="12198"/>
                </a:cubicBezTo>
                <a:cubicBezTo>
                  <a:pt x="231465" y="20007"/>
                  <a:pt x="235985" y="30600"/>
                  <a:pt x="235985" y="41644"/>
                </a:cubicBezTo>
                <a:lnTo>
                  <a:pt x="235985" y="159636"/>
                </a:lnTo>
                <a:cubicBezTo>
                  <a:pt x="212276" y="159636"/>
                  <a:pt x="191091" y="170444"/>
                  <a:pt x="177088" y="187400"/>
                </a:cubicBezTo>
                <a:lnTo>
                  <a:pt x="53633" y="187400"/>
                </a:lnTo>
                <a:cubicBezTo>
                  <a:pt x="47708" y="187400"/>
                  <a:pt x="42906" y="192061"/>
                  <a:pt x="42906" y="197811"/>
                </a:cubicBezTo>
                <a:cubicBezTo>
                  <a:pt x="42906" y="203560"/>
                  <a:pt x="47708" y="208223"/>
                  <a:pt x="53633" y="208223"/>
                </a:cubicBezTo>
                <a:lnTo>
                  <a:pt x="164841" y="208223"/>
                </a:lnTo>
                <a:cubicBezTo>
                  <a:pt x="161481" y="216827"/>
                  <a:pt x="159636" y="226190"/>
                  <a:pt x="159636" y="235985"/>
                </a:cubicBezTo>
                <a:cubicBezTo>
                  <a:pt x="159636" y="257863"/>
                  <a:pt x="168838" y="277591"/>
                  <a:pt x="183584" y="291510"/>
                </a:cubicBezTo>
                <a:moveTo>
                  <a:pt x="182351" y="62466"/>
                </a:moveTo>
                <a:lnTo>
                  <a:pt x="117992" y="62466"/>
                </a:lnTo>
                <a:cubicBezTo>
                  <a:pt x="112069" y="62466"/>
                  <a:pt x="107265" y="67127"/>
                  <a:pt x="107265" y="72878"/>
                </a:cubicBezTo>
                <a:cubicBezTo>
                  <a:pt x="107265" y="78627"/>
                  <a:pt x="112069" y="83289"/>
                  <a:pt x="117992" y="83289"/>
                </a:cubicBezTo>
                <a:lnTo>
                  <a:pt x="182351" y="83289"/>
                </a:lnTo>
                <a:cubicBezTo>
                  <a:pt x="188276" y="83289"/>
                  <a:pt x="193079" y="78627"/>
                  <a:pt x="193079" y="72878"/>
                </a:cubicBezTo>
                <a:cubicBezTo>
                  <a:pt x="193079" y="67127"/>
                  <a:pt x="188276" y="62466"/>
                  <a:pt x="182351" y="62466"/>
                </a:cubicBezTo>
                <a:moveTo>
                  <a:pt x="182351" y="104111"/>
                </a:moveTo>
                <a:lnTo>
                  <a:pt x="53633" y="104111"/>
                </a:lnTo>
                <a:cubicBezTo>
                  <a:pt x="47708" y="104111"/>
                  <a:pt x="42906" y="108773"/>
                  <a:pt x="42906" y="114522"/>
                </a:cubicBezTo>
                <a:cubicBezTo>
                  <a:pt x="42906" y="120272"/>
                  <a:pt x="47708" y="124933"/>
                  <a:pt x="53633" y="124933"/>
                </a:cubicBezTo>
                <a:lnTo>
                  <a:pt x="182351" y="124933"/>
                </a:lnTo>
                <a:cubicBezTo>
                  <a:pt x="188276" y="124933"/>
                  <a:pt x="193079" y="120272"/>
                  <a:pt x="193079" y="114522"/>
                </a:cubicBezTo>
                <a:cubicBezTo>
                  <a:pt x="193079" y="108773"/>
                  <a:pt x="188276" y="104111"/>
                  <a:pt x="182351" y="104111"/>
                </a:cubicBezTo>
                <a:moveTo>
                  <a:pt x="182351" y="145756"/>
                </a:moveTo>
                <a:lnTo>
                  <a:pt x="53633" y="145756"/>
                </a:lnTo>
                <a:cubicBezTo>
                  <a:pt x="47708" y="145756"/>
                  <a:pt x="42906" y="150417"/>
                  <a:pt x="42906" y="156166"/>
                </a:cubicBezTo>
                <a:cubicBezTo>
                  <a:pt x="42906" y="161917"/>
                  <a:pt x="47708" y="166578"/>
                  <a:pt x="53633" y="166578"/>
                </a:cubicBezTo>
                <a:lnTo>
                  <a:pt x="182351" y="166578"/>
                </a:lnTo>
                <a:cubicBezTo>
                  <a:pt x="188276" y="166578"/>
                  <a:pt x="193079" y="161917"/>
                  <a:pt x="193079" y="156166"/>
                </a:cubicBezTo>
                <a:cubicBezTo>
                  <a:pt x="193079" y="150417"/>
                  <a:pt x="188276" y="145756"/>
                  <a:pt x="182351" y="145756"/>
                </a:cubicBezTo>
                <a:moveTo>
                  <a:pt x="235985" y="298451"/>
                </a:moveTo>
                <a:cubicBezTo>
                  <a:pt x="201485" y="298451"/>
                  <a:pt x="173518" y="270484"/>
                  <a:pt x="173518" y="235985"/>
                </a:cubicBezTo>
                <a:cubicBezTo>
                  <a:pt x="173518" y="201485"/>
                  <a:pt x="201485" y="173518"/>
                  <a:pt x="235985" y="173518"/>
                </a:cubicBezTo>
                <a:cubicBezTo>
                  <a:pt x="270484" y="173518"/>
                  <a:pt x="298451" y="201485"/>
                  <a:pt x="298451" y="235985"/>
                </a:cubicBezTo>
                <a:cubicBezTo>
                  <a:pt x="298451" y="270484"/>
                  <a:pt x="270484" y="298451"/>
                  <a:pt x="235985" y="298451"/>
                </a:cubicBezTo>
                <a:moveTo>
                  <a:pt x="221271" y="208222"/>
                </a:moveTo>
                <a:cubicBezTo>
                  <a:pt x="217897" y="208222"/>
                  <a:pt x="215162" y="210957"/>
                  <a:pt x="215162" y="214331"/>
                </a:cubicBezTo>
                <a:lnTo>
                  <a:pt x="215162" y="264411"/>
                </a:lnTo>
                <a:cubicBezTo>
                  <a:pt x="215162" y="265533"/>
                  <a:pt x="215471" y="266633"/>
                  <a:pt x="216056" y="267592"/>
                </a:cubicBezTo>
                <a:cubicBezTo>
                  <a:pt x="217813" y="270472"/>
                  <a:pt x="221572" y="271383"/>
                  <a:pt x="224453" y="269626"/>
                </a:cubicBezTo>
                <a:lnTo>
                  <a:pt x="235985" y="262594"/>
                </a:lnTo>
                <a:lnTo>
                  <a:pt x="247516" y="269626"/>
                </a:lnTo>
                <a:cubicBezTo>
                  <a:pt x="248474" y="270211"/>
                  <a:pt x="249575" y="270520"/>
                  <a:pt x="250698" y="270520"/>
                </a:cubicBezTo>
                <a:cubicBezTo>
                  <a:pt x="254072" y="270520"/>
                  <a:pt x="256807" y="267785"/>
                  <a:pt x="256807" y="264411"/>
                </a:cubicBezTo>
                <a:lnTo>
                  <a:pt x="256807" y="214331"/>
                </a:lnTo>
                <a:cubicBezTo>
                  <a:pt x="256807" y="210957"/>
                  <a:pt x="254072" y="208222"/>
                  <a:pt x="250698" y="208222"/>
                </a:cubicBezTo>
                <a:lnTo>
                  <a:pt x="221271" y="208222"/>
                </a:lnTo>
                <a:moveTo>
                  <a:pt x="233010" y="230089"/>
                </a:moveTo>
                <a:lnTo>
                  <a:pt x="233010" y="223693"/>
                </a:lnTo>
                <a:cubicBezTo>
                  <a:pt x="233010" y="222050"/>
                  <a:pt x="234342" y="220717"/>
                  <a:pt x="235985" y="220717"/>
                </a:cubicBezTo>
                <a:cubicBezTo>
                  <a:pt x="237628" y="220717"/>
                  <a:pt x="238959" y="222050"/>
                  <a:pt x="238959" y="223693"/>
                </a:cubicBezTo>
                <a:lnTo>
                  <a:pt x="238959" y="230089"/>
                </a:lnTo>
                <a:lnTo>
                  <a:pt x="244829" y="230089"/>
                </a:lnTo>
                <a:cubicBezTo>
                  <a:pt x="246516" y="230089"/>
                  <a:pt x="247883" y="231457"/>
                  <a:pt x="247883" y="233144"/>
                </a:cubicBezTo>
                <a:lnTo>
                  <a:pt x="247883" y="233283"/>
                </a:lnTo>
                <a:cubicBezTo>
                  <a:pt x="247883" y="234970"/>
                  <a:pt x="246516" y="236337"/>
                  <a:pt x="244829" y="236337"/>
                </a:cubicBezTo>
                <a:lnTo>
                  <a:pt x="238959" y="236337"/>
                </a:lnTo>
                <a:lnTo>
                  <a:pt x="238959" y="242735"/>
                </a:lnTo>
                <a:cubicBezTo>
                  <a:pt x="238959" y="244378"/>
                  <a:pt x="237628" y="245709"/>
                  <a:pt x="235985" y="245709"/>
                </a:cubicBezTo>
                <a:cubicBezTo>
                  <a:pt x="234342" y="245709"/>
                  <a:pt x="233010" y="244378"/>
                  <a:pt x="233010" y="242735"/>
                </a:cubicBezTo>
                <a:lnTo>
                  <a:pt x="233010" y="236337"/>
                </a:lnTo>
                <a:lnTo>
                  <a:pt x="227141" y="236337"/>
                </a:lnTo>
                <a:cubicBezTo>
                  <a:pt x="225454" y="236337"/>
                  <a:pt x="224087" y="234970"/>
                  <a:pt x="224087" y="233283"/>
                </a:cubicBezTo>
                <a:lnTo>
                  <a:pt x="224087" y="233144"/>
                </a:lnTo>
                <a:cubicBezTo>
                  <a:pt x="224087" y="231457"/>
                  <a:pt x="225454" y="230089"/>
                  <a:pt x="227141" y="230089"/>
                </a:cubicBezTo>
                <a:lnTo>
                  <a:pt x="233010" y="230089"/>
                </a:lnTo>
              </a:path>
            </a:pathLst>
          </a:custGeom>
          <a:solidFill>
            <a:schemeClr val="accent1">
              <a:lumMod val="60000"/>
              <a:lumOff val="40000"/>
            </a:schemeClr>
          </a:solidFill>
          <a:ln w="1153" cap="flat">
            <a:noFill/>
            <a:prstDash val="solid"/>
            <a:miter/>
          </a:ln>
        </p:spPr>
        <p:txBody>
          <a:bodyPr rtlCol="0" anchor="ctr"/>
          <a:lstStyle/>
          <a:p>
            <a:endParaRPr lang="zh-CN"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椭圆 61"/>
          <p:cNvSpPr/>
          <p:nvPr/>
        </p:nvSpPr>
        <p:spPr>
          <a:xfrm>
            <a:off x="3351314" y="1486458"/>
            <a:ext cx="4181272" cy="4181272"/>
          </a:xfrm>
          <a:prstGeom prst="ellips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542925" y="1657350"/>
            <a:ext cx="1828800" cy="523220"/>
          </a:xfrm>
          <a:prstGeom prst="rect">
            <a:avLst/>
          </a:prstGeom>
          <a:noFill/>
        </p:spPr>
        <p:txBody>
          <a:bodyPr wrap="square" rtlCol="0">
            <a:spAutoFit/>
          </a:bodyPr>
          <a:lstStyle/>
          <a:p>
            <a:r>
              <a:rPr lang="zh-CN" altLang="en-US" sz="2800" b="1" dirty="0">
                <a:solidFill>
                  <a:sysClr val="windowText" lastClr="000000"/>
                </a:solidFill>
                <a:latin typeface="微软雅黑" panose="020B0503020204020204" pitchFamily="34" charset="-122"/>
                <a:ea typeface="微软雅黑" panose="020B0503020204020204" pitchFamily="34" charset="-122"/>
              </a:rPr>
              <a:t>研究背景</a:t>
            </a:r>
            <a:endParaRPr lang="zh-CN" altLang="en-US" sz="2800" b="1" dirty="0">
              <a:solidFill>
                <a:sysClr val="windowText" lastClr="000000"/>
              </a:solidFill>
              <a:latin typeface="微软雅黑" panose="020B0503020204020204" pitchFamily="34" charset="-122"/>
              <a:ea typeface="微软雅黑" panose="020B0503020204020204" pitchFamily="34" charset="-122"/>
            </a:endParaRPr>
          </a:p>
        </p:txBody>
      </p:sp>
      <p:sp>
        <p:nvSpPr>
          <p:cNvPr id="11" name="矩形 10"/>
          <p:cNvSpPr/>
          <p:nvPr/>
        </p:nvSpPr>
        <p:spPr>
          <a:xfrm>
            <a:off x="-1" y="5522661"/>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直角三角形 11"/>
          <p:cNvSpPr/>
          <p:nvPr/>
        </p:nvSpPr>
        <p:spPr>
          <a:xfrm rot="10800000">
            <a:off x="-2" y="6284661"/>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endParaRPr lang="zh-CN" altLang="en-US" sz="4800" b="1" dirty="0">
              <a:solidFill>
                <a:schemeClr val="accent1"/>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542925" y="2650331"/>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目的与意义</a:t>
            </a:r>
            <a:endParaRPr lang="zh-CN" altLang="en-US" sz="2800" b="1" dirty="0">
              <a:latin typeface="微软雅黑" panose="020B0503020204020204" pitchFamily="34" charset="-122"/>
              <a:ea typeface="微软雅黑" panose="020B0503020204020204" pitchFamily="34" charset="-122"/>
            </a:endParaRPr>
          </a:p>
        </p:txBody>
      </p:sp>
      <p:sp>
        <p:nvSpPr>
          <p:cNvPr id="8" name="文本框 7"/>
          <p:cNvSpPr txBox="1"/>
          <p:nvPr/>
        </p:nvSpPr>
        <p:spPr>
          <a:xfrm>
            <a:off x="542925" y="3643312"/>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方法与过程</a:t>
            </a:r>
            <a:endParaRPr lang="zh-CN" altLang="en-US" sz="2800" b="1" dirty="0">
              <a:latin typeface="微软雅黑" panose="020B0503020204020204" pitchFamily="34" charset="-122"/>
              <a:ea typeface="微软雅黑" panose="020B0503020204020204" pitchFamily="34" charset="-122"/>
            </a:endParaRPr>
          </a:p>
        </p:txBody>
      </p:sp>
      <p:sp>
        <p:nvSpPr>
          <p:cNvPr id="9" name="文本框 8"/>
          <p:cNvSpPr txBox="1"/>
          <p:nvPr/>
        </p:nvSpPr>
        <p:spPr>
          <a:xfrm>
            <a:off x="542925" y="4636293"/>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结果与分析</a:t>
            </a:r>
            <a:endParaRPr lang="zh-CN" altLang="en-US" sz="2800" b="1"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542925" y="5629275"/>
            <a:ext cx="2019300"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总结与讨论</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5" name="矩形 4"/>
          <p:cNvSpPr/>
          <p:nvPr/>
        </p:nvSpPr>
        <p:spPr>
          <a:xfrm>
            <a:off x="3396996" y="797947"/>
            <a:ext cx="8316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3403600" y="162578"/>
            <a:ext cx="45085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结果讨论</a:t>
            </a:r>
            <a:endParaRPr lang="zh-CN" altLang="en-US" sz="2800" b="1" dirty="0">
              <a:latin typeface="微软雅黑" panose="020B0503020204020204" pitchFamily="34" charset="-122"/>
              <a:ea typeface="微软雅黑" panose="020B0503020204020204" pitchFamily="34" charset="-122"/>
            </a:endParaRPr>
          </a:p>
        </p:txBody>
      </p:sp>
      <p:sp>
        <p:nvSpPr>
          <p:cNvPr id="61" name="椭圆 60"/>
          <p:cNvSpPr/>
          <p:nvPr/>
        </p:nvSpPr>
        <p:spPr>
          <a:xfrm>
            <a:off x="3509794" y="2837792"/>
            <a:ext cx="1478604" cy="1478604"/>
          </a:xfrm>
          <a:prstGeom prst="ellipse">
            <a:avLst/>
          </a:prstGeom>
          <a:solidFill>
            <a:schemeClr val="accent1">
              <a:lumMod val="60000"/>
              <a:lumOff val="40000"/>
            </a:schemeClr>
          </a:solidFill>
          <a:ln>
            <a:noFill/>
          </a:ln>
          <a:effectLst>
            <a:outerShdw blurRad="254000" sx="102000" sy="102000" algn="ctr" rotWithShape="0">
              <a:schemeClr val="accent1">
                <a:lumMod val="60000"/>
                <a:lumOff val="4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b="1" dirty="0">
              <a:latin typeface="微软雅黑" panose="020B0503020204020204" pitchFamily="34" charset="-122"/>
              <a:ea typeface="微软雅黑" panose="020B0503020204020204" pitchFamily="34" charset="-122"/>
            </a:endParaRPr>
          </a:p>
        </p:txBody>
      </p:sp>
      <p:sp>
        <p:nvSpPr>
          <p:cNvPr id="69" name="矩形: 圆角 68"/>
          <p:cNvSpPr/>
          <p:nvPr/>
        </p:nvSpPr>
        <p:spPr>
          <a:xfrm>
            <a:off x="4988398" y="2087098"/>
            <a:ext cx="1770434" cy="476655"/>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tx1"/>
                </a:solidFill>
              </a:rPr>
              <a:t>输入标题</a:t>
            </a:r>
            <a:endParaRPr lang="zh-CN" altLang="en-US" sz="2000" b="1" dirty="0">
              <a:solidFill>
                <a:schemeClr val="tx1"/>
              </a:solidFill>
            </a:endParaRPr>
          </a:p>
        </p:txBody>
      </p:sp>
      <p:sp>
        <p:nvSpPr>
          <p:cNvPr id="74" name="矩形: 圆角 73"/>
          <p:cNvSpPr/>
          <p:nvPr/>
        </p:nvSpPr>
        <p:spPr>
          <a:xfrm>
            <a:off x="5375275" y="2959431"/>
            <a:ext cx="1770434" cy="476655"/>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tx1"/>
                </a:solidFill>
              </a:rPr>
              <a:t>输入标题</a:t>
            </a:r>
            <a:endParaRPr lang="zh-CN" altLang="en-US" sz="2000" b="1" dirty="0">
              <a:solidFill>
                <a:schemeClr val="tx1"/>
              </a:solidFill>
            </a:endParaRPr>
          </a:p>
        </p:txBody>
      </p:sp>
      <p:sp>
        <p:nvSpPr>
          <p:cNvPr id="75" name="矩形: 圆角 74"/>
          <p:cNvSpPr/>
          <p:nvPr/>
        </p:nvSpPr>
        <p:spPr>
          <a:xfrm>
            <a:off x="5375275" y="3862699"/>
            <a:ext cx="1770434" cy="476655"/>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tx1"/>
                </a:solidFill>
              </a:rPr>
              <a:t>输入标题</a:t>
            </a:r>
            <a:endParaRPr lang="zh-CN" altLang="en-US" sz="2000" b="1" dirty="0">
              <a:solidFill>
                <a:schemeClr val="tx1"/>
              </a:solidFill>
            </a:endParaRPr>
          </a:p>
        </p:txBody>
      </p:sp>
      <p:sp>
        <p:nvSpPr>
          <p:cNvPr id="76" name="矩形: 圆角 75"/>
          <p:cNvSpPr/>
          <p:nvPr/>
        </p:nvSpPr>
        <p:spPr>
          <a:xfrm>
            <a:off x="4988398" y="4654056"/>
            <a:ext cx="1770434" cy="476655"/>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tx1"/>
                </a:solidFill>
              </a:rPr>
              <a:t>输入标题</a:t>
            </a:r>
            <a:endParaRPr lang="zh-CN" altLang="en-US" sz="2000" b="1" dirty="0">
              <a:solidFill>
                <a:schemeClr val="tx1"/>
              </a:solidFill>
            </a:endParaRPr>
          </a:p>
        </p:txBody>
      </p:sp>
      <p:sp>
        <p:nvSpPr>
          <p:cNvPr id="78" name="矩形 77"/>
          <p:cNvSpPr/>
          <p:nvPr/>
        </p:nvSpPr>
        <p:spPr>
          <a:xfrm>
            <a:off x="7975499" y="1322962"/>
            <a:ext cx="3715763" cy="100486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文本框 76"/>
          <p:cNvSpPr txBox="1"/>
          <p:nvPr/>
        </p:nvSpPr>
        <p:spPr>
          <a:xfrm>
            <a:off x="8160324" y="1486458"/>
            <a:ext cx="3347209" cy="738664"/>
          </a:xfrm>
          <a:prstGeom prst="rect">
            <a:avLst/>
          </a:prstGeom>
          <a:noFill/>
        </p:spPr>
        <p:txBody>
          <a:bodyPr wrap="square" rtlCol="0">
            <a:spAutoFit/>
          </a:bodyPr>
          <a:lstStyle/>
          <a:p>
            <a:r>
              <a:rPr lang="zh-CN" altLang="en-US" sz="1400" dirty="0">
                <a:solidFill>
                  <a:schemeClr val="bg1"/>
                </a:solidFill>
              </a:rPr>
              <a:t>这里输入正文内容这里输入正文内容这里输入正文内容这里输入正文内容这里输入正文内容这里输入正文内容</a:t>
            </a:r>
            <a:endParaRPr lang="zh-CN" altLang="en-US" sz="1400" dirty="0">
              <a:solidFill>
                <a:schemeClr val="bg1"/>
              </a:solidFill>
            </a:endParaRPr>
          </a:p>
        </p:txBody>
      </p:sp>
      <p:cxnSp>
        <p:nvCxnSpPr>
          <p:cNvPr id="80" name="直接连接符 79"/>
          <p:cNvCxnSpPr>
            <a:stCxn id="69" idx="3"/>
            <a:endCxn id="78" idx="1"/>
          </p:cNvCxnSpPr>
          <p:nvPr/>
        </p:nvCxnSpPr>
        <p:spPr>
          <a:xfrm flipV="1">
            <a:off x="6758832" y="1825396"/>
            <a:ext cx="1216667" cy="500030"/>
          </a:xfrm>
          <a:prstGeom prst="line">
            <a:avLst/>
          </a:prstGeom>
          <a:ln>
            <a:prstDash val="dash"/>
            <a:headEnd type="oval"/>
            <a:tailEnd type="oval"/>
          </a:ln>
        </p:spPr>
        <p:style>
          <a:lnRef idx="1">
            <a:schemeClr val="accent1"/>
          </a:lnRef>
          <a:fillRef idx="0">
            <a:schemeClr val="accent1"/>
          </a:fillRef>
          <a:effectRef idx="0">
            <a:schemeClr val="accent1"/>
          </a:effectRef>
          <a:fontRef idx="minor">
            <a:schemeClr val="tx1"/>
          </a:fontRef>
        </p:style>
      </p:cxnSp>
      <p:sp>
        <p:nvSpPr>
          <p:cNvPr id="85" name="矩形 84"/>
          <p:cNvSpPr/>
          <p:nvPr/>
        </p:nvSpPr>
        <p:spPr>
          <a:xfrm>
            <a:off x="7975499" y="2676589"/>
            <a:ext cx="3715763" cy="1004868"/>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文本框 85"/>
          <p:cNvSpPr txBox="1"/>
          <p:nvPr/>
        </p:nvSpPr>
        <p:spPr>
          <a:xfrm>
            <a:off x="8160324" y="2840085"/>
            <a:ext cx="3347209" cy="738664"/>
          </a:xfrm>
          <a:prstGeom prst="rect">
            <a:avLst/>
          </a:prstGeom>
          <a:noFill/>
        </p:spPr>
        <p:txBody>
          <a:bodyPr wrap="square" rtlCol="0">
            <a:spAutoFit/>
          </a:bodyPr>
          <a:lstStyle/>
          <a:p>
            <a:r>
              <a:rPr lang="zh-CN" altLang="en-US" sz="1400" dirty="0">
                <a:solidFill>
                  <a:schemeClr val="bg1"/>
                </a:solidFill>
              </a:rPr>
              <a:t>这里输入正文内容这里输入正文内容这里输入正文内容这里输入正文内容这里输入正文内容这里输入正文内容</a:t>
            </a:r>
            <a:endParaRPr lang="zh-CN" altLang="en-US" sz="1400" dirty="0">
              <a:solidFill>
                <a:schemeClr val="bg1"/>
              </a:solidFill>
            </a:endParaRPr>
          </a:p>
        </p:txBody>
      </p:sp>
      <p:cxnSp>
        <p:nvCxnSpPr>
          <p:cNvPr id="88" name="直接连接符 87"/>
          <p:cNvCxnSpPr>
            <a:stCxn id="74" idx="3"/>
            <a:endCxn id="85" idx="1"/>
          </p:cNvCxnSpPr>
          <p:nvPr/>
        </p:nvCxnSpPr>
        <p:spPr>
          <a:xfrm flipV="1">
            <a:off x="7145709" y="3179023"/>
            <a:ext cx="829790" cy="18736"/>
          </a:xfrm>
          <a:prstGeom prst="line">
            <a:avLst/>
          </a:prstGeom>
          <a:ln>
            <a:prstDash val="dash"/>
            <a:headEnd type="oval"/>
            <a:tailEnd type="oval"/>
          </a:ln>
        </p:spPr>
        <p:style>
          <a:lnRef idx="1">
            <a:schemeClr val="accent1"/>
          </a:lnRef>
          <a:fillRef idx="0">
            <a:schemeClr val="accent1"/>
          </a:fillRef>
          <a:effectRef idx="0">
            <a:schemeClr val="accent1"/>
          </a:effectRef>
          <a:fontRef idx="minor">
            <a:schemeClr val="tx1"/>
          </a:fontRef>
        </p:style>
      </p:cxnSp>
      <p:sp>
        <p:nvSpPr>
          <p:cNvPr id="89" name="矩形 88"/>
          <p:cNvSpPr/>
          <p:nvPr/>
        </p:nvSpPr>
        <p:spPr>
          <a:xfrm>
            <a:off x="7975499" y="4030216"/>
            <a:ext cx="3715763" cy="100486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文本框 89"/>
          <p:cNvSpPr txBox="1"/>
          <p:nvPr/>
        </p:nvSpPr>
        <p:spPr>
          <a:xfrm>
            <a:off x="8160324" y="4193712"/>
            <a:ext cx="3347209" cy="738664"/>
          </a:xfrm>
          <a:prstGeom prst="rect">
            <a:avLst/>
          </a:prstGeom>
          <a:noFill/>
        </p:spPr>
        <p:txBody>
          <a:bodyPr wrap="square" rtlCol="0">
            <a:spAutoFit/>
          </a:bodyPr>
          <a:lstStyle/>
          <a:p>
            <a:r>
              <a:rPr lang="zh-CN" altLang="en-US" sz="1400" dirty="0">
                <a:solidFill>
                  <a:schemeClr val="bg1"/>
                </a:solidFill>
              </a:rPr>
              <a:t>这里输入正文内容这里输入正文内容这里输入正文内容这里输入正文内容这里输入正文内容这里输入正文内容</a:t>
            </a:r>
            <a:endParaRPr lang="zh-CN" altLang="en-US" sz="1400" dirty="0">
              <a:solidFill>
                <a:schemeClr val="bg1"/>
              </a:solidFill>
            </a:endParaRPr>
          </a:p>
        </p:txBody>
      </p:sp>
      <p:sp>
        <p:nvSpPr>
          <p:cNvPr id="95" name="矩形 94"/>
          <p:cNvSpPr/>
          <p:nvPr/>
        </p:nvSpPr>
        <p:spPr>
          <a:xfrm>
            <a:off x="7975499" y="5383844"/>
            <a:ext cx="3715763" cy="1004868"/>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文本框 95"/>
          <p:cNvSpPr txBox="1"/>
          <p:nvPr/>
        </p:nvSpPr>
        <p:spPr>
          <a:xfrm>
            <a:off x="8160324" y="5547340"/>
            <a:ext cx="3347209" cy="738664"/>
          </a:xfrm>
          <a:prstGeom prst="rect">
            <a:avLst/>
          </a:prstGeom>
          <a:noFill/>
        </p:spPr>
        <p:txBody>
          <a:bodyPr wrap="square" rtlCol="0">
            <a:spAutoFit/>
          </a:bodyPr>
          <a:lstStyle/>
          <a:p>
            <a:r>
              <a:rPr lang="zh-CN" altLang="en-US" sz="1400" dirty="0">
                <a:solidFill>
                  <a:schemeClr val="bg1"/>
                </a:solidFill>
              </a:rPr>
              <a:t>这里输入正文内容这里输入正文内容这里输入正文内容这里输入正文内容这里输入正文内容这里输入正文内容</a:t>
            </a:r>
            <a:endParaRPr lang="zh-CN" altLang="en-US" sz="1400" dirty="0">
              <a:solidFill>
                <a:schemeClr val="bg1"/>
              </a:solidFill>
            </a:endParaRPr>
          </a:p>
        </p:txBody>
      </p:sp>
      <p:cxnSp>
        <p:nvCxnSpPr>
          <p:cNvPr id="98" name="直接连接符 97"/>
          <p:cNvCxnSpPr>
            <a:stCxn id="75" idx="3"/>
            <a:endCxn id="89" idx="1"/>
          </p:cNvCxnSpPr>
          <p:nvPr/>
        </p:nvCxnSpPr>
        <p:spPr>
          <a:xfrm>
            <a:off x="7145709" y="4101027"/>
            <a:ext cx="829790" cy="431623"/>
          </a:xfrm>
          <a:prstGeom prst="line">
            <a:avLst/>
          </a:prstGeom>
          <a:ln>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100" name="直接连接符 99"/>
          <p:cNvCxnSpPr>
            <a:stCxn id="76" idx="3"/>
            <a:endCxn id="95" idx="1"/>
          </p:cNvCxnSpPr>
          <p:nvPr/>
        </p:nvCxnSpPr>
        <p:spPr>
          <a:xfrm>
            <a:off x="6758832" y="4892384"/>
            <a:ext cx="1216667" cy="993894"/>
          </a:xfrm>
          <a:prstGeom prst="line">
            <a:avLst/>
          </a:prstGeom>
          <a:ln>
            <a:prstDash val="dash"/>
            <a:headEnd type="oval"/>
            <a:tailEnd type="oval"/>
          </a:ln>
        </p:spPr>
        <p:style>
          <a:lnRef idx="1">
            <a:schemeClr val="accent1"/>
          </a:lnRef>
          <a:fillRef idx="0">
            <a:schemeClr val="accent1"/>
          </a:fillRef>
          <a:effectRef idx="0">
            <a:schemeClr val="accent1"/>
          </a:effectRef>
          <a:fontRef idx="minor">
            <a:schemeClr val="tx1"/>
          </a:fontRef>
        </p:style>
      </p:cxnSp>
      <p:sp>
        <p:nvSpPr>
          <p:cNvPr id="105" name="文本框 104"/>
          <p:cNvSpPr txBox="1"/>
          <p:nvPr/>
        </p:nvSpPr>
        <p:spPr>
          <a:xfrm>
            <a:off x="3691090" y="3678033"/>
            <a:ext cx="1116012" cy="369332"/>
          </a:xfrm>
          <a:prstGeom prst="rect">
            <a:avLst/>
          </a:prstGeom>
          <a:noFill/>
        </p:spPr>
        <p:txBody>
          <a:bodyPr wrap="square" rtlCol="0">
            <a:spAutoFit/>
          </a:bodyPr>
          <a:lstStyle/>
          <a:p>
            <a:pPr algn="ctr"/>
            <a:r>
              <a:rPr lang="zh-CN" altLang="en-US" b="1" dirty="0">
                <a:solidFill>
                  <a:schemeClr val="bg1"/>
                </a:solidFill>
              </a:rPr>
              <a:t>结果讨论</a:t>
            </a:r>
            <a:endParaRPr lang="zh-CN" altLang="en-US" b="1" dirty="0">
              <a:solidFill>
                <a:schemeClr val="bg1"/>
              </a:solidFill>
            </a:endParaRPr>
          </a:p>
        </p:txBody>
      </p:sp>
      <p:sp>
        <p:nvSpPr>
          <p:cNvPr id="106" name="图形 103" descr="结论"/>
          <p:cNvSpPr/>
          <p:nvPr/>
        </p:nvSpPr>
        <p:spPr>
          <a:xfrm>
            <a:off x="3980989" y="3106854"/>
            <a:ext cx="536207" cy="571179"/>
          </a:xfrm>
          <a:custGeom>
            <a:avLst/>
            <a:gdLst>
              <a:gd name="connsiteX0" fmla="*/ 417287 w 536207"/>
              <a:gd name="connsiteY0" fmla="*/ 474857 h 571179"/>
              <a:gd name="connsiteX1" fmla="*/ 391401 w 536207"/>
              <a:gd name="connsiteY1" fmla="*/ 448969 h 571179"/>
              <a:gd name="connsiteX2" fmla="*/ 374216 w 536207"/>
              <a:gd name="connsiteY2" fmla="*/ 448969 h 571179"/>
              <a:gd name="connsiteX3" fmla="*/ 374216 w 536207"/>
              <a:gd name="connsiteY3" fmla="*/ 466156 h 571179"/>
              <a:gd name="connsiteX4" fmla="*/ 408730 w 536207"/>
              <a:gd name="connsiteY4" fmla="*/ 500674 h 571179"/>
              <a:gd name="connsiteX5" fmla="*/ 424623 w 536207"/>
              <a:gd name="connsiteY5" fmla="*/ 501799 h 571179"/>
              <a:gd name="connsiteX6" fmla="*/ 426013 w 536207"/>
              <a:gd name="connsiteY6" fmla="*/ 500600 h 571179"/>
              <a:gd name="connsiteX7" fmla="*/ 477526 w 536207"/>
              <a:gd name="connsiteY7" fmla="*/ 449090 h 571179"/>
              <a:gd name="connsiteX8" fmla="*/ 477526 w 536207"/>
              <a:gd name="connsiteY8" fmla="*/ 431856 h 571179"/>
              <a:gd name="connsiteX9" fmla="*/ 460292 w 536207"/>
              <a:gd name="connsiteY9" fmla="*/ 431856 h 571179"/>
              <a:gd name="connsiteX10" fmla="*/ 417287 w 536207"/>
              <a:gd name="connsiteY10" fmla="*/ 474857 h 571179"/>
              <a:gd name="connsiteX11" fmla="*/ 426530 w 536207"/>
              <a:gd name="connsiteY11" fmla="*/ 36458 h 571179"/>
              <a:gd name="connsiteX12" fmla="*/ 463090 w 536207"/>
              <a:gd name="connsiteY12" fmla="*/ 36458 h 571179"/>
              <a:gd name="connsiteX13" fmla="*/ 487464 w 536207"/>
              <a:gd name="connsiteY13" fmla="*/ 60831 h 571179"/>
              <a:gd name="connsiteX14" fmla="*/ 487464 w 536207"/>
              <a:gd name="connsiteY14" fmla="*/ 329195 h 571179"/>
              <a:gd name="connsiteX15" fmla="*/ 426530 w 536207"/>
              <a:gd name="connsiteY15" fmla="*/ 315974 h 571179"/>
              <a:gd name="connsiteX16" fmla="*/ 280291 w 536207"/>
              <a:gd name="connsiteY16" fmla="*/ 461805 h 571179"/>
              <a:gd name="connsiteX17" fmla="*/ 307736 w 536207"/>
              <a:gd name="connsiteY17" fmla="*/ 546875 h 571179"/>
              <a:gd name="connsiteX18" fmla="*/ 24373 w 536207"/>
              <a:gd name="connsiteY18" fmla="*/ 546875 h 571179"/>
              <a:gd name="connsiteX19" fmla="*/ 0 w 536207"/>
              <a:gd name="connsiteY19" fmla="*/ 522502 h 571179"/>
              <a:gd name="connsiteX20" fmla="*/ 0 w 536207"/>
              <a:gd name="connsiteY20" fmla="*/ 60831 h 571179"/>
              <a:gd name="connsiteX21" fmla="*/ 24373 w 536207"/>
              <a:gd name="connsiteY21" fmla="*/ 36458 h 571179"/>
              <a:gd name="connsiteX22" fmla="*/ 60933 w 536207"/>
              <a:gd name="connsiteY22" fmla="*/ 36458 h 571179"/>
              <a:gd name="connsiteX23" fmla="*/ 60933 w 536207"/>
              <a:gd name="connsiteY23" fmla="*/ 60628 h 571179"/>
              <a:gd name="connsiteX24" fmla="*/ 109679 w 536207"/>
              <a:gd name="connsiteY24" fmla="*/ 109375 h 571179"/>
              <a:gd name="connsiteX25" fmla="*/ 158425 w 536207"/>
              <a:gd name="connsiteY25" fmla="*/ 60628 h 571179"/>
              <a:gd name="connsiteX26" fmla="*/ 158425 w 536207"/>
              <a:gd name="connsiteY26" fmla="*/ 36458 h 571179"/>
              <a:gd name="connsiteX27" fmla="*/ 194985 w 536207"/>
              <a:gd name="connsiteY27" fmla="*/ 36458 h 571179"/>
              <a:gd name="connsiteX28" fmla="*/ 194985 w 536207"/>
              <a:gd name="connsiteY28" fmla="*/ 60628 h 571179"/>
              <a:gd name="connsiteX29" fmla="*/ 243731 w 536207"/>
              <a:gd name="connsiteY29" fmla="*/ 109375 h 571179"/>
              <a:gd name="connsiteX30" fmla="*/ 292479 w 536207"/>
              <a:gd name="connsiteY30" fmla="*/ 60628 h 571179"/>
              <a:gd name="connsiteX31" fmla="*/ 292479 w 536207"/>
              <a:gd name="connsiteY31" fmla="*/ 36458 h 571179"/>
              <a:gd name="connsiteX32" fmla="*/ 329037 w 536207"/>
              <a:gd name="connsiteY32" fmla="*/ 36458 h 571179"/>
              <a:gd name="connsiteX33" fmla="*/ 329037 w 536207"/>
              <a:gd name="connsiteY33" fmla="*/ 60628 h 571179"/>
              <a:gd name="connsiteX34" fmla="*/ 377782 w 536207"/>
              <a:gd name="connsiteY34" fmla="*/ 109375 h 571179"/>
              <a:gd name="connsiteX35" fmla="*/ 426530 w 536207"/>
              <a:gd name="connsiteY35" fmla="*/ 60628 h 571179"/>
              <a:gd name="connsiteX36" fmla="*/ 426530 w 536207"/>
              <a:gd name="connsiteY36" fmla="*/ 36458 h 571179"/>
              <a:gd name="connsiteX37" fmla="*/ 109679 w 536207"/>
              <a:gd name="connsiteY37" fmla="*/ 0 h 571179"/>
              <a:gd name="connsiteX38" fmla="*/ 134052 w 536207"/>
              <a:gd name="connsiteY38" fmla="*/ 24373 h 571179"/>
              <a:gd name="connsiteX39" fmla="*/ 134052 w 536207"/>
              <a:gd name="connsiteY39" fmla="*/ 60696 h 571179"/>
              <a:gd name="connsiteX40" fmla="*/ 109679 w 536207"/>
              <a:gd name="connsiteY40" fmla="*/ 85069 h 571179"/>
              <a:gd name="connsiteX41" fmla="*/ 85306 w 536207"/>
              <a:gd name="connsiteY41" fmla="*/ 60696 h 571179"/>
              <a:gd name="connsiteX42" fmla="*/ 85306 w 536207"/>
              <a:gd name="connsiteY42" fmla="*/ 24373 h 571179"/>
              <a:gd name="connsiteX43" fmla="*/ 109679 w 536207"/>
              <a:gd name="connsiteY43" fmla="*/ 0 h 571179"/>
              <a:gd name="connsiteX44" fmla="*/ 243731 w 536207"/>
              <a:gd name="connsiteY44" fmla="*/ 0 h 571179"/>
              <a:gd name="connsiteX45" fmla="*/ 268104 w 536207"/>
              <a:gd name="connsiteY45" fmla="*/ 24373 h 571179"/>
              <a:gd name="connsiteX46" fmla="*/ 268104 w 536207"/>
              <a:gd name="connsiteY46" fmla="*/ 60696 h 571179"/>
              <a:gd name="connsiteX47" fmla="*/ 243731 w 536207"/>
              <a:gd name="connsiteY47" fmla="*/ 85069 h 571179"/>
              <a:gd name="connsiteX48" fmla="*/ 219357 w 536207"/>
              <a:gd name="connsiteY48" fmla="*/ 60696 h 571179"/>
              <a:gd name="connsiteX49" fmla="*/ 219357 w 536207"/>
              <a:gd name="connsiteY49" fmla="*/ 24373 h 571179"/>
              <a:gd name="connsiteX50" fmla="*/ 243731 w 536207"/>
              <a:gd name="connsiteY50" fmla="*/ 0 h 571179"/>
              <a:gd name="connsiteX51" fmla="*/ 377782 w 536207"/>
              <a:gd name="connsiteY51" fmla="*/ 0 h 571179"/>
              <a:gd name="connsiteX52" fmla="*/ 402157 w 536207"/>
              <a:gd name="connsiteY52" fmla="*/ 24373 h 571179"/>
              <a:gd name="connsiteX53" fmla="*/ 402157 w 536207"/>
              <a:gd name="connsiteY53" fmla="*/ 60696 h 571179"/>
              <a:gd name="connsiteX54" fmla="*/ 377782 w 536207"/>
              <a:gd name="connsiteY54" fmla="*/ 85069 h 571179"/>
              <a:gd name="connsiteX55" fmla="*/ 353410 w 536207"/>
              <a:gd name="connsiteY55" fmla="*/ 60696 h 571179"/>
              <a:gd name="connsiteX56" fmla="*/ 353410 w 536207"/>
              <a:gd name="connsiteY56" fmla="*/ 24373 h 571179"/>
              <a:gd name="connsiteX57" fmla="*/ 377782 w 536207"/>
              <a:gd name="connsiteY57" fmla="*/ 0 h 571179"/>
              <a:gd name="connsiteX58" fmla="*/ 426530 w 536207"/>
              <a:gd name="connsiteY58" fmla="*/ 571179 h 571179"/>
              <a:gd name="connsiteX59" fmla="*/ 316851 w 536207"/>
              <a:gd name="connsiteY59" fmla="*/ 461805 h 571179"/>
              <a:gd name="connsiteX60" fmla="*/ 426530 w 536207"/>
              <a:gd name="connsiteY60" fmla="*/ 352429 h 571179"/>
              <a:gd name="connsiteX61" fmla="*/ 536208 w 536207"/>
              <a:gd name="connsiteY61" fmla="*/ 461805 h 571179"/>
              <a:gd name="connsiteX62" fmla="*/ 426530 w 536207"/>
              <a:gd name="connsiteY62" fmla="*/ 571179 h 571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536207" h="571179">
                <a:moveTo>
                  <a:pt x="417287" y="474857"/>
                </a:moveTo>
                <a:lnTo>
                  <a:pt x="391401" y="448969"/>
                </a:lnTo>
                <a:cubicBezTo>
                  <a:pt x="386657" y="444223"/>
                  <a:pt x="378960" y="444223"/>
                  <a:pt x="374216" y="448969"/>
                </a:cubicBezTo>
                <a:cubicBezTo>
                  <a:pt x="369468" y="453715"/>
                  <a:pt x="369468" y="461410"/>
                  <a:pt x="374216" y="466156"/>
                </a:cubicBezTo>
                <a:lnTo>
                  <a:pt x="408730" y="500674"/>
                </a:lnTo>
                <a:cubicBezTo>
                  <a:pt x="413065" y="505007"/>
                  <a:pt x="419861" y="505382"/>
                  <a:pt x="424623" y="501799"/>
                </a:cubicBezTo>
                <a:cubicBezTo>
                  <a:pt x="425109" y="501439"/>
                  <a:pt x="425573" y="501040"/>
                  <a:pt x="426013" y="500600"/>
                </a:cubicBezTo>
                <a:lnTo>
                  <a:pt x="477526" y="449090"/>
                </a:lnTo>
                <a:cubicBezTo>
                  <a:pt x="482285" y="444330"/>
                  <a:pt x="482285" y="436613"/>
                  <a:pt x="477526" y="431856"/>
                </a:cubicBezTo>
                <a:cubicBezTo>
                  <a:pt x="472767" y="427097"/>
                  <a:pt x="465051" y="427097"/>
                  <a:pt x="460292" y="431856"/>
                </a:cubicBezTo>
                <a:lnTo>
                  <a:pt x="417287" y="474857"/>
                </a:lnTo>
                <a:moveTo>
                  <a:pt x="426530" y="36458"/>
                </a:moveTo>
                <a:lnTo>
                  <a:pt x="463090" y="36458"/>
                </a:lnTo>
                <a:cubicBezTo>
                  <a:pt x="476551" y="36458"/>
                  <a:pt x="487464" y="47371"/>
                  <a:pt x="487464" y="60831"/>
                </a:cubicBezTo>
                <a:lnTo>
                  <a:pt x="487464" y="329195"/>
                </a:lnTo>
                <a:cubicBezTo>
                  <a:pt x="468914" y="320706"/>
                  <a:pt x="448277" y="315974"/>
                  <a:pt x="426530" y="315974"/>
                </a:cubicBezTo>
                <a:cubicBezTo>
                  <a:pt x="345764" y="315974"/>
                  <a:pt x="280291" y="381262"/>
                  <a:pt x="280291" y="461805"/>
                </a:cubicBezTo>
                <a:cubicBezTo>
                  <a:pt x="280291" y="493552"/>
                  <a:pt x="290465" y="522930"/>
                  <a:pt x="307736" y="546875"/>
                </a:cubicBezTo>
                <a:lnTo>
                  <a:pt x="24373" y="546875"/>
                </a:lnTo>
                <a:cubicBezTo>
                  <a:pt x="10912" y="546875"/>
                  <a:pt x="0" y="535962"/>
                  <a:pt x="0" y="522502"/>
                </a:cubicBezTo>
                <a:lnTo>
                  <a:pt x="0" y="60831"/>
                </a:lnTo>
                <a:cubicBezTo>
                  <a:pt x="0" y="47371"/>
                  <a:pt x="10912" y="36458"/>
                  <a:pt x="24373" y="36458"/>
                </a:cubicBezTo>
                <a:lnTo>
                  <a:pt x="60933" y="36458"/>
                </a:lnTo>
                <a:lnTo>
                  <a:pt x="60933" y="60628"/>
                </a:lnTo>
                <a:cubicBezTo>
                  <a:pt x="60933" y="87550"/>
                  <a:pt x="82757" y="109375"/>
                  <a:pt x="109679" y="109375"/>
                </a:cubicBezTo>
                <a:cubicBezTo>
                  <a:pt x="136601" y="109375"/>
                  <a:pt x="158425" y="87550"/>
                  <a:pt x="158425" y="60628"/>
                </a:cubicBezTo>
                <a:lnTo>
                  <a:pt x="158425" y="36458"/>
                </a:lnTo>
                <a:lnTo>
                  <a:pt x="194985" y="36458"/>
                </a:lnTo>
                <a:lnTo>
                  <a:pt x="194985" y="60628"/>
                </a:lnTo>
                <a:cubicBezTo>
                  <a:pt x="194985" y="87550"/>
                  <a:pt x="216809" y="109375"/>
                  <a:pt x="243731" y="109375"/>
                </a:cubicBezTo>
                <a:cubicBezTo>
                  <a:pt x="270654" y="109375"/>
                  <a:pt x="292479" y="87550"/>
                  <a:pt x="292479" y="60628"/>
                </a:cubicBezTo>
                <a:lnTo>
                  <a:pt x="292479" y="36458"/>
                </a:lnTo>
                <a:lnTo>
                  <a:pt x="329037" y="36458"/>
                </a:lnTo>
                <a:lnTo>
                  <a:pt x="329037" y="60628"/>
                </a:lnTo>
                <a:cubicBezTo>
                  <a:pt x="329037" y="87550"/>
                  <a:pt x="350860" y="109375"/>
                  <a:pt x="377782" y="109375"/>
                </a:cubicBezTo>
                <a:cubicBezTo>
                  <a:pt x="404707" y="109375"/>
                  <a:pt x="426530" y="87550"/>
                  <a:pt x="426530" y="60628"/>
                </a:cubicBezTo>
                <a:lnTo>
                  <a:pt x="426530" y="36458"/>
                </a:lnTo>
                <a:moveTo>
                  <a:pt x="109679" y="0"/>
                </a:moveTo>
                <a:cubicBezTo>
                  <a:pt x="123140" y="0"/>
                  <a:pt x="134052" y="10912"/>
                  <a:pt x="134052" y="24373"/>
                </a:cubicBezTo>
                <a:lnTo>
                  <a:pt x="134052" y="60696"/>
                </a:lnTo>
                <a:cubicBezTo>
                  <a:pt x="134052" y="74157"/>
                  <a:pt x="123140" y="85069"/>
                  <a:pt x="109679" y="85069"/>
                </a:cubicBezTo>
                <a:cubicBezTo>
                  <a:pt x="96218" y="85069"/>
                  <a:pt x="85306" y="74157"/>
                  <a:pt x="85306" y="60696"/>
                </a:cubicBezTo>
                <a:lnTo>
                  <a:pt x="85306" y="24373"/>
                </a:lnTo>
                <a:cubicBezTo>
                  <a:pt x="85306" y="10912"/>
                  <a:pt x="96218" y="0"/>
                  <a:pt x="109679" y="0"/>
                </a:cubicBezTo>
                <a:moveTo>
                  <a:pt x="243731" y="0"/>
                </a:moveTo>
                <a:cubicBezTo>
                  <a:pt x="257191" y="0"/>
                  <a:pt x="268104" y="10912"/>
                  <a:pt x="268104" y="24373"/>
                </a:cubicBezTo>
                <a:lnTo>
                  <a:pt x="268104" y="60696"/>
                </a:lnTo>
                <a:cubicBezTo>
                  <a:pt x="268104" y="74157"/>
                  <a:pt x="257191" y="85069"/>
                  <a:pt x="243731" y="85069"/>
                </a:cubicBezTo>
                <a:cubicBezTo>
                  <a:pt x="230270" y="85069"/>
                  <a:pt x="219357" y="74157"/>
                  <a:pt x="219357" y="60696"/>
                </a:cubicBezTo>
                <a:lnTo>
                  <a:pt x="219357" y="24373"/>
                </a:lnTo>
                <a:cubicBezTo>
                  <a:pt x="219357" y="10912"/>
                  <a:pt x="230270" y="0"/>
                  <a:pt x="243731" y="0"/>
                </a:cubicBezTo>
                <a:moveTo>
                  <a:pt x="377782" y="0"/>
                </a:moveTo>
                <a:cubicBezTo>
                  <a:pt x="391242" y="0"/>
                  <a:pt x="402157" y="10912"/>
                  <a:pt x="402157" y="24373"/>
                </a:cubicBezTo>
                <a:lnTo>
                  <a:pt x="402157" y="60696"/>
                </a:lnTo>
                <a:cubicBezTo>
                  <a:pt x="402157" y="74157"/>
                  <a:pt x="391242" y="85069"/>
                  <a:pt x="377782" y="85069"/>
                </a:cubicBezTo>
                <a:cubicBezTo>
                  <a:pt x="364321" y="85069"/>
                  <a:pt x="353410" y="74157"/>
                  <a:pt x="353410" y="60696"/>
                </a:cubicBezTo>
                <a:lnTo>
                  <a:pt x="353410" y="24373"/>
                </a:lnTo>
                <a:cubicBezTo>
                  <a:pt x="353410" y="10912"/>
                  <a:pt x="364321" y="0"/>
                  <a:pt x="377782" y="0"/>
                </a:cubicBezTo>
                <a:moveTo>
                  <a:pt x="426530" y="571179"/>
                </a:moveTo>
                <a:cubicBezTo>
                  <a:pt x="365956" y="571179"/>
                  <a:pt x="316851" y="522209"/>
                  <a:pt x="316851" y="461805"/>
                </a:cubicBezTo>
                <a:cubicBezTo>
                  <a:pt x="316851" y="401398"/>
                  <a:pt x="365956" y="352429"/>
                  <a:pt x="426530" y="352429"/>
                </a:cubicBezTo>
                <a:cubicBezTo>
                  <a:pt x="487104" y="352429"/>
                  <a:pt x="536208" y="401398"/>
                  <a:pt x="536208" y="461805"/>
                </a:cubicBezTo>
                <a:cubicBezTo>
                  <a:pt x="536208" y="522209"/>
                  <a:pt x="487104" y="571179"/>
                  <a:pt x="426530" y="571179"/>
                </a:cubicBezTo>
              </a:path>
            </a:pathLst>
          </a:custGeom>
          <a:solidFill>
            <a:schemeClr val="bg1"/>
          </a:solidFill>
          <a:ln w="2195" cap="flat">
            <a:noFill/>
            <a:prstDash val="solid"/>
            <a:miter/>
          </a:ln>
        </p:spPr>
        <p:txBody>
          <a:bodyPr rtlCol="0" anchor="ctr"/>
          <a:lstStyle/>
          <a:p>
            <a:endParaRPr lang="zh-CN"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542925" y="1657350"/>
            <a:ext cx="1828800" cy="523220"/>
          </a:xfrm>
          <a:prstGeom prst="rect">
            <a:avLst/>
          </a:prstGeom>
          <a:noFill/>
        </p:spPr>
        <p:txBody>
          <a:bodyPr wrap="square" rtlCol="0">
            <a:spAutoFit/>
          </a:bodyPr>
          <a:lstStyle/>
          <a:p>
            <a:r>
              <a:rPr lang="zh-CN" altLang="en-US" sz="2800" b="1" dirty="0">
                <a:solidFill>
                  <a:sysClr val="windowText" lastClr="000000"/>
                </a:solidFill>
                <a:latin typeface="微软雅黑" panose="020B0503020204020204" pitchFamily="34" charset="-122"/>
                <a:ea typeface="微软雅黑" panose="020B0503020204020204" pitchFamily="34" charset="-122"/>
              </a:rPr>
              <a:t>研究背景</a:t>
            </a:r>
            <a:endParaRPr lang="zh-CN" altLang="en-US" sz="2800" b="1" dirty="0">
              <a:solidFill>
                <a:sysClr val="windowText" lastClr="000000"/>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2" y="5522661"/>
            <a:ext cx="2867026" cy="921872"/>
            <a:chOff x="-2" y="1537960"/>
            <a:chExt cx="2867026" cy="921872"/>
          </a:xfrm>
        </p:grpSpPr>
        <p:sp>
          <p:nvSpPr>
            <p:cNvPr id="11" name="矩形 10"/>
            <p:cNvSpPr/>
            <p:nvPr/>
          </p:nvSpPr>
          <p:spPr>
            <a:xfrm>
              <a:off x="-1" y="1537960"/>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直角三角形 11"/>
            <p:cNvSpPr/>
            <p:nvPr/>
          </p:nvSpPr>
          <p:spPr>
            <a:xfrm rot="10800000">
              <a:off x="-2" y="2299960"/>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 name="文本框 13"/>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endParaRPr lang="zh-CN" altLang="en-US" sz="4800" b="1" dirty="0">
              <a:solidFill>
                <a:schemeClr val="accent1"/>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542925" y="2650331"/>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目的与意义</a:t>
            </a:r>
            <a:endParaRPr lang="zh-CN" altLang="en-US" sz="2800" b="1" dirty="0">
              <a:latin typeface="微软雅黑" panose="020B0503020204020204" pitchFamily="34" charset="-122"/>
              <a:ea typeface="微软雅黑" panose="020B0503020204020204" pitchFamily="34" charset="-122"/>
            </a:endParaRPr>
          </a:p>
        </p:txBody>
      </p:sp>
      <p:sp>
        <p:nvSpPr>
          <p:cNvPr id="8" name="文本框 7"/>
          <p:cNvSpPr txBox="1"/>
          <p:nvPr/>
        </p:nvSpPr>
        <p:spPr>
          <a:xfrm>
            <a:off x="542925" y="3643312"/>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方法与过程</a:t>
            </a:r>
            <a:endParaRPr lang="zh-CN" altLang="en-US" sz="2800" b="1" dirty="0">
              <a:latin typeface="微软雅黑" panose="020B0503020204020204" pitchFamily="34" charset="-122"/>
              <a:ea typeface="微软雅黑" panose="020B0503020204020204" pitchFamily="34" charset="-122"/>
            </a:endParaRPr>
          </a:p>
        </p:txBody>
      </p:sp>
      <p:sp>
        <p:nvSpPr>
          <p:cNvPr id="9" name="文本框 8"/>
          <p:cNvSpPr txBox="1"/>
          <p:nvPr/>
        </p:nvSpPr>
        <p:spPr>
          <a:xfrm>
            <a:off x="542925" y="4636293"/>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结果与分析</a:t>
            </a:r>
            <a:endParaRPr lang="zh-CN" altLang="en-US" sz="2800" b="1"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542925" y="5629275"/>
            <a:ext cx="2019300"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总结与讨论</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5" name="矩形 4"/>
          <p:cNvSpPr/>
          <p:nvPr/>
        </p:nvSpPr>
        <p:spPr>
          <a:xfrm>
            <a:off x="3396996" y="797947"/>
            <a:ext cx="8316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3403600" y="162578"/>
            <a:ext cx="45085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参考文献</a:t>
            </a:r>
            <a:endParaRPr lang="zh-CN" altLang="en-US" sz="2800" b="1" dirty="0">
              <a:latin typeface="微软雅黑" panose="020B0503020204020204" pitchFamily="34" charset="-122"/>
              <a:ea typeface="微软雅黑" panose="020B0503020204020204" pitchFamily="34" charset="-122"/>
            </a:endParaRPr>
          </a:p>
        </p:txBody>
      </p:sp>
      <p:sp>
        <p:nvSpPr>
          <p:cNvPr id="13" name="矩形 12"/>
          <p:cNvSpPr/>
          <p:nvPr/>
        </p:nvSpPr>
        <p:spPr>
          <a:xfrm>
            <a:off x="3324224" y="1303019"/>
            <a:ext cx="8388772" cy="5050156"/>
          </a:xfrm>
          <a:prstGeom prst="rect">
            <a:avLst/>
          </a:prstGeom>
          <a:solidFill>
            <a:schemeClr val="bg1"/>
          </a:solidFill>
          <a:ln>
            <a:noFill/>
          </a:ln>
          <a:effectLst>
            <a:outerShdw blurRad="127000" sx="102000" sy="102000" algn="ctr" rotWithShape="0">
              <a:schemeClr val="bg1">
                <a:lumMod val="8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3476625" y="1466850"/>
            <a:ext cx="8096250" cy="4635693"/>
          </a:xfrm>
          <a:prstGeom prst="rect">
            <a:avLst/>
          </a:prstGeom>
          <a:noFill/>
        </p:spPr>
        <p:txBody>
          <a:bodyPr wrap="square" rtlCol="0">
            <a:spAutoFit/>
          </a:bodyPr>
          <a:lstStyle/>
          <a:p>
            <a:pPr>
              <a:lnSpc>
                <a:spcPts val="4000"/>
              </a:lnSpc>
            </a:pPr>
            <a:r>
              <a:rPr lang="en-US" altLang="zh-CN" dirty="0"/>
              <a:t>[1]</a:t>
            </a:r>
            <a:r>
              <a:rPr lang="zh-CN" altLang="en-US" dirty="0"/>
              <a:t>期刊作者。文献题名 </a:t>
            </a:r>
            <a:r>
              <a:rPr lang="en-US" altLang="zh-CN" dirty="0"/>
              <a:t>[J]. </a:t>
            </a:r>
            <a:r>
              <a:rPr lang="zh-CN" altLang="en-US" dirty="0"/>
              <a:t>刊名，年，卷 </a:t>
            </a:r>
            <a:r>
              <a:rPr lang="en-US" altLang="zh-CN" dirty="0"/>
              <a:t>(</a:t>
            </a:r>
            <a:r>
              <a:rPr lang="zh-CN" altLang="en-US" dirty="0"/>
              <a:t>期</a:t>
            </a:r>
            <a:r>
              <a:rPr lang="en-US" altLang="zh-CN" dirty="0"/>
              <a:t>)</a:t>
            </a:r>
            <a:r>
              <a:rPr lang="zh-CN" altLang="en-US" dirty="0"/>
              <a:t>：起止页码</a:t>
            </a:r>
            <a:r>
              <a:rPr lang="en-US" altLang="zh-CN" dirty="0"/>
              <a:t>.</a:t>
            </a:r>
            <a:endParaRPr lang="en-US" altLang="zh-CN" dirty="0"/>
          </a:p>
          <a:p>
            <a:pPr>
              <a:lnSpc>
                <a:spcPts val="4000"/>
              </a:lnSpc>
            </a:pPr>
            <a:r>
              <a:rPr lang="en-US" altLang="zh-CN" dirty="0"/>
              <a:t>[2]</a:t>
            </a:r>
            <a:r>
              <a:rPr lang="zh-CN" altLang="en-US" dirty="0"/>
              <a:t>专著作者。文献题名 </a:t>
            </a:r>
            <a:r>
              <a:rPr lang="en-US" altLang="zh-CN" dirty="0"/>
              <a:t>[M]. </a:t>
            </a:r>
            <a:r>
              <a:rPr lang="zh-CN" altLang="en-US" dirty="0"/>
              <a:t>出版地：出版者，出版年：起止页码 </a:t>
            </a:r>
            <a:r>
              <a:rPr lang="en-US" altLang="zh-CN" dirty="0"/>
              <a:t>(</a:t>
            </a:r>
            <a:r>
              <a:rPr lang="zh-CN" altLang="en-US" dirty="0"/>
              <a:t>可选</a:t>
            </a:r>
            <a:r>
              <a:rPr lang="en-US" altLang="zh-CN" dirty="0"/>
              <a:t>).</a:t>
            </a:r>
            <a:endParaRPr lang="en-US" altLang="zh-CN" dirty="0"/>
          </a:p>
          <a:p>
            <a:pPr>
              <a:lnSpc>
                <a:spcPts val="4000"/>
              </a:lnSpc>
            </a:pPr>
            <a:r>
              <a:rPr lang="en-US" altLang="zh-CN" dirty="0"/>
              <a:t>[3]</a:t>
            </a:r>
            <a:r>
              <a:rPr lang="zh-CN" altLang="en-US" dirty="0"/>
              <a:t>论文集作者。题名 </a:t>
            </a:r>
            <a:r>
              <a:rPr lang="en-US" altLang="zh-CN" dirty="0"/>
              <a:t>[C]. </a:t>
            </a:r>
            <a:r>
              <a:rPr lang="zh-CN" altLang="en-US" dirty="0"/>
              <a:t>出版地：出版者，出版年：起止页码</a:t>
            </a:r>
            <a:r>
              <a:rPr lang="en-US" altLang="zh-CN" dirty="0"/>
              <a:t>.</a:t>
            </a:r>
            <a:endParaRPr lang="en-US" altLang="zh-CN" dirty="0"/>
          </a:p>
          <a:p>
            <a:pPr>
              <a:lnSpc>
                <a:spcPts val="4000"/>
              </a:lnSpc>
            </a:pPr>
            <a:r>
              <a:rPr lang="en-US" altLang="zh-CN" dirty="0"/>
              <a:t>[4] </a:t>
            </a:r>
            <a:r>
              <a:rPr lang="zh-CN" altLang="en-US" dirty="0"/>
              <a:t>学位论文作者。文献题名 </a:t>
            </a:r>
            <a:r>
              <a:rPr lang="en-US" altLang="zh-CN" dirty="0"/>
              <a:t>[D]. </a:t>
            </a:r>
            <a:r>
              <a:rPr lang="zh-CN" altLang="en-US" dirty="0"/>
              <a:t>保存地：保存单位，年份</a:t>
            </a:r>
            <a:r>
              <a:rPr lang="en-US" altLang="zh-CN" dirty="0"/>
              <a:t>.</a:t>
            </a:r>
            <a:endParaRPr lang="en-US" altLang="zh-CN" dirty="0"/>
          </a:p>
          <a:p>
            <a:pPr>
              <a:lnSpc>
                <a:spcPts val="4000"/>
              </a:lnSpc>
            </a:pPr>
            <a:r>
              <a:rPr lang="en-US" altLang="zh-CN" dirty="0"/>
              <a:t>[5]</a:t>
            </a:r>
            <a:r>
              <a:rPr lang="zh-CN" altLang="en-US" dirty="0"/>
              <a:t>报告作者。文献题名 </a:t>
            </a:r>
            <a:r>
              <a:rPr lang="en-US" altLang="zh-CN" dirty="0"/>
              <a:t>[R]. </a:t>
            </a:r>
            <a:r>
              <a:rPr lang="zh-CN" altLang="en-US" dirty="0"/>
              <a:t>报告地：报告单位，年份</a:t>
            </a:r>
            <a:r>
              <a:rPr lang="en-US" altLang="zh-CN" dirty="0"/>
              <a:t>.</a:t>
            </a:r>
            <a:endParaRPr lang="en-US" altLang="zh-CN" dirty="0"/>
          </a:p>
          <a:p>
            <a:pPr>
              <a:lnSpc>
                <a:spcPts val="4000"/>
              </a:lnSpc>
            </a:pPr>
            <a:r>
              <a:rPr lang="en-US" altLang="zh-CN" dirty="0"/>
              <a:t>[6]</a:t>
            </a:r>
            <a:r>
              <a:rPr lang="zh-CN" altLang="en-US" dirty="0"/>
              <a:t>专利所有者。专利题名 </a:t>
            </a:r>
            <a:r>
              <a:rPr lang="en-US" altLang="zh-CN" dirty="0"/>
              <a:t>[P]. </a:t>
            </a:r>
            <a:r>
              <a:rPr lang="zh-CN" altLang="en-US" dirty="0"/>
              <a:t>专利国别：专利号，发布日期</a:t>
            </a:r>
            <a:r>
              <a:rPr lang="en-US" altLang="zh-CN" dirty="0"/>
              <a:t>.</a:t>
            </a:r>
            <a:endParaRPr lang="en-US" altLang="zh-CN" dirty="0"/>
          </a:p>
          <a:p>
            <a:pPr>
              <a:lnSpc>
                <a:spcPts val="4000"/>
              </a:lnSpc>
            </a:pPr>
            <a:r>
              <a:rPr lang="en-US" altLang="zh-CN" dirty="0"/>
              <a:t>[7]</a:t>
            </a:r>
            <a:r>
              <a:rPr lang="zh-CN" altLang="en-US" dirty="0"/>
              <a:t>国际、国家标准代号，标准名称 </a:t>
            </a:r>
            <a:r>
              <a:rPr lang="en-US" altLang="zh-CN" dirty="0"/>
              <a:t>[S]. </a:t>
            </a:r>
            <a:r>
              <a:rPr lang="zh-CN" altLang="en-US" dirty="0"/>
              <a:t>出版地：出版者，出版年</a:t>
            </a:r>
            <a:r>
              <a:rPr lang="en-US" altLang="zh-CN" dirty="0"/>
              <a:t>.</a:t>
            </a:r>
            <a:endParaRPr lang="en-US" altLang="zh-CN" dirty="0"/>
          </a:p>
          <a:p>
            <a:pPr>
              <a:lnSpc>
                <a:spcPts val="4000"/>
              </a:lnSpc>
            </a:pPr>
            <a:r>
              <a:rPr lang="en-US" altLang="zh-CN" dirty="0"/>
              <a:t>[8]</a:t>
            </a:r>
            <a:r>
              <a:rPr lang="zh-CN" altLang="en-US" dirty="0"/>
              <a:t>报纸文章作者。文献题名 </a:t>
            </a:r>
            <a:r>
              <a:rPr lang="en-US" altLang="zh-CN" dirty="0"/>
              <a:t>[N]. </a:t>
            </a:r>
            <a:r>
              <a:rPr lang="zh-CN" altLang="en-US" dirty="0"/>
              <a:t>报纸名，出版日期 </a:t>
            </a:r>
            <a:r>
              <a:rPr lang="en-US" altLang="zh-CN" dirty="0"/>
              <a:t>(</a:t>
            </a:r>
            <a:r>
              <a:rPr lang="zh-CN" altLang="en-US" dirty="0"/>
              <a:t>版次</a:t>
            </a:r>
            <a:r>
              <a:rPr lang="en-US" altLang="zh-CN" dirty="0"/>
              <a:t>).</a:t>
            </a:r>
            <a:endParaRPr lang="en-US" altLang="zh-CN" dirty="0"/>
          </a:p>
          <a:p>
            <a:pPr>
              <a:lnSpc>
                <a:spcPts val="4000"/>
              </a:lnSpc>
            </a:pPr>
            <a:r>
              <a:rPr lang="en-US" altLang="zh-CN" dirty="0"/>
              <a:t>[9]</a:t>
            </a:r>
            <a:r>
              <a:rPr lang="zh-CN" altLang="en-US" dirty="0"/>
              <a:t>电子文献作者。题名 </a:t>
            </a:r>
            <a:r>
              <a:rPr lang="en-US" altLang="zh-CN" dirty="0"/>
              <a:t>[</a:t>
            </a:r>
            <a:r>
              <a:rPr lang="zh-CN" altLang="en-US" dirty="0"/>
              <a:t>电子文献及载体类型标识</a:t>
            </a:r>
            <a:r>
              <a:rPr lang="en-US" altLang="zh-CN" dirty="0"/>
              <a:t>]. </a:t>
            </a:r>
            <a:r>
              <a:rPr lang="zh-CN" altLang="en-US" dirty="0"/>
              <a:t>文献出处</a:t>
            </a:r>
            <a:r>
              <a:rPr lang="en-US" altLang="zh-CN" dirty="0"/>
              <a:t>. </a:t>
            </a:r>
            <a:r>
              <a:rPr lang="zh-CN" altLang="en-US" dirty="0"/>
              <a:t>日期</a:t>
            </a:r>
            <a:endParaRPr lang="zh-CN" alt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0" y="2273300"/>
            <a:ext cx="12192000" cy="23622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101600" y="2603500"/>
            <a:ext cx="11988800" cy="1231106"/>
          </a:xfrm>
          <a:prstGeom prst="rect">
            <a:avLst/>
          </a:prstGeom>
          <a:noFill/>
        </p:spPr>
        <p:txBody>
          <a:bodyPr wrap="square" rtlCol="0">
            <a:spAutoFit/>
          </a:bodyPr>
          <a:lstStyle/>
          <a:p>
            <a:pPr algn="ctr"/>
            <a:r>
              <a:rPr lang="zh-CN" altLang="en-US" sz="5400" b="1" dirty="0">
                <a:solidFill>
                  <a:schemeClr val="bg1"/>
                </a:solidFill>
                <a:latin typeface="微软雅黑" panose="020B0503020204020204" pitchFamily="34" charset="-122"/>
                <a:ea typeface="微软雅黑" panose="020B0503020204020204" pitchFamily="34" charset="-122"/>
              </a:rPr>
              <a:t>恳请各位老师批评指正</a:t>
            </a:r>
            <a:endParaRPr lang="en-US" altLang="zh-CN" sz="5400" b="1" dirty="0">
              <a:solidFill>
                <a:schemeClr val="bg1"/>
              </a:solidFill>
              <a:latin typeface="微软雅黑" panose="020B0503020204020204" pitchFamily="34" charset="-122"/>
              <a:ea typeface="微软雅黑" panose="020B0503020204020204" pitchFamily="34" charset="-122"/>
            </a:endParaRPr>
          </a:p>
          <a:p>
            <a:pPr algn="ctr"/>
            <a:r>
              <a:rPr lang="en-US" altLang="zh-CN" sz="2000" dirty="0">
                <a:solidFill>
                  <a:schemeClr val="bg1"/>
                </a:solidFill>
                <a:latin typeface="微软雅黑" panose="020B0503020204020204" pitchFamily="34" charset="-122"/>
                <a:ea typeface="微软雅黑" panose="020B0503020204020204" pitchFamily="34" charset="-122"/>
              </a:rPr>
              <a:t>Please criticize and correct me, teachers</a:t>
            </a:r>
            <a:endParaRPr lang="en-US" altLang="zh-CN" sz="3200" dirty="0">
              <a:solidFill>
                <a:schemeClr val="bg1"/>
              </a:solidFill>
              <a:latin typeface="微软雅黑" panose="020B0503020204020204" pitchFamily="34" charset="-122"/>
              <a:ea typeface="微软雅黑" panose="020B0503020204020204" pitchFamily="34" charset="-122"/>
            </a:endParaRPr>
          </a:p>
        </p:txBody>
      </p:sp>
      <p:pic>
        <p:nvPicPr>
          <p:cNvPr id="11" name="图片 10" descr="C:/Users/86175/Desktop/校徽+校名.png校徽+校名"/>
          <p:cNvPicPr/>
          <p:nvPr/>
        </p:nvPicPr>
        <p:blipFill>
          <a:blip r:embed="rId1"/>
          <a:srcRect l="-8267" r="-15538" b="-5365"/>
          <a:stretch>
            <a:fillRect/>
          </a:stretch>
        </p:blipFill>
        <p:spPr>
          <a:xfrm>
            <a:off x="4095750" y="622935"/>
            <a:ext cx="4249420" cy="1109980"/>
          </a:xfrm>
          <a:prstGeom prst="rect">
            <a:avLst/>
          </a:prstGeom>
        </p:spPr>
      </p:pic>
      <p:sp>
        <p:nvSpPr>
          <p:cNvPr id="17" name="矩形: 圆角 16"/>
          <p:cNvSpPr/>
          <p:nvPr/>
        </p:nvSpPr>
        <p:spPr>
          <a:xfrm>
            <a:off x="495300" y="304800"/>
            <a:ext cx="7920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圆角 18"/>
          <p:cNvSpPr/>
          <p:nvPr/>
        </p:nvSpPr>
        <p:spPr>
          <a:xfrm>
            <a:off x="495300" y="485140"/>
            <a:ext cx="12827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圆角 19"/>
          <p:cNvSpPr/>
          <p:nvPr/>
        </p:nvSpPr>
        <p:spPr>
          <a:xfrm>
            <a:off x="495300" y="665480"/>
            <a:ext cx="5400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圆角 22"/>
          <p:cNvSpPr/>
          <p:nvPr/>
        </p:nvSpPr>
        <p:spPr>
          <a:xfrm flipH="1">
            <a:off x="10866600" y="6121400"/>
            <a:ext cx="7920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角 23"/>
          <p:cNvSpPr/>
          <p:nvPr/>
        </p:nvSpPr>
        <p:spPr>
          <a:xfrm flipH="1">
            <a:off x="10375900" y="6301740"/>
            <a:ext cx="12827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圆角 24"/>
          <p:cNvSpPr/>
          <p:nvPr/>
        </p:nvSpPr>
        <p:spPr>
          <a:xfrm flipH="1">
            <a:off x="11118600" y="6482080"/>
            <a:ext cx="5400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6" name="直接连接符 25"/>
          <p:cNvCxnSpPr/>
          <p:nvPr/>
        </p:nvCxnSpPr>
        <p:spPr>
          <a:xfrm>
            <a:off x="1127878" y="4238625"/>
            <a:ext cx="9936245"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1016038" y="5345462"/>
            <a:ext cx="309863" cy="309863"/>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p:cNvSpPr txBox="1"/>
          <p:nvPr/>
        </p:nvSpPr>
        <p:spPr>
          <a:xfrm>
            <a:off x="1338416" y="5300338"/>
            <a:ext cx="2433411" cy="398780"/>
          </a:xfrm>
          <a:prstGeom prst="rect">
            <a:avLst/>
          </a:prstGeom>
          <a:noFill/>
        </p:spPr>
        <p:txBody>
          <a:bodyPr wrap="square" rtlCol="0">
            <a:spAutoFit/>
          </a:bodyPr>
          <a:lstStyle/>
          <a:p>
            <a:r>
              <a:rPr lang="zh-CN" altLang="en-US" sz="2000" b="1" dirty="0">
                <a:solidFill>
                  <a:schemeClr val="accent1"/>
                </a:solidFill>
                <a:latin typeface="微软雅黑" panose="020B0503020204020204" pitchFamily="34" charset="-122"/>
                <a:ea typeface="微软雅黑" panose="020B0503020204020204" pitchFamily="34" charset="-122"/>
              </a:rPr>
              <a:t>答辩人：小云集市</a:t>
            </a:r>
            <a:endParaRPr lang="zh-CN" altLang="en-US" sz="2000" b="1" dirty="0">
              <a:solidFill>
                <a:schemeClr val="accent1"/>
              </a:solidFill>
              <a:latin typeface="微软雅黑" panose="020B0503020204020204" pitchFamily="34" charset="-122"/>
              <a:ea typeface="微软雅黑" panose="020B0503020204020204" pitchFamily="34" charset="-122"/>
            </a:endParaRPr>
          </a:p>
        </p:txBody>
      </p:sp>
      <p:sp>
        <p:nvSpPr>
          <p:cNvPr id="36" name="椭圆 35"/>
          <p:cNvSpPr/>
          <p:nvPr/>
        </p:nvSpPr>
        <p:spPr>
          <a:xfrm>
            <a:off x="4568738" y="5345593"/>
            <a:ext cx="309600" cy="3096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p:nvSpPr>
        <p:spPr>
          <a:xfrm>
            <a:off x="4858821" y="5300338"/>
            <a:ext cx="2604161" cy="398780"/>
          </a:xfrm>
          <a:prstGeom prst="rect">
            <a:avLst/>
          </a:prstGeom>
          <a:noFill/>
        </p:spPr>
        <p:txBody>
          <a:bodyPr wrap="square" rtlCol="0">
            <a:spAutoFit/>
          </a:bodyPr>
          <a:lstStyle/>
          <a:p>
            <a:r>
              <a:rPr lang="zh-CN" altLang="en-US" sz="2000" b="1" dirty="0">
                <a:solidFill>
                  <a:schemeClr val="accent1"/>
                </a:solidFill>
                <a:latin typeface="微软雅黑" panose="020B0503020204020204" pitchFamily="34" charset="-122"/>
                <a:ea typeface="微软雅黑" panose="020B0503020204020204" pitchFamily="34" charset="-122"/>
              </a:rPr>
              <a:t>导师：大云集市</a:t>
            </a:r>
            <a:endParaRPr lang="zh-CN" altLang="en-US" sz="2000" b="1" dirty="0">
              <a:solidFill>
                <a:schemeClr val="accent1"/>
              </a:solidFill>
              <a:latin typeface="微软雅黑" panose="020B0503020204020204" pitchFamily="34" charset="-122"/>
              <a:ea typeface="微软雅黑" panose="020B0503020204020204" pitchFamily="34" charset="-122"/>
            </a:endParaRPr>
          </a:p>
        </p:txBody>
      </p:sp>
      <p:sp>
        <p:nvSpPr>
          <p:cNvPr id="37" name="椭圆 36"/>
          <p:cNvSpPr/>
          <p:nvPr/>
        </p:nvSpPr>
        <p:spPr>
          <a:xfrm>
            <a:off x="8089143" y="5345593"/>
            <a:ext cx="309600" cy="3096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框 31"/>
          <p:cNvSpPr txBox="1"/>
          <p:nvPr/>
        </p:nvSpPr>
        <p:spPr>
          <a:xfrm>
            <a:off x="8398743" y="5300338"/>
            <a:ext cx="2777219" cy="400110"/>
          </a:xfrm>
          <a:prstGeom prst="rect">
            <a:avLst/>
          </a:prstGeom>
          <a:noFill/>
        </p:spPr>
        <p:txBody>
          <a:bodyPr wrap="square" rtlCol="0">
            <a:spAutoFit/>
          </a:bodyPr>
          <a:lstStyle/>
          <a:p>
            <a:r>
              <a:rPr lang="zh-CN" altLang="en-US" sz="2000" b="1" dirty="0">
                <a:solidFill>
                  <a:schemeClr val="accent1"/>
                </a:solidFill>
                <a:latin typeface="微软雅黑" panose="020B0503020204020204" pitchFamily="34" charset="-122"/>
                <a:ea typeface="微软雅黑" panose="020B0503020204020204" pitchFamily="34" charset="-122"/>
              </a:rPr>
              <a:t>时间：</a:t>
            </a:r>
            <a:r>
              <a:rPr lang="en-US" altLang="zh-CN" sz="2000" b="1" dirty="0">
                <a:solidFill>
                  <a:schemeClr val="accent1"/>
                </a:solidFill>
                <a:latin typeface="微软雅黑" panose="020B0503020204020204" pitchFamily="34" charset="-122"/>
                <a:ea typeface="微软雅黑" panose="020B0503020204020204" pitchFamily="34" charset="-122"/>
              </a:rPr>
              <a:t>20XX.XX.XX</a:t>
            </a:r>
            <a:endParaRPr lang="zh-CN" altLang="en-US" sz="2000" b="1" dirty="0">
              <a:solidFill>
                <a:schemeClr val="accent1"/>
              </a:solidFill>
              <a:latin typeface="微软雅黑" panose="020B0503020204020204" pitchFamily="34" charset="-122"/>
              <a:ea typeface="微软雅黑" panose="020B0503020204020204" pitchFamily="34" charset="-122"/>
            </a:endParaRPr>
          </a:p>
        </p:txBody>
      </p:sp>
      <p:sp>
        <p:nvSpPr>
          <p:cNvPr id="2" name="图形 26" descr="博士帽"/>
          <p:cNvSpPr/>
          <p:nvPr/>
        </p:nvSpPr>
        <p:spPr>
          <a:xfrm>
            <a:off x="1046600" y="5418577"/>
            <a:ext cx="248739" cy="163630"/>
          </a:xfrm>
          <a:custGeom>
            <a:avLst/>
            <a:gdLst>
              <a:gd name="connsiteX0" fmla="*/ 45340 w 248739"/>
              <a:gd name="connsiteY0" fmla="*/ 146026 h 163630"/>
              <a:gd name="connsiteX1" fmla="*/ 133235 w 248739"/>
              <a:gd name="connsiteY1" fmla="*/ 163631 h 163630"/>
              <a:gd name="connsiteX2" fmla="*/ 218597 w 248739"/>
              <a:gd name="connsiteY2" fmla="*/ 143493 h 163630"/>
              <a:gd name="connsiteX3" fmla="*/ 218597 w 248739"/>
              <a:gd name="connsiteY3" fmla="*/ 58005 h 163630"/>
              <a:gd name="connsiteX4" fmla="*/ 133235 w 248739"/>
              <a:gd name="connsiteY4" fmla="*/ 70544 h 163630"/>
              <a:gd name="connsiteX5" fmla="*/ 45340 w 248739"/>
              <a:gd name="connsiteY5" fmla="*/ 58005 h 163630"/>
              <a:gd name="connsiteX6" fmla="*/ 45340 w 248739"/>
              <a:gd name="connsiteY6" fmla="*/ 146026 h 163630"/>
              <a:gd name="connsiteX7" fmla="*/ 248739 w 248739"/>
              <a:gd name="connsiteY7" fmla="*/ 20137 h 163630"/>
              <a:gd name="connsiteX8" fmla="*/ 248739 w 248739"/>
              <a:gd name="connsiteY8" fmla="*/ 42807 h 163630"/>
              <a:gd name="connsiteX9" fmla="*/ 133235 w 248739"/>
              <a:gd name="connsiteY9" fmla="*/ 60539 h 163630"/>
              <a:gd name="connsiteX10" fmla="*/ 17604 w 248739"/>
              <a:gd name="connsiteY10" fmla="*/ 42807 h 163630"/>
              <a:gd name="connsiteX11" fmla="*/ 17604 w 248739"/>
              <a:gd name="connsiteY11" fmla="*/ 85615 h 163630"/>
              <a:gd name="connsiteX12" fmla="*/ 22670 w 248739"/>
              <a:gd name="connsiteY12" fmla="*/ 93214 h 163630"/>
              <a:gd name="connsiteX13" fmla="*/ 12665 w 248739"/>
              <a:gd name="connsiteY13" fmla="*/ 103219 h 163630"/>
              <a:gd name="connsiteX14" fmla="*/ 5066 w 248739"/>
              <a:gd name="connsiteY14" fmla="*/ 93214 h 163630"/>
              <a:gd name="connsiteX15" fmla="*/ 10132 w 248739"/>
              <a:gd name="connsiteY15" fmla="*/ 85615 h 163630"/>
              <a:gd name="connsiteX16" fmla="*/ 10132 w 248739"/>
              <a:gd name="connsiteY16" fmla="*/ 20137 h 163630"/>
              <a:gd name="connsiteX17" fmla="*/ 133235 w 248739"/>
              <a:gd name="connsiteY17" fmla="*/ 0 h 163630"/>
              <a:gd name="connsiteX18" fmla="*/ 248739 w 248739"/>
              <a:gd name="connsiteY18" fmla="*/ 20137 h 163630"/>
              <a:gd name="connsiteX19" fmla="*/ 20137 w 248739"/>
              <a:gd name="connsiteY19" fmla="*/ 105752 h 163630"/>
              <a:gd name="connsiteX20" fmla="*/ 7599 w 248739"/>
              <a:gd name="connsiteY20" fmla="*/ 105752 h 163630"/>
              <a:gd name="connsiteX21" fmla="*/ 0 w 248739"/>
              <a:gd name="connsiteY21" fmla="*/ 146026 h 163630"/>
              <a:gd name="connsiteX22" fmla="*/ 5066 w 248739"/>
              <a:gd name="connsiteY22" fmla="*/ 146026 h 163630"/>
              <a:gd name="connsiteX23" fmla="*/ 7599 w 248739"/>
              <a:gd name="connsiteY23" fmla="*/ 141088 h 163630"/>
              <a:gd name="connsiteX24" fmla="*/ 7599 w 248739"/>
              <a:gd name="connsiteY24" fmla="*/ 146026 h 163630"/>
              <a:gd name="connsiteX25" fmla="*/ 15071 w 248739"/>
              <a:gd name="connsiteY25" fmla="*/ 148559 h 163630"/>
              <a:gd name="connsiteX26" fmla="*/ 17604 w 248739"/>
              <a:gd name="connsiteY26" fmla="*/ 143493 h 163630"/>
              <a:gd name="connsiteX27" fmla="*/ 17604 w 248739"/>
              <a:gd name="connsiteY27" fmla="*/ 148559 h 163630"/>
              <a:gd name="connsiteX28" fmla="*/ 20137 w 248739"/>
              <a:gd name="connsiteY28" fmla="*/ 148559 h 163630"/>
              <a:gd name="connsiteX29" fmla="*/ 20137 w 248739"/>
              <a:gd name="connsiteY29" fmla="*/ 128422 h 163630"/>
              <a:gd name="connsiteX30" fmla="*/ 22670 w 248739"/>
              <a:gd name="connsiteY30" fmla="*/ 146026 h 163630"/>
              <a:gd name="connsiteX31" fmla="*/ 27736 w 248739"/>
              <a:gd name="connsiteY31" fmla="*/ 146026 h 163630"/>
              <a:gd name="connsiteX32" fmla="*/ 20137 w 248739"/>
              <a:gd name="connsiteY32" fmla="*/ 105752 h 163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48739" h="163630">
                <a:moveTo>
                  <a:pt x="45340" y="146026"/>
                </a:moveTo>
                <a:cubicBezTo>
                  <a:pt x="75483" y="146026"/>
                  <a:pt x="105626" y="151093"/>
                  <a:pt x="133235" y="163631"/>
                </a:cubicBezTo>
                <a:cubicBezTo>
                  <a:pt x="160845" y="151093"/>
                  <a:pt x="188454" y="143493"/>
                  <a:pt x="218597" y="143493"/>
                </a:cubicBezTo>
                <a:cubicBezTo>
                  <a:pt x="218597" y="58005"/>
                  <a:pt x="218597" y="58005"/>
                  <a:pt x="218597" y="58005"/>
                </a:cubicBezTo>
                <a:cubicBezTo>
                  <a:pt x="133235" y="70544"/>
                  <a:pt x="133235" y="70544"/>
                  <a:pt x="133235" y="70544"/>
                </a:cubicBezTo>
                <a:cubicBezTo>
                  <a:pt x="45340" y="58005"/>
                  <a:pt x="45340" y="58005"/>
                  <a:pt x="45340" y="58005"/>
                </a:cubicBezTo>
                <a:cubicBezTo>
                  <a:pt x="45340" y="146026"/>
                  <a:pt x="45340" y="146026"/>
                  <a:pt x="45340" y="146026"/>
                </a:cubicBezTo>
                <a:moveTo>
                  <a:pt x="248739" y="20137"/>
                </a:moveTo>
                <a:cubicBezTo>
                  <a:pt x="248739" y="42807"/>
                  <a:pt x="248739" y="42807"/>
                  <a:pt x="248739" y="42807"/>
                </a:cubicBezTo>
                <a:cubicBezTo>
                  <a:pt x="133235" y="60539"/>
                  <a:pt x="133235" y="60539"/>
                  <a:pt x="133235" y="60539"/>
                </a:cubicBezTo>
                <a:cubicBezTo>
                  <a:pt x="17604" y="42807"/>
                  <a:pt x="17604" y="42807"/>
                  <a:pt x="17604" y="42807"/>
                </a:cubicBezTo>
                <a:cubicBezTo>
                  <a:pt x="17604" y="85615"/>
                  <a:pt x="17604" y="85615"/>
                  <a:pt x="17604" y="85615"/>
                </a:cubicBezTo>
                <a:cubicBezTo>
                  <a:pt x="20137" y="88148"/>
                  <a:pt x="22670" y="90681"/>
                  <a:pt x="22670" y="93214"/>
                </a:cubicBezTo>
                <a:cubicBezTo>
                  <a:pt x="22670" y="98280"/>
                  <a:pt x="17604" y="103219"/>
                  <a:pt x="12665" y="103219"/>
                </a:cubicBezTo>
                <a:cubicBezTo>
                  <a:pt x="10132" y="103219"/>
                  <a:pt x="5066" y="98280"/>
                  <a:pt x="5066" y="93214"/>
                </a:cubicBezTo>
                <a:cubicBezTo>
                  <a:pt x="5066" y="90681"/>
                  <a:pt x="7599" y="88148"/>
                  <a:pt x="10132" y="85615"/>
                </a:cubicBezTo>
                <a:cubicBezTo>
                  <a:pt x="10132" y="62945"/>
                  <a:pt x="10132" y="42807"/>
                  <a:pt x="10132" y="20137"/>
                </a:cubicBezTo>
                <a:cubicBezTo>
                  <a:pt x="133235" y="0"/>
                  <a:pt x="133235" y="0"/>
                  <a:pt x="133235" y="0"/>
                </a:cubicBezTo>
                <a:cubicBezTo>
                  <a:pt x="248739" y="20137"/>
                  <a:pt x="248739" y="20137"/>
                  <a:pt x="248739" y="20137"/>
                </a:cubicBezTo>
                <a:moveTo>
                  <a:pt x="20137" y="105752"/>
                </a:moveTo>
                <a:cubicBezTo>
                  <a:pt x="15071" y="108285"/>
                  <a:pt x="12665" y="108285"/>
                  <a:pt x="7599" y="105752"/>
                </a:cubicBezTo>
                <a:cubicBezTo>
                  <a:pt x="5066" y="118417"/>
                  <a:pt x="2533" y="130955"/>
                  <a:pt x="0" y="146026"/>
                </a:cubicBezTo>
                <a:cubicBezTo>
                  <a:pt x="2533" y="146026"/>
                  <a:pt x="5066" y="146026"/>
                  <a:pt x="5066" y="146026"/>
                </a:cubicBezTo>
                <a:cubicBezTo>
                  <a:pt x="7599" y="141088"/>
                  <a:pt x="7599" y="141088"/>
                  <a:pt x="7599" y="141088"/>
                </a:cubicBezTo>
                <a:cubicBezTo>
                  <a:pt x="7599" y="146026"/>
                  <a:pt x="7599" y="146026"/>
                  <a:pt x="7599" y="146026"/>
                </a:cubicBezTo>
                <a:cubicBezTo>
                  <a:pt x="10132" y="148559"/>
                  <a:pt x="12665" y="148559"/>
                  <a:pt x="15071" y="148559"/>
                </a:cubicBezTo>
                <a:cubicBezTo>
                  <a:pt x="17604" y="143493"/>
                  <a:pt x="17604" y="143493"/>
                  <a:pt x="17604" y="143493"/>
                </a:cubicBezTo>
                <a:cubicBezTo>
                  <a:pt x="17604" y="148559"/>
                  <a:pt x="17604" y="148559"/>
                  <a:pt x="17604" y="148559"/>
                </a:cubicBezTo>
                <a:lnTo>
                  <a:pt x="20137" y="148559"/>
                </a:lnTo>
                <a:cubicBezTo>
                  <a:pt x="20137" y="128422"/>
                  <a:pt x="20137" y="128422"/>
                  <a:pt x="20137" y="128422"/>
                </a:cubicBezTo>
                <a:cubicBezTo>
                  <a:pt x="22670" y="146026"/>
                  <a:pt x="22670" y="146026"/>
                  <a:pt x="22670" y="146026"/>
                </a:cubicBezTo>
                <a:cubicBezTo>
                  <a:pt x="25203" y="146026"/>
                  <a:pt x="25203" y="146026"/>
                  <a:pt x="27736" y="146026"/>
                </a:cubicBezTo>
                <a:cubicBezTo>
                  <a:pt x="25203" y="130955"/>
                  <a:pt x="22670" y="118417"/>
                  <a:pt x="20137" y="105752"/>
                </a:cubicBezTo>
              </a:path>
            </a:pathLst>
          </a:custGeom>
          <a:solidFill>
            <a:schemeClr val="bg1"/>
          </a:solidFill>
          <a:ln w="967" cap="flat">
            <a:noFill/>
            <a:prstDash val="solid"/>
            <a:miter/>
          </a:ln>
        </p:spPr>
        <p:txBody>
          <a:bodyPr rtlCol="0" anchor="ctr"/>
          <a:lstStyle/>
          <a:p>
            <a:endParaRPr lang="zh-CN" altLang="en-US"/>
          </a:p>
        </p:txBody>
      </p:sp>
      <p:sp>
        <p:nvSpPr>
          <p:cNvPr id="3" name="图形 28" descr="授课技能"/>
          <p:cNvSpPr/>
          <p:nvPr/>
        </p:nvSpPr>
        <p:spPr>
          <a:xfrm>
            <a:off x="4632198" y="5409053"/>
            <a:ext cx="182680" cy="182680"/>
          </a:xfrm>
          <a:custGeom>
            <a:avLst/>
            <a:gdLst>
              <a:gd name="connsiteX0" fmla="*/ 155815 w 182680"/>
              <a:gd name="connsiteY0" fmla="*/ 0 h 182680"/>
              <a:gd name="connsiteX1" fmla="*/ 26864 w 182680"/>
              <a:gd name="connsiteY1" fmla="*/ 0 h 182680"/>
              <a:gd name="connsiteX2" fmla="*/ 0 w 182680"/>
              <a:gd name="connsiteY2" fmla="*/ 26864 h 182680"/>
              <a:gd name="connsiteX3" fmla="*/ 0 w 182680"/>
              <a:gd name="connsiteY3" fmla="*/ 155815 h 182680"/>
              <a:gd name="connsiteX4" fmla="*/ 26864 w 182680"/>
              <a:gd name="connsiteY4" fmla="*/ 182680 h 182680"/>
              <a:gd name="connsiteX5" fmla="*/ 155815 w 182680"/>
              <a:gd name="connsiteY5" fmla="*/ 182680 h 182680"/>
              <a:gd name="connsiteX6" fmla="*/ 182680 w 182680"/>
              <a:gd name="connsiteY6" fmla="*/ 155815 h 182680"/>
              <a:gd name="connsiteX7" fmla="*/ 182680 w 182680"/>
              <a:gd name="connsiteY7" fmla="*/ 26864 h 182680"/>
              <a:gd name="connsiteX8" fmla="*/ 155815 w 182680"/>
              <a:gd name="connsiteY8" fmla="*/ 0 h 182680"/>
              <a:gd name="connsiteX9" fmla="*/ 91877 w 182680"/>
              <a:gd name="connsiteY9" fmla="*/ 25253 h 182680"/>
              <a:gd name="connsiteX10" fmla="*/ 107459 w 182680"/>
              <a:gd name="connsiteY10" fmla="*/ 40834 h 182680"/>
              <a:gd name="connsiteX11" fmla="*/ 91877 w 182680"/>
              <a:gd name="connsiteY11" fmla="*/ 56416 h 182680"/>
              <a:gd name="connsiteX12" fmla="*/ 76295 w 182680"/>
              <a:gd name="connsiteY12" fmla="*/ 40834 h 182680"/>
              <a:gd name="connsiteX13" fmla="*/ 91877 w 182680"/>
              <a:gd name="connsiteY13" fmla="*/ 25253 h 182680"/>
              <a:gd name="connsiteX14" fmla="*/ 95639 w 182680"/>
              <a:gd name="connsiteY14" fmla="*/ 61789 h 182680"/>
              <a:gd name="connsiteX15" fmla="*/ 93489 w 182680"/>
              <a:gd name="connsiteY15" fmla="*/ 66087 h 182680"/>
              <a:gd name="connsiteX16" fmla="*/ 91340 w 182680"/>
              <a:gd name="connsiteY16" fmla="*/ 66087 h 182680"/>
              <a:gd name="connsiteX17" fmla="*/ 89191 w 182680"/>
              <a:gd name="connsiteY17" fmla="*/ 66087 h 182680"/>
              <a:gd name="connsiteX18" fmla="*/ 87041 w 182680"/>
              <a:gd name="connsiteY18" fmla="*/ 61789 h 182680"/>
              <a:gd name="connsiteX19" fmla="*/ 91340 w 182680"/>
              <a:gd name="connsiteY19" fmla="*/ 59640 h 182680"/>
              <a:gd name="connsiteX20" fmla="*/ 95639 w 182680"/>
              <a:gd name="connsiteY20" fmla="*/ 61789 h 182680"/>
              <a:gd name="connsiteX21" fmla="*/ 60177 w 182680"/>
              <a:gd name="connsiteY21" fmla="*/ 70923 h 182680"/>
              <a:gd name="connsiteX22" fmla="*/ 68237 w 182680"/>
              <a:gd name="connsiteY22" fmla="*/ 63401 h 182680"/>
              <a:gd name="connsiteX23" fmla="*/ 82743 w 182680"/>
              <a:gd name="connsiteY23" fmla="*/ 61789 h 182680"/>
              <a:gd name="connsiteX24" fmla="*/ 87041 w 182680"/>
              <a:gd name="connsiteY24" fmla="*/ 77908 h 182680"/>
              <a:gd name="connsiteX25" fmla="*/ 89191 w 182680"/>
              <a:gd name="connsiteY25" fmla="*/ 68774 h 182680"/>
              <a:gd name="connsiteX26" fmla="*/ 93489 w 182680"/>
              <a:gd name="connsiteY26" fmla="*/ 68774 h 182680"/>
              <a:gd name="connsiteX27" fmla="*/ 95639 w 182680"/>
              <a:gd name="connsiteY27" fmla="*/ 77908 h 182680"/>
              <a:gd name="connsiteX28" fmla="*/ 99937 w 182680"/>
              <a:gd name="connsiteY28" fmla="*/ 61789 h 182680"/>
              <a:gd name="connsiteX29" fmla="*/ 114981 w 182680"/>
              <a:gd name="connsiteY29" fmla="*/ 63401 h 182680"/>
              <a:gd name="connsiteX30" fmla="*/ 123041 w 182680"/>
              <a:gd name="connsiteY30" fmla="*/ 70923 h 182680"/>
              <a:gd name="connsiteX31" fmla="*/ 125189 w 182680"/>
              <a:gd name="connsiteY31" fmla="*/ 84892 h 182680"/>
              <a:gd name="connsiteX32" fmla="*/ 56954 w 182680"/>
              <a:gd name="connsiteY32" fmla="*/ 84892 h 182680"/>
              <a:gd name="connsiteX33" fmla="*/ 60177 w 182680"/>
              <a:gd name="connsiteY33" fmla="*/ 70923 h 182680"/>
              <a:gd name="connsiteX34" fmla="*/ 106576 w 182680"/>
              <a:gd name="connsiteY34" fmla="*/ 157428 h 182680"/>
              <a:gd name="connsiteX35" fmla="*/ 75669 w 182680"/>
              <a:gd name="connsiteY35" fmla="*/ 157428 h 182680"/>
              <a:gd name="connsiteX36" fmla="*/ 67416 w 182680"/>
              <a:gd name="connsiteY36" fmla="*/ 150041 h 182680"/>
              <a:gd name="connsiteX37" fmla="*/ 63938 w 182680"/>
              <a:gd name="connsiteY37" fmla="*/ 118742 h 182680"/>
              <a:gd name="connsiteX38" fmla="*/ 118742 w 182680"/>
              <a:gd name="connsiteY38" fmla="*/ 118742 h 182680"/>
              <a:gd name="connsiteX39" fmla="*/ 114815 w 182680"/>
              <a:gd name="connsiteY39" fmla="*/ 150154 h 182680"/>
              <a:gd name="connsiteX40" fmla="*/ 106576 w 182680"/>
              <a:gd name="connsiteY40" fmla="*/ 157428 h 182680"/>
              <a:gd name="connsiteX41" fmla="*/ 131099 w 182680"/>
              <a:gd name="connsiteY41" fmla="*/ 106385 h 182680"/>
              <a:gd name="connsiteX42" fmla="*/ 123041 w 182680"/>
              <a:gd name="connsiteY42" fmla="*/ 113906 h 182680"/>
              <a:gd name="connsiteX43" fmla="*/ 59640 w 182680"/>
              <a:gd name="connsiteY43" fmla="*/ 113906 h 182680"/>
              <a:gd name="connsiteX44" fmla="*/ 51580 w 182680"/>
              <a:gd name="connsiteY44" fmla="*/ 106385 h 182680"/>
              <a:gd name="connsiteX45" fmla="*/ 50506 w 182680"/>
              <a:gd name="connsiteY45" fmla="*/ 95639 h 182680"/>
              <a:gd name="connsiteX46" fmla="*/ 54804 w 182680"/>
              <a:gd name="connsiteY46" fmla="*/ 91340 h 182680"/>
              <a:gd name="connsiteX47" fmla="*/ 127339 w 182680"/>
              <a:gd name="connsiteY47" fmla="*/ 91340 h 182680"/>
              <a:gd name="connsiteX48" fmla="*/ 131637 w 182680"/>
              <a:gd name="connsiteY48" fmla="*/ 95639 h 182680"/>
              <a:gd name="connsiteX49" fmla="*/ 131099 w 182680"/>
              <a:gd name="connsiteY49" fmla="*/ 106385 h 182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82680" h="182680">
                <a:moveTo>
                  <a:pt x="155815" y="0"/>
                </a:moveTo>
                <a:lnTo>
                  <a:pt x="26864" y="0"/>
                </a:lnTo>
                <a:cubicBezTo>
                  <a:pt x="11820" y="0"/>
                  <a:pt x="0" y="11820"/>
                  <a:pt x="0" y="26864"/>
                </a:cubicBezTo>
                <a:lnTo>
                  <a:pt x="0" y="155815"/>
                </a:lnTo>
                <a:cubicBezTo>
                  <a:pt x="0" y="170859"/>
                  <a:pt x="11820" y="182680"/>
                  <a:pt x="26864" y="182680"/>
                </a:cubicBezTo>
                <a:lnTo>
                  <a:pt x="155815" y="182680"/>
                </a:lnTo>
                <a:cubicBezTo>
                  <a:pt x="170859" y="182680"/>
                  <a:pt x="182680" y="170859"/>
                  <a:pt x="182680" y="155815"/>
                </a:cubicBezTo>
                <a:lnTo>
                  <a:pt x="182680" y="26864"/>
                </a:lnTo>
                <a:cubicBezTo>
                  <a:pt x="182680" y="11820"/>
                  <a:pt x="170859" y="0"/>
                  <a:pt x="155815" y="0"/>
                </a:cubicBezTo>
                <a:moveTo>
                  <a:pt x="91877" y="25253"/>
                </a:moveTo>
                <a:cubicBezTo>
                  <a:pt x="100475" y="25253"/>
                  <a:pt x="107459" y="32237"/>
                  <a:pt x="107459" y="40834"/>
                </a:cubicBezTo>
                <a:cubicBezTo>
                  <a:pt x="107459" y="49431"/>
                  <a:pt x="100475" y="56416"/>
                  <a:pt x="91877" y="56416"/>
                </a:cubicBezTo>
                <a:cubicBezTo>
                  <a:pt x="83281" y="56416"/>
                  <a:pt x="76295" y="49431"/>
                  <a:pt x="76295" y="40834"/>
                </a:cubicBezTo>
                <a:cubicBezTo>
                  <a:pt x="76295" y="32237"/>
                  <a:pt x="83281" y="25253"/>
                  <a:pt x="91877" y="25253"/>
                </a:cubicBezTo>
                <a:moveTo>
                  <a:pt x="95639" y="61789"/>
                </a:moveTo>
                <a:cubicBezTo>
                  <a:pt x="95639" y="63401"/>
                  <a:pt x="94027" y="65550"/>
                  <a:pt x="93489" y="66087"/>
                </a:cubicBezTo>
                <a:cubicBezTo>
                  <a:pt x="92952" y="66624"/>
                  <a:pt x="92415" y="66087"/>
                  <a:pt x="91340" y="66087"/>
                </a:cubicBezTo>
                <a:cubicBezTo>
                  <a:pt x="90265" y="66087"/>
                  <a:pt x="89728" y="66624"/>
                  <a:pt x="89191" y="66087"/>
                </a:cubicBezTo>
                <a:cubicBezTo>
                  <a:pt x="88654" y="65550"/>
                  <a:pt x="87041" y="62863"/>
                  <a:pt x="87041" y="61789"/>
                </a:cubicBezTo>
                <a:cubicBezTo>
                  <a:pt x="87041" y="60177"/>
                  <a:pt x="89728" y="59640"/>
                  <a:pt x="91340" y="59640"/>
                </a:cubicBezTo>
                <a:cubicBezTo>
                  <a:pt x="92952" y="59640"/>
                  <a:pt x="95639" y="60177"/>
                  <a:pt x="95639" y="61789"/>
                </a:cubicBezTo>
                <a:moveTo>
                  <a:pt x="60177" y="70923"/>
                </a:moveTo>
                <a:cubicBezTo>
                  <a:pt x="61251" y="67162"/>
                  <a:pt x="63938" y="64475"/>
                  <a:pt x="68237" y="63401"/>
                </a:cubicBezTo>
                <a:lnTo>
                  <a:pt x="82743" y="61789"/>
                </a:lnTo>
                <a:lnTo>
                  <a:pt x="87041" y="77908"/>
                </a:lnTo>
                <a:lnTo>
                  <a:pt x="89191" y="68774"/>
                </a:lnTo>
                <a:lnTo>
                  <a:pt x="93489" y="68774"/>
                </a:lnTo>
                <a:lnTo>
                  <a:pt x="95639" y="77908"/>
                </a:lnTo>
                <a:lnTo>
                  <a:pt x="99937" y="61789"/>
                </a:lnTo>
                <a:lnTo>
                  <a:pt x="114981" y="63401"/>
                </a:lnTo>
                <a:cubicBezTo>
                  <a:pt x="118742" y="63938"/>
                  <a:pt x="121966" y="66624"/>
                  <a:pt x="123041" y="70923"/>
                </a:cubicBezTo>
                <a:lnTo>
                  <a:pt x="125189" y="84892"/>
                </a:lnTo>
                <a:lnTo>
                  <a:pt x="56954" y="84892"/>
                </a:lnTo>
                <a:lnTo>
                  <a:pt x="60177" y="70923"/>
                </a:lnTo>
                <a:moveTo>
                  <a:pt x="106576" y="157428"/>
                </a:moveTo>
                <a:lnTo>
                  <a:pt x="75669" y="157428"/>
                </a:lnTo>
                <a:cubicBezTo>
                  <a:pt x="71438" y="157428"/>
                  <a:pt x="67883" y="154247"/>
                  <a:pt x="67416" y="150041"/>
                </a:cubicBezTo>
                <a:lnTo>
                  <a:pt x="63938" y="118742"/>
                </a:lnTo>
                <a:lnTo>
                  <a:pt x="118742" y="118742"/>
                </a:lnTo>
                <a:lnTo>
                  <a:pt x="114815" y="150154"/>
                </a:lnTo>
                <a:cubicBezTo>
                  <a:pt x="114296" y="154310"/>
                  <a:pt x="110763" y="157428"/>
                  <a:pt x="106576" y="157428"/>
                </a:cubicBezTo>
                <a:moveTo>
                  <a:pt x="131099" y="106385"/>
                </a:moveTo>
                <a:cubicBezTo>
                  <a:pt x="130563" y="110145"/>
                  <a:pt x="126802" y="113906"/>
                  <a:pt x="123041" y="113906"/>
                </a:cubicBezTo>
                <a:lnTo>
                  <a:pt x="59640" y="113906"/>
                </a:lnTo>
                <a:cubicBezTo>
                  <a:pt x="55878" y="113906"/>
                  <a:pt x="52118" y="110145"/>
                  <a:pt x="51580" y="106385"/>
                </a:cubicBezTo>
                <a:lnTo>
                  <a:pt x="50506" y="95639"/>
                </a:lnTo>
                <a:cubicBezTo>
                  <a:pt x="50506" y="93489"/>
                  <a:pt x="52655" y="91340"/>
                  <a:pt x="54804" y="91340"/>
                </a:cubicBezTo>
                <a:lnTo>
                  <a:pt x="127339" y="91340"/>
                </a:lnTo>
                <a:cubicBezTo>
                  <a:pt x="129488" y="91340"/>
                  <a:pt x="132175" y="93489"/>
                  <a:pt x="131637" y="95639"/>
                </a:cubicBezTo>
                <a:lnTo>
                  <a:pt x="131099" y="106385"/>
                </a:lnTo>
              </a:path>
            </a:pathLst>
          </a:custGeom>
          <a:solidFill>
            <a:schemeClr val="bg1"/>
          </a:solidFill>
          <a:ln w="707" cap="flat">
            <a:noFill/>
            <a:prstDash val="solid"/>
            <a:miter/>
          </a:ln>
        </p:spPr>
        <p:txBody>
          <a:bodyPr rtlCol="0" anchor="ctr"/>
          <a:lstStyle/>
          <a:p>
            <a:endParaRPr lang="zh-CN" altLang="en-US"/>
          </a:p>
        </p:txBody>
      </p:sp>
      <p:sp>
        <p:nvSpPr>
          <p:cNvPr id="4" name="图形 30" descr="时间"/>
          <p:cNvSpPr/>
          <p:nvPr/>
        </p:nvSpPr>
        <p:spPr>
          <a:xfrm>
            <a:off x="8142584" y="5399034"/>
            <a:ext cx="202718" cy="202718"/>
          </a:xfrm>
          <a:custGeom>
            <a:avLst/>
            <a:gdLst>
              <a:gd name="connsiteX0" fmla="*/ 162190 w 202718"/>
              <a:gd name="connsiteY0" fmla="*/ 110711 h 202718"/>
              <a:gd name="connsiteX1" fmla="*/ 100733 w 202718"/>
              <a:gd name="connsiteY1" fmla="*/ 110711 h 202718"/>
              <a:gd name="connsiteX2" fmla="*/ 91310 w 202718"/>
              <a:gd name="connsiteY2" fmla="*/ 101296 h 202718"/>
              <a:gd name="connsiteX3" fmla="*/ 91310 w 202718"/>
              <a:gd name="connsiteY3" fmla="*/ 39831 h 202718"/>
              <a:gd name="connsiteX4" fmla="*/ 100726 w 202718"/>
              <a:gd name="connsiteY4" fmla="*/ 30416 h 202718"/>
              <a:gd name="connsiteX5" fmla="*/ 110141 w 202718"/>
              <a:gd name="connsiteY5" fmla="*/ 39831 h 202718"/>
              <a:gd name="connsiteX6" fmla="*/ 110141 w 202718"/>
              <a:gd name="connsiteY6" fmla="*/ 91857 h 202718"/>
              <a:gd name="connsiteX7" fmla="*/ 162190 w 202718"/>
              <a:gd name="connsiteY7" fmla="*/ 91857 h 202718"/>
              <a:gd name="connsiteX8" fmla="*/ 171606 w 202718"/>
              <a:gd name="connsiteY8" fmla="*/ 101272 h 202718"/>
              <a:gd name="connsiteX9" fmla="*/ 162190 w 202718"/>
              <a:gd name="connsiteY9" fmla="*/ 110687 h 202718"/>
              <a:gd name="connsiteX10" fmla="*/ 162190 w 202718"/>
              <a:gd name="connsiteY10" fmla="*/ 110711 h 202718"/>
              <a:gd name="connsiteX11" fmla="*/ 101359 w 202718"/>
              <a:gd name="connsiteY11" fmla="*/ 0 h 202718"/>
              <a:gd name="connsiteX12" fmla="*/ 0 w 202718"/>
              <a:gd name="connsiteY12" fmla="*/ 101359 h 202718"/>
              <a:gd name="connsiteX13" fmla="*/ 101359 w 202718"/>
              <a:gd name="connsiteY13" fmla="*/ 202718 h 202718"/>
              <a:gd name="connsiteX14" fmla="*/ 202718 w 202718"/>
              <a:gd name="connsiteY14" fmla="*/ 101359 h 202718"/>
              <a:gd name="connsiteX15" fmla="*/ 101359 w 202718"/>
              <a:gd name="connsiteY15" fmla="*/ 0 h 202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02718" h="202718">
                <a:moveTo>
                  <a:pt x="162190" y="110711"/>
                </a:moveTo>
                <a:lnTo>
                  <a:pt x="100733" y="110711"/>
                </a:lnTo>
                <a:cubicBezTo>
                  <a:pt x="95530" y="110716"/>
                  <a:pt x="91310" y="106499"/>
                  <a:pt x="91310" y="101296"/>
                </a:cubicBezTo>
                <a:lnTo>
                  <a:pt x="91310" y="39831"/>
                </a:lnTo>
                <a:cubicBezTo>
                  <a:pt x="91310" y="34631"/>
                  <a:pt x="95525" y="30416"/>
                  <a:pt x="100726" y="30416"/>
                </a:cubicBezTo>
                <a:cubicBezTo>
                  <a:pt x="105926" y="30416"/>
                  <a:pt x="110141" y="34631"/>
                  <a:pt x="110141" y="39831"/>
                </a:cubicBezTo>
                <a:lnTo>
                  <a:pt x="110141" y="91857"/>
                </a:lnTo>
                <a:lnTo>
                  <a:pt x="162190" y="91857"/>
                </a:lnTo>
                <a:cubicBezTo>
                  <a:pt x="167390" y="91857"/>
                  <a:pt x="171606" y="96072"/>
                  <a:pt x="171606" y="101272"/>
                </a:cubicBezTo>
                <a:cubicBezTo>
                  <a:pt x="171606" y="106472"/>
                  <a:pt x="167390" y="110687"/>
                  <a:pt x="162190" y="110687"/>
                </a:cubicBezTo>
                <a:lnTo>
                  <a:pt x="162190" y="110711"/>
                </a:lnTo>
                <a:moveTo>
                  <a:pt x="101359" y="0"/>
                </a:moveTo>
                <a:cubicBezTo>
                  <a:pt x="45380" y="0"/>
                  <a:pt x="0" y="45380"/>
                  <a:pt x="0" y="101359"/>
                </a:cubicBezTo>
                <a:cubicBezTo>
                  <a:pt x="0" y="157338"/>
                  <a:pt x="45380" y="202718"/>
                  <a:pt x="101359" y="202718"/>
                </a:cubicBezTo>
                <a:cubicBezTo>
                  <a:pt x="157338" y="202718"/>
                  <a:pt x="202718" y="157338"/>
                  <a:pt x="202718" y="101359"/>
                </a:cubicBezTo>
                <a:cubicBezTo>
                  <a:pt x="202718" y="45380"/>
                  <a:pt x="157338" y="0"/>
                  <a:pt x="101359" y="0"/>
                </a:cubicBezTo>
              </a:path>
            </a:pathLst>
          </a:custGeom>
          <a:solidFill>
            <a:schemeClr val="bg1"/>
          </a:solidFill>
          <a:ln w="781" cap="flat">
            <a:noFill/>
            <a:prstDash val="solid"/>
            <a:miter/>
          </a:ln>
        </p:spPr>
        <p:txBody>
          <a:bodyPr rtlCol="0" anchor="ctr"/>
          <a:lstStyle/>
          <a:p>
            <a:endParaRPr lang="zh-CN" altLang="en-US"/>
          </a:p>
        </p:txBody>
      </p:sp>
    </p:spTree>
  </p:cSld>
  <p:clrMapOvr>
    <a:masterClrMapping/>
  </p:clrMapOvr>
</p:sld>
</file>

<file path=ppt/tags/tag1.xml><?xml version="1.0" encoding="utf-8"?>
<p:tagLst xmlns:p="http://schemas.openxmlformats.org/presentationml/2006/main">
  <p:tag name="KSO_WM_DIAGRAM_VIRTUALLY_FRAME" val="{&quot;height&quot;:292.95,&quot;left&quot;:12.75,&quot;top&quot;:78.6,&quot;width&quot;:407.05}"/>
</p:tagLst>
</file>

<file path=ppt/tags/tag2.xml><?xml version="1.0" encoding="utf-8"?>
<p:tagLst xmlns:p="http://schemas.openxmlformats.org/presentationml/2006/main">
  <p:tag name="KSO_WM_DIAGRAM_VIRTUALLY_FRAME" val="{&quot;height&quot;:292.95,&quot;left&quot;:12.75,&quot;top&quot;:78.6,&quot;width&quot;:407.05}"/>
</p:tagLst>
</file>

<file path=ppt/tags/tag3.xml><?xml version="1.0" encoding="utf-8"?>
<p:tagLst xmlns:p="http://schemas.openxmlformats.org/presentationml/2006/main">
  <p:tag name="KSO_WM_DIAGRAM_VIRTUALLY_FRAME" val="{&quot;height&quot;:292.95,&quot;left&quot;:12.75,&quot;top&quot;:78.6,&quot;width&quot;:407.05}"/>
</p:tagLst>
</file>

<file path=ppt/tags/tag4.xml><?xml version="1.0" encoding="utf-8"?>
<p:tagLst xmlns:p="http://schemas.openxmlformats.org/presentationml/2006/main">
  <p:tag name="KSO_WM_DIAGRAM_VIRTUALLY_FRAME" val="{&quot;height&quot;:292.95,&quot;left&quot;:12.75,&quot;top&quot;:78.6,&quot;width&quot;:407.05}"/>
</p:tagLst>
</file>

<file path=ppt/tags/tag5.xml><?xml version="1.0" encoding="utf-8"?>
<p:tagLst xmlns:p="http://schemas.openxmlformats.org/presentationml/2006/main">
  <p:tag name="KSO_WM_DIAGRAM_VIRTUALLY_FRAME" val="{&quot;height&quot;:292.95,&quot;left&quot;:12.75,&quot;top&quot;:78.6,&quot;width&quot;:407.05}"/>
</p:tagLst>
</file>

<file path=ppt/tags/tag6.xml><?xml version="1.0" encoding="utf-8"?>
<p:tagLst xmlns:p="http://schemas.openxmlformats.org/presentationml/2006/main">
  <p:tag name="KSO_WM_DIAGRAM_VIRTUALLY_FRAME" val="{&quot;height&quot;:292.95,&quot;left&quot;:12.75,&quot;top&quot;:78.6,&quot;width&quot;:407.05}"/>
</p:tagLst>
</file>

<file path=ppt/tags/tag7.xml><?xml version="1.0" encoding="utf-8"?>
<p:tagLst xmlns:p="http://schemas.openxmlformats.org/presentationml/2006/main">
  <p:tag name="KSO_WM_DIAGRAM_VIRTUALLY_FRAME" val="{&quot;height&quot;:292.95,&quot;left&quot;:12.75,&quot;top&quot;:78.6,&quot;width&quot;:407.05}"/>
</p:tagLst>
</file>

<file path=ppt/tags/tag8.xml><?xml version="1.0" encoding="utf-8"?>
<p:tagLst xmlns:p="http://schemas.openxmlformats.org/presentationml/2006/main">
  <p:tag name="KSO_WM_DIAGRAM_VIRTUALLY_FRAME" val="{&quot;height&quot;:292.95,&quot;left&quot;:12.75,&quot;top&quot;:78.6,&quot;width&quot;:407.05}"/>
</p:tagLst>
</file>

<file path=ppt/tags/tag9.xml><?xml version="1.0" encoding="utf-8"?>
<p:tagLst xmlns:p="http://schemas.openxmlformats.org/presentationml/2006/main">
  <p:tag name="KSO_WM_DIAGRAM_VIRTUALLY_FRAME" val="{&quot;height&quot;:292.95,&quot;left&quot;:12.75,&quot;top&quot;:78.6,&quot;width&quot;:407.05}"/>
</p:tagLst>
</file>

<file path=ppt/tags/tag10.xml><?xml version="1.0" encoding="utf-8"?>
<p:tagLst xmlns:p="http://schemas.openxmlformats.org/presentationml/2006/main">
  <p:tag name="KSO_WM_DIAGRAM_VIRTUALLY_FRAME" val="{&quot;height&quot;:292.95,&quot;left&quot;:12.75,&quot;top&quot;:78.6,&quot;width&quot;:407.05}"/>
</p:tagLst>
</file>

<file path=ppt/tags/tag11.xml><?xml version="1.0" encoding="utf-8"?>
<p:tagLst xmlns:p="http://schemas.openxmlformats.org/presentationml/2006/main">
  <p:tag name="KSO_WM_DIAGRAM_VIRTUALLY_FRAME" val="{&quot;height&quot;:292.95,&quot;left&quot;:12.75,&quot;top&quot;:78.6,&quot;width&quot;:407.05}"/>
</p:tagLst>
</file>

<file path=ppt/tags/tag12.xml><?xml version="1.0" encoding="utf-8"?>
<p:tagLst xmlns:p="http://schemas.openxmlformats.org/presentationml/2006/main">
  <p:tag name="KSO_WM_DIAGRAM_VIRTUALLY_FRAME" val="{&quot;height&quot;:292.95,&quot;left&quot;:12.75,&quot;top&quot;:78.6,&quot;width&quot;:407.05}"/>
</p:tagLst>
</file>

<file path=ppt/theme/theme1.xml><?xml version="1.0" encoding="utf-8"?>
<a:theme xmlns:a="http://schemas.openxmlformats.org/drawingml/2006/main" name="Office 主题​​">
  <a:themeElements>
    <a:clrScheme name="店铺-紫色款">
      <a:dk1>
        <a:srgbClr val="000000"/>
      </a:dk1>
      <a:lt1>
        <a:srgbClr val="FFFFFF"/>
      </a:lt1>
      <a:dk2>
        <a:srgbClr val="44546A"/>
      </a:dk2>
      <a:lt2>
        <a:srgbClr val="E7E6E6"/>
      </a:lt2>
      <a:accent1>
        <a:srgbClr val="6347B5"/>
      </a:accent1>
      <a:accent2>
        <a:srgbClr val="9933FF"/>
      </a:accent2>
      <a:accent3>
        <a:srgbClr val="7A04FC"/>
      </a:accent3>
      <a:accent4>
        <a:srgbClr val="75BD42"/>
      </a:accent4>
      <a:accent5>
        <a:srgbClr val="30C0B4"/>
      </a:accent5>
      <a:accent6>
        <a:srgbClr val="E54C5E"/>
      </a:accent6>
      <a:hlink>
        <a:srgbClr val="0026E5"/>
      </a:hlink>
      <a:folHlink>
        <a:srgbClr val="7E1FAD"/>
      </a:folHlink>
    </a:clrScheme>
    <a:fontScheme name="店铺-字体">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6400</Words>
  <Application>WPS 演示</Application>
  <PresentationFormat>宽屏</PresentationFormat>
  <Paragraphs>858</Paragraphs>
  <Slides>28</Slides>
  <Notes>4</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28</vt:i4>
      </vt:variant>
    </vt:vector>
  </HeadingPairs>
  <TitlesOfParts>
    <vt:vector size="38" baseType="lpstr">
      <vt:lpstr>Arial</vt:lpstr>
      <vt:lpstr>宋体</vt:lpstr>
      <vt:lpstr>Wingdings</vt:lpstr>
      <vt:lpstr>微软雅黑</vt:lpstr>
      <vt:lpstr>Gill Sans</vt:lpstr>
      <vt:lpstr>Arial Unicode MS</vt:lpstr>
      <vt:lpstr>等线</vt:lpstr>
      <vt:lpstr>标准粗黑</vt:lpstr>
      <vt:lpstr>Segoe Print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zhebble@163.com</dc:creator>
  <cp:lastModifiedBy>嘻嘻</cp:lastModifiedBy>
  <cp:revision>50</cp:revision>
  <dcterms:created xsi:type="dcterms:W3CDTF">2025-04-13T12:56:00Z</dcterms:created>
  <dcterms:modified xsi:type="dcterms:W3CDTF">2025-05-16T08:24:06Z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0B33D061E58944DAB827FA64F9993B0E_12</vt:lpwstr>
  </property>
  <property fmtid="{D5CDD505-2E9C-101B-9397-08002B2CF9AE}" pid="3" name="KSOProductBuildVer">
    <vt:lpwstr>2052-12.1.0.18912</vt:lpwstr>
  </property>
</Properties>
</file>